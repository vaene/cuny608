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3819c4ce671362ad6ab7b38464c9b6b71bf579d8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Do Stricter Gun Laws Reduce Firearm Mortality?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CDC API + GIFFORDS Likert • Latest year: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Firearm mortality by state (CDC)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819104" y="1600200"/>
              <a:ext cx="7505791" cy="4525962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ph5"/>
            <p:cNvSpPr/>
            <p:nvPr/>
          </p:nvSpPr>
          <p:spPr>
            <a:xfrm>
              <a:off x="4754974" y="2974147"/>
              <a:ext cx="836636" cy="1795082"/>
            </a:xfrm>
            <a:custGeom>
              <a:avLst/>
              <a:pathLst>
                <a:path w="836636" h="1795082">
                  <a:moveTo>
                    <a:pt x="457200" y="1600200"/>
                  </a:moveTo>
                  <a:lnTo>
                    <a:pt x="456629" y="1595369"/>
                  </a:lnTo>
                  <a:lnTo>
                    <a:pt x="456262" y="1558649"/>
                  </a:lnTo>
                  <a:lnTo>
                    <a:pt x="456232" y="1555842"/>
                  </a:lnTo>
                  <a:lnTo>
                    <a:pt x="456101" y="1548549"/>
                  </a:lnTo>
                  <a:lnTo>
                    <a:pt x="455474" y="1514974"/>
                  </a:lnTo>
                  <a:lnTo>
                    <a:pt x="455148" y="1498311"/>
                  </a:lnTo>
                  <a:lnTo>
                    <a:pt x="454597" y="1471237"/>
                  </a:lnTo>
                  <a:lnTo>
                    <a:pt x="454434" y="1463480"/>
                  </a:lnTo>
                  <a:lnTo>
                    <a:pt x="453916" y="1439438"/>
                  </a:lnTo>
                  <a:lnTo>
                    <a:pt x="453658" y="1426443"/>
                  </a:lnTo>
                  <a:lnTo>
                    <a:pt x="453025" y="1395801"/>
                  </a:lnTo>
                  <a:lnTo>
                    <a:pt x="452581" y="1375246"/>
                  </a:lnTo>
                  <a:lnTo>
                    <a:pt x="452498" y="1369485"/>
                  </a:lnTo>
                  <a:lnTo>
                    <a:pt x="451907" y="1330340"/>
                  </a:lnTo>
                  <a:lnTo>
                    <a:pt x="451845" y="1326819"/>
                  </a:lnTo>
                  <a:lnTo>
                    <a:pt x="451313" y="1297531"/>
                  </a:lnTo>
                  <a:lnTo>
                    <a:pt x="450974" y="1279796"/>
                  </a:lnTo>
                  <a:lnTo>
                    <a:pt x="450682" y="1264975"/>
                  </a:lnTo>
                  <a:lnTo>
                    <a:pt x="450579" y="1259858"/>
                  </a:lnTo>
                  <a:lnTo>
                    <a:pt x="450032" y="1226165"/>
                  </a:lnTo>
                  <a:lnTo>
                    <a:pt x="443824" y="1223261"/>
                  </a:lnTo>
                  <a:lnTo>
                    <a:pt x="438086" y="1214893"/>
                  </a:lnTo>
                  <a:lnTo>
                    <a:pt x="437600" y="1213409"/>
                  </a:lnTo>
                  <a:lnTo>
                    <a:pt x="458114" y="1210757"/>
                  </a:lnTo>
                  <a:lnTo>
                    <a:pt x="459640" y="1210542"/>
                  </a:lnTo>
                  <a:lnTo>
                    <a:pt x="473066" y="1208638"/>
                  </a:lnTo>
                  <a:lnTo>
                    <a:pt x="495978" y="1205524"/>
                  </a:lnTo>
                  <a:lnTo>
                    <a:pt x="497890" y="1205268"/>
                  </a:lnTo>
                  <a:lnTo>
                    <a:pt x="516190" y="1202793"/>
                  </a:lnTo>
                  <a:lnTo>
                    <a:pt x="536468" y="1200004"/>
                  </a:lnTo>
                  <a:lnTo>
                    <a:pt x="537212" y="1199901"/>
                  </a:lnTo>
                  <a:lnTo>
                    <a:pt x="537811" y="1199822"/>
                  </a:lnTo>
                  <a:lnTo>
                    <a:pt x="575632" y="1194737"/>
                  </a:lnTo>
                  <a:lnTo>
                    <a:pt x="580948" y="1194008"/>
                  </a:lnTo>
                  <a:lnTo>
                    <a:pt x="612750" y="1189073"/>
                  </a:lnTo>
                  <a:lnTo>
                    <a:pt x="627732" y="1186583"/>
                  </a:lnTo>
                  <a:lnTo>
                    <a:pt x="628484" y="1186457"/>
                  </a:lnTo>
                  <a:lnTo>
                    <a:pt x="672601" y="1179606"/>
                  </a:lnTo>
                  <a:lnTo>
                    <a:pt x="699545" y="1175305"/>
                  </a:lnTo>
                  <a:lnTo>
                    <a:pt x="701703" y="1182559"/>
                  </a:lnTo>
                  <a:lnTo>
                    <a:pt x="704160" y="1190167"/>
                  </a:lnTo>
                  <a:lnTo>
                    <a:pt x="708416" y="1203339"/>
                  </a:lnTo>
                  <a:lnTo>
                    <a:pt x="713545" y="1218365"/>
                  </a:lnTo>
                  <a:lnTo>
                    <a:pt x="714972" y="1222542"/>
                  </a:lnTo>
                  <a:lnTo>
                    <a:pt x="717603" y="1230244"/>
                  </a:lnTo>
                  <a:lnTo>
                    <a:pt x="719613" y="1236123"/>
                  </a:lnTo>
                  <a:lnTo>
                    <a:pt x="727179" y="1258539"/>
                  </a:lnTo>
                  <a:lnTo>
                    <a:pt x="733658" y="1277709"/>
                  </a:lnTo>
                  <a:lnTo>
                    <a:pt x="735356" y="1282992"/>
                  </a:lnTo>
                  <a:lnTo>
                    <a:pt x="739833" y="1296911"/>
                  </a:lnTo>
                  <a:lnTo>
                    <a:pt x="742262" y="1304352"/>
                  </a:lnTo>
                  <a:lnTo>
                    <a:pt x="747468" y="1320290"/>
                  </a:lnTo>
                  <a:lnTo>
                    <a:pt x="751938" y="1333974"/>
                  </a:lnTo>
                  <a:lnTo>
                    <a:pt x="756741" y="1348664"/>
                  </a:lnTo>
                  <a:lnTo>
                    <a:pt x="758566" y="1354270"/>
                  </a:lnTo>
                  <a:lnTo>
                    <a:pt x="760690" y="1360795"/>
                  </a:lnTo>
                  <a:lnTo>
                    <a:pt x="772279" y="1396344"/>
                  </a:lnTo>
                  <a:lnTo>
                    <a:pt x="773113" y="1398901"/>
                  </a:lnTo>
                  <a:lnTo>
                    <a:pt x="782393" y="1427225"/>
                  </a:lnTo>
                  <a:lnTo>
                    <a:pt x="782738" y="1428275"/>
                  </a:lnTo>
                  <a:lnTo>
                    <a:pt x="785810" y="1432095"/>
                  </a:lnTo>
                  <a:lnTo>
                    <a:pt x="790992" y="1440628"/>
                  </a:lnTo>
                  <a:lnTo>
                    <a:pt x="792456" y="1443036"/>
                  </a:lnTo>
                  <a:lnTo>
                    <a:pt x="796489" y="1451448"/>
                  </a:lnTo>
                  <a:lnTo>
                    <a:pt x="798725" y="1457333"/>
                  </a:lnTo>
                  <a:lnTo>
                    <a:pt x="799842" y="1460272"/>
                  </a:lnTo>
                  <a:lnTo>
                    <a:pt x="807459" y="1466382"/>
                  </a:lnTo>
                  <a:lnTo>
                    <a:pt x="808338" y="1467952"/>
                  </a:lnTo>
                  <a:lnTo>
                    <a:pt x="808536" y="1468305"/>
                  </a:lnTo>
                  <a:lnTo>
                    <a:pt x="812655" y="1475657"/>
                  </a:lnTo>
                  <a:lnTo>
                    <a:pt x="812908" y="1483645"/>
                  </a:lnTo>
                  <a:lnTo>
                    <a:pt x="812970" y="1485629"/>
                  </a:lnTo>
                  <a:lnTo>
                    <a:pt x="810923" y="1489331"/>
                  </a:lnTo>
                  <a:lnTo>
                    <a:pt x="816940" y="1492132"/>
                  </a:lnTo>
                  <a:lnTo>
                    <a:pt x="824375" y="1496154"/>
                  </a:lnTo>
                  <a:lnTo>
                    <a:pt x="822082" y="1500663"/>
                  </a:lnTo>
                  <a:lnTo>
                    <a:pt x="821251" y="1502296"/>
                  </a:lnTo>
                  <a:lnTo>
                    <a:pt x="814868" y="1507664"/>
                  </a:lnTo>
                  <a:lnTo>
                    <a:pt x="809469" y="1514842"/>
                  </a:lnTo>
                  <a:lnTo>
                    <a:pt x="811602" y="1520583"/>
                  </a:lnTo>
                  <a:lnTo>
                    <a:pt x="811625" y="1523741"/>
                  </a:lnTo>
                  <a:lnTo>
                    <a:pt x="811685" y="1532588"/>
                  </a:lnTo>
                  <a:lnTo>
                    <a:pt x="811705" y="1535666"/>
                  </a:lnTo>
                  <a:lnTo>
                    <a:pt x="808281" y="1545579"/>
                  </a:lnTo>
                  <a:lnTo>
                    <a:pt x="806395" y="1552715"/>
                  </a:lnTo>
                  <a:lnTo>
                    <a:pt x="808820" y="1559706"/>
                  </a:lnTo>
                  <a:lnTo>
                    <a:pt x="809532" y="1561757"/>
                  </a:lnTo>
                  <a:lnTo>
                    <a:pt x="810778" y="1565349"/>
                  </a:lnTo>
                  <a:lnTo>
                    <a:pt x="810792" y="1570086"/>
                  </a:lnTo>
                  <a:lnTo>
                    <a:pt x="819231" y="1577997"/>
                  </a:lnTo>
                  <a:lnTo>
                    <a:pt x="820178" y="1584040"/>
                  </a:lnTo>
                  <a:lnTo>
                    <a:pt x="822350" y="1586945"/>
                  </a:lnTo>
                  <a:lnTo>
                    <a:pt x="821795" y="1590205"/>
                  </a:lnTo>
                  <a:lnTo>
                    <a:pt x="820662" y="1596837"/>
                  </a:lnTo>
                  <a:lnTo>
                    <a:pt x="821941" y="1601266"/>
                  </a:lnTo>
                  <a:lnTo>
                    <a:pt x="820440" y="1610139"/>
                  </a:lnTo>
                  <a:lnTo>
                    <a:pt x="821685" y="1615103"/>
                  </a:lnTo>
                  <a:lnTo>
                    <a:pt x="821833" y="1616711"/>
                  </a:lnTo>
                  <a:lnTo>
                    <a:pt x="821987" y="1618396"/>
                  </a:lnTo>
                  <a:lnTo>
                    <a:pt x="820729" y="1623196"/>
                  </a:lnTo>
                  <a:lnTo>
                    <a:pt x="822137" y="1632015"/>
                  </a:lnTo>
                  <a:lnTo>
                    <a:pt x="831151" y="1640263"/>
                  </a:lnTo>
                  <a:lnTo>
                    <a:pt x="833286" y="1643999"/>
                  </a:lnTo>
                  <a:lnTo>
                    <a:pt x="834717" y="1646501"/>
                  </a:lnTo>
                  <a:lnTo>
                    <a:pt x="836636" y="1652805"/>
                  </a:lnTo>
                  <a:lnTo>
                    <a:pt x="833605" y="1653345"/>
                  </a:lnTo>
                  <a:lnTo>
                    <a:pt x="821523" y="1655463"/>
                  </a:lnTo>
                  <a:lnTo>
                    <a:pt x="801797" y="1659036"/>
                  </a:lnTo>
                  <a:lnTo>
                    <a:pt x="785485" y="1662038"/>
                  </a:lnTo>
                  <a:lnTo>
                    <a:pt x="784463" y="1662225"/>
                  </a:lnTo>
                  <a:lnTo>
                    <a:pt x="757954" y="1667034"/>
                  </a:lnTo>
                  <a:lnTo>
                    <a:pt x="742796" y="1669792"/>
                  </a:lnTo>
                  <a:lnTo>
                    <a:pt x="727860" y="1672221"/>
                  </a:lnTo>
                  <a:lnTo>
                    <a:pt x="717540" y="1673884"/>
                  </a:lnTo>
                  <a:lnTo>
                    <a:pt x="711778" y="1674807"/>
                  </a:lnTo>
                  <a:lnTo>
                    <a:pt x="692993" y="1677791"/>
                  </a:lnTo>
                  <a:lnTo>
                    <a:pt x="690489" y="1678180"/>
                  </a:lnTo>
                  <a:lnTo>
                    <a:pt x="671995" y="1681034"/>
                  </a:lnTo>
                  <a:lnTo>
                    <a:pt x="658787" y="1682984"/>
                  </a:lnTo>
                  <a:lnTo>
                    <a:pt x="648467" y="1684493"/>
                  </a:lnTo>
                  <a:lnTo>
                    <a:pt x="643564" y="1685206"/>
                  </a:lnTo>
                  <a:lnTo>
                    <a:pt x="633416" y="1686728"/>
                  </a:lnTo>
                  <a:lnTo>
                    <a:pt x="608438" y="1690357"/>
                  </a:lnTo>
                  <a:lnTo>
                    <a:pt x="592718" y="1692788"/>
                  </a:lnTo>
                  <a:lnTo>
                    <a:pt x="580693" y="1694612"/>
                  </a:lnTo>
                  <a:lnTo>
                    <a:pt x="570771" y="1696133"/>
                  </a:lnTo>
                  <a:lnTo>
                    <a:pt x="562359" y="1697376"/>
                  </a:lnTo>
                  <a:lnTo>
                    <a:pt x="563795" y="1702909"/>
                  </a:lnTo>
                  <a:lnTo>
                    <a:pt x="560559" y="1714071"/>
                  </a:lnTo>
                  <a:lnTo>
                    <a:pt x="571909" y="1724708"/>
                  </a:lnTo>
                  <a:lnTo>
                    <a:pt x="574340" y="1728000"/>
                  </a:lnTo>
                  <a:lnTo>
                    <a:pt x="583689" y="1732329"/>
                  </a:lnTo>
                  <a:lnTo>
                    <a:pt x="588715" y="1736018"/>
                  </a:lnTo>
                  <a:lnTo>
                    <a:pt x="589429" y="1742511"/>
                  </a:lnTo>
                  <a:lnTo>
                    <a:pt x="587046" y="1749623"/>
                  </a:lnTo>
                  <a:lnTo>
                    <a:pt x="586293" y="1755076"/>
                  </a:lnTo>
                  <a:lnTo>
                    <a:pt x="590270" y="1760760"/>
                  </a:lnTo>
                  <a:lnTo>
                    <a:pt x="595715" y="1762535"/>
                  </a:lnTo>
                  <a:lnTo>
                    <a:pt x="589282" y="1767661"/>
                  </a:lnTo>
                  <a:lnTo>
                    <a:pt x="588005" y="1775227"/>
                  </a:lnTo>
                  <a:lnTo>
                    <a:pt x="581929" y="1784064"/>
                  </a:lnTo>
                  <a:lnTo>
                    <a:pt x="567588" y="1789978"/>
                  </a:lnTo>
                  <a:lnTo>
                    <a:pt x="550589" y="1795082"/>
                  </a:lnTo>
                  <a:lnTo>
                    <a:pt x="542476" y="1794869"/>
                  </a:lnTo>
                  <a:lnTo>
                    <a:pt x="551147" y="1788579"/>
                  </a:lnTo>
                  <a:lnTo>
                    <a:pt x="551526" y="1782986"/>
                  </a:lnTo>
                  <a:lnTo>
                    <a:pt x="543347" y="1776756"/>
                  </a:lnTo>
                  <a:lnTo>
                    <a:pt x="537171" y="1769808"/>
                  </a:lnTo>
                  <a:lnTo>
                    <a:pt x="534510" y="1765041"/>
                  </a:lnTo>
                  <a:lnTo>
                    <a:pt x="536940" y="1756773"/>
                  </a:lnTo>
                  <a:lnTo>
                    <a:pt x="535007" y="1752677"/>
                  </a:lnTo>
                  <a:lnTo>
                    <a:pt x="532297" y="1744724"/>
                  </a:lnTo>
                  <a:lnTo>
                    <a:pt x="523488" y="1742034"/>
                  </a:lnTo>
                  <a:lnTo>
                    <a:pt x="518472" y="1747638"/>
                  </a:lnTo>
                  <a:lnTo>
                    <a:pt x="518995" y="1754626"/>
                  </a:lnTo>
                  <a:lnTo>
                    <a:pt x="517829" y="1760024"/>
                  </a:lnTo>
                  <a:lnTo>
                    <a:pt x="516131" y="1765925"/>
                  </a:lnTo>
                  <a:lnTo>
                    <a:pt x="517372" y="1778104"/>
                  </a:lnTo>
                  <a:lnTo>
                    <a:pt x="515298" y="1788509"/>
                  </a:lnTo>
                  <a:lnTo>
                    <a:pt x="508929" y="1789324"/>
                  </a:lnTo>
                  <a:lnTo>
                    <a:pt x="502322" y="1790520"/>
                  </a:lnTo>
                  <a:lnTo>
                    <a:pt x="495848" y="1785176"/>
                  </a:lnTo>
                  <a:lnTo>
                    <a:pt x="489972" y="1783595"/>
                  </a:lnTo>
                  <a:lnTo>
                    <a:pt x="486923" y="1786324"/>
                  </a:lnTo>
                  <a:lnTo>
                    <a:pt x="483494" y="1765109"/>
                  </a:lnTo>
                  <a:lnTo>
                    <a:pt x="479913" y="1742105"/>
                  </a:lnTo>
                  <a:lnTo>
                    <a:pt x="479838" y="1741638"/>
                  </a:lnTo>
                  <a:lnTo>
                    <a:pt x="478848" y="1735537"/>
                  </a:lnTo>
                  <a:lnTo>
                    <a:pt x="474633" y="1709586"/>
                  </a:lnTo>
                  <a:lnTo>
                    <a:pt x="472332" y="1695427"/>
                  </a:lnTo>
                  <a:lnTo>
                    <a:pt x="466148" y="1657968"/>
                  </a:lnTo>
                  <a:lnTo>
                    <a:pt x="465855" y="1656191"/>
                  </a:lnTo>
                  <a:lnTo>
                    <a:pt x="462112" y="1633510"/>
                  </a:lnTo>
                  <a:lnTo>
                    <a:pt x="460570" y="1624198"/>
                  </a:lnTo>
                  <a:lnTo>
                    <a:pt x="458695" y="1612871"/>
                  </a:lnTo>
                  <a:close/>
                </a:path>
              </a:pathLst>
            </a:custGeom>
            <a:solidFill>
              <a:srgbClr val="C95345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h6"/>
            <p:cNvSpPr/>
            <p:nvPr/>
          </p:nvSpPr>
          <p:spPr>
            <a:xfrm>
              <a:off x="863029" y="4271787"/>
              <a:ext cx="467123" cy="1608906"/>
            </a:xfrm>
            <a:custGeom>
              <a:avLst/>
              <a:pathLst>
                <a:path w="467123" h="1608906">
                  <a:moveTo>
                    <a:pt x="457200" y="1600200"/>
                  </a:moveTo>
                  <a:lnTo>
                    <a:pt x="461160" y="1598723"/>
                  </a:lnTo>
                  <a:lnTo>
                    <a:pt x="463106" y="1598800"/>
                  </a:lnTo>
                  <a:lnTo>
                    <a:pt x="467123" y="1604062"/>
                  </a:lnTo>
                  <a:lnTo>
                    <a:pt x="465369" y="1607548"/>
                  </a:lnTo>
                  <a:lnTo>
                    <a:pt x="461719" y="1608906"/>
                  </a:lnTo>
                  <a:lnTo>
                    <a:pt x="458304" y="1606483"/>
                  </a:lnTo>
                  <a:lnTo>
                    <a:pt x="456659" y="1603776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h7"/>
            <p:cNvSpPr/>
            <p:nvPr/>
          </p:nvSpPr>
          <p:spPr>
            <a:xfrm>
              <a:off x="829015" y="4281628"/>
              <a:ext cx="483904" cy="1630374"/>
            </a:xfrm>
            <a:custGeom>
              <a:avLst/>
              <a:pathLst>
                <a:path w="483904" h="1630374">
                  <a:moveTo>
                    <a:pt x="457200" y="1600200"/>
                  </a:moveTo>
                  <a:lnTo>
                    <a:pt x="459604" y="1599157"/>
                  </a:lnTo>
                  <a:lnTo>
                    <a:pt x="467920" y="1606405"/>
                  </a:lnTo>
                  <a:lnTo>
                    <a:pt x="475411" y="1619362"/>
                  </a:lnTo>
                  <a:lnTo>
                    <a:pt x="478177" y="1624456"/>
                  </a:lnTo>
                  <a:lnTo>
                    <a:pt x="482369" y="1626177"/>
                  </a:lnTo>
                  <a:lnTo>
                    <a:pt x="483904" y="1630374"/>
                  </a:lnTo>
                  <a:lnTo>
                    <a:pt x="475734" y="1629293"/>
                  </a:lnTo>
                  <a:lnTo>
                    <a:pt x="469436" y="1619132"/>
                  </a:lnTo>
                  <a:lnTo>
                    <a:pt x="466932" y="1612602"/>
                  </a:lnTo>
                  <a:lnTo>
                    <a:pt x="465170" y="1610068"/>
                  </a:lnTo>
                  <a:lnTo>
                    <a:pt x="461814" y="1609019"/>
                  </a:lnTo>
                  <a:lnTo>
                    <a:pt x="456853" y="1602820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h8"/>
            <p:cNvSpPr/>
            <p:nvPr/>
          </p:nvSpPr>
          <p:spPr>
            <a:xfrm>
              <a:off x="828620" y="4258136"/>
              <a:ext cx="461087" cy="1606706"/>
            </a:xfrm>
            <a:custGeom>
              <a:avLst/>
              <a:pathLst>
                <a:path w="461087" h="1606706">
                  <a:moveTo>
                    <a:pt x="457200" y="1600200"/>
                  </a:moveTo>
                  <a:lnTo>
                    <a:pt x="460041" y="1602258"/>
                  </a:lnTo>
                  <a:lnTo>
                    <a:pt x="461087" y="1604152"/>
                  </a:lnTo>
                  <a:lnTo>
                    <a:pt x="458680" y="1606706"/>
                  </a:lnTo>
                  <a:lnTo>
                    <a:pt x="457382" y="1606464"/>
                  </a:lnTo>
                  <a:lnTo>
                    <a:pt x="455863" y="1601256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h9"/>
            <p:cNvSpPr/>
            <p:nvPr/>
          </p:nvSpPr>
          <p:spPr>
            <a:xfrm>
              <a:off x="817797" y="4265003"/>
              <a:ext cx="462595" cy="1607840"/>
            </a:xfrm>
            <a:custGeom>
              <a:avLst/>
              <a:pathLst>
                <a:path w="462595" h="1607840">
                  <a:moveTo>
                    <a:pt x="457200" y="1600200"/>
                  </a:moveTo>
                  <a:lnTo>
                    <a:pt x="461527" y="1601455"/>
                  </a:lnTo>
                  <a:lnTo>
                    <a:pt x="462595" y="1604968"/>
                  </a:lnTo>
                  <a:lnTo>
                    <a:pt x="461882" y="1607840"/>
                  </a:lnTo>
                  <a:lnTo>
                    <a:pt x="458600" y="1605360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h10"/>
            <p:cNvSpPr/>
            <p:nvPr/>
          </p:nvSpPr>
          <p:spPr>
            <a:xfrm>
              <a:off x="817021" y="4248917"/>
              <a:ext cx="460515" cy="1605783"/>
            </a:xfrm>
            <a:custGeom>
              <a:avLst/>
              <a:pathLst>
                <a:path w="460515" h="1605783">
                  <a:moveTo>
                    <a:pt x="457200" y="1600200"/>
                  </a:moveTo>
                  <a:lnTo>
                    <a:pt x="459343" y="1600594"/>
                  </a:lnTo>
                  <a:lnTo>
                    <a:pt x="460515" y="1603156"/>
                  </a:lnTo>
                  <a:lnTo>
                    <a:pt x="459967" y="1605783"/>
                  </a:lnTo>
                  <a:lnTo>
                    <a:pt x="457078" y="1605654"/>
                  </a:lnTo>
                  <a:lnTo>
                    <a:pt x="456229" y="1602368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h11"/>
            <p:cNvSpPr/>
            <p:nvPr/>
          </p:nvSpPr>
          <p:spPr>
            <a:xfrm>
              <a:off x="785535" y="4245826"/>
              <a:ext cx="475137" cy="1607701"/>
            </a:xfrm>
            <a:custGeom>
              <a:avLst/>
              <a:pathLst>
                <a:path w="475137" h="1607701">
                  <a:moveTo>
                    <a:pt x="457200" y="1600200"/>
                  </a:moveTo>
                  <a:lnTo>
                    <a:pt x="460666" y="1600703"/>
                  </a:lnTo>
                  <a:lnTo>
                    <a:pt x="463057" y="1599193"/>
                  </a:lnTo>
                  <a:lnTo>
                    <a:pt x="466624" y="1598421"/>
                  </a:lnTo>
                  <a:lnTo>
                    <a:pt x="469533" y="1595120"/>
                  </a:lnTo>
                  <a:lnTo>
                    <a:pt x="472690" y="1590605"/>
                  </a:lnTo>
                  <a:lnTo>
                    <a:pt x="474755" y="1592427"/>
                  </a:lnTo>
                  <a:lnTo>
                    <a:pt x="475137" y="1595317"/>
                  </a:lnTo>
                  <a:lnTo>
                    <a:pt x="472015" y="1598561"/>
                  </a:lnTo>
                  <a:lnTo>
                    <a:pt x="470402" y="1599800"/>
                  </a:lnTo>
                  <a:lnTo>
                    <a:pt x="471030" y="1603655"/>
                  </a:lnTo>
                  <a:lnTo>
                    <a:pt x="470283" y="1605374"/>
                  </a:lnTo>
                  <a:lnTo>
                    <a:pt x="466853" y="1604009"/>
                  </a:lnTo>
                  <a:lnTo>
                    <a:pt x="463953" y="1602214"/>
                  </a:lnTo>
                  <a:lnTo>
                    <a:pt x="462264" y="1603571"/>
                  </a:lnTo>
                  <a:lnTo>
                    <a:pt x="460528" y="1605353"/>
                  </a:lnTo>
                  <a:lnTo>
                    <a:pt x="459204" y="1607701"/>
                  </a:lnTo>
                  <a:lnTo>
                    <a:pt x="458034" y="1604681"/>
                  </a:lnTo>
                  <a:lnTo>
                    <a:pt x="455469" y="1602403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h12"/>
            <p:cNvSpPr/>
            <p:nvPr/>
          </p:nvSpPr>
          <p:spPr>
            <a:xfrm>
              <a:off x="689353" y="4139818"/>
              <a:ext cx="465330" cy="1610382"/>
            </a:xfrm>
            <a:custGeom>
              <a:avLst/>
              <a:pathLst>
                <a:path w="465330" h="1610382">
                  <a:moveTo>
                    <a:pt x="457200" y="1600200"/>
                  </a:moveTo>
                  <a:lnTo>
                    <a:pt x="463111" y="1605642"/>
                  </a:lnTo>
                  <a:lnTo>
                    <a:pt x="465330" y="1607227"/>
                  </a:lnTo>
                  <a:lnTo>
                    <a:pt x="465140" y="1610382"/>
                  </a:lnTo>
                  <a:lnTo>
                    <a:pt x="459280" y="1607418"/>
                  </a:lnTo>
                  <a:lnTo>
                    <a:pt x="455187" y="1601587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h13"/>
            <p:cNvSpPr/>
            <p:nvPr/>
          </p:nvSpPr>
          <p:spPr>
            <a:xfrm>
              <a:off x="670044" y="4153696"/>
              <a:ext cx="468642" cy="1612133"/>
            </a:xfrm>
            <a:custGeom>
              <a:avLst/>
              <a:pathLst>
                <a:path w="468642" h="1612133">
                  <a:moveTo>
                    <a:pt x="457199" y="1600200"/>
                  </a:moveTo>
                  <a:lnTo>
                    <a:pt x="461115" y="1601508"/>
                  </a:lnTo>
                  <a:lnTo>
                    <a:pt x="464551" y="1599957"/>
                  </a:lnTo>
                  <a:lnTo>
                    <a:pt x="468642" y="1603030"/>
                  </a:lnTo>
                  <a:lnTo>
                    <a:pt x="465058" y="1606730"/>
                  </a:lnTo>
                  <a:lnTo>
                    <a:pt x="465808" y="1610195"/>
                  </a:lnTo>
                  <a:lnTo>
                    <a:pt x="464456" y="1612133"/>
                  </a:lnTo>
                  <a:lnTo>
                    <a:pt x="462045" y="1610953"/>
                  </a:lnTo>
                  <a:lnTo>
                    <a:pt x="459206" y="1606891"/>
                  </a:lnTo>
                  <a:lnTo>
                    <a:pt x="456931" y="1607509"/>
                  </a:lnTo>
                  <a:lnTo>
                    <a:pt x="452331" y="160202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h14"/>
            <p:cNvSpPr/>
            <p:nvPr/>
          </p:nvSpPr>
          <p:spPr>
            <a:xfrm>
              <a:off x="647676" y="4106599"/>
              <a:ext cx="486217" cy="1624065"/>
            </a:xfrm>
            <a:custGeom>
              <a:avLst/>
              <a:pathLst>
                <a:path w="486217" h="1624065">
                  <a:moveTo>
                    <a:pt x="457200" y="1600200"/>
                  </a:moveTo>
                  <a:lnTo>
                    <a:pt x="463954" y="1600043"/>
                  </a:lnTo>
                  <a:lnTo>
                    <a:pt x="468737" y="1602283"/>
                  </a:lnTo>
                  <a:lnTo>
                    <a:pt x="478800" y="1608831"/>
                  </a:lnTo>
                  <a:lnTo>
                    <a:pt x="482059" y="1613874"/>
                  </a:lnTo>
                  <a:lnTo>
                    <a:pt x="486217" y="1621554"/>
                  </a:lnTo>
                  <a:lnTo>
                    <a:pt x="485458" y="1624065"/>
                  </a:lnTo>
                  <a:lnTo>
                    <a:pt x="481003" y="1621870"/>
                  </a:lnTo>
                  <a:lnTo>
                    <a:pt x="478854" y="1619238"/>
                  </a:lnTo>
                  <a:lnTo>
                    <a:pt x="476670" y="1622059"/>
                  </a:lnTo>
                  <a:lnTo>
                    <a:pt x="474268" y="1621448"/>
                  </a:lnTo>
                  <a:lnTo>
                    <a:pt x="470733" y="1619315"/>
                  </a:lnTo>
                  <a:lnTo>
                    <a:pt x="467684" y="1619901"/>
                  </a:lnTo>
                  <a:lnTo>
                    <a:pt x="465199" y="1616580"/>
                  </a:lnTo>
                  <a:lnTo>
                    <a:pt x="464374" y="1613621"/>
                  </a:lnTo>
                  <a:lnTo>
                    <a:pt x="465082" y="1610028"/>
                  </a:lnTo>
                  <a:lnTo>
                    <a:pt x="463077" y="1606362"/>
                  </a:lnTo>
                  <a:lnTo>
                    <a:pt x="460553" y="1604423"/>
                  </a:lnTo>
                  <a:lnTo>
                    <a:pt x="456428" y="1604540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h15"/>
            <p:cNvSpPr/>
            <p:nvPr/>
          </p:nvSpPr>
          <p:spPr>
            <a:xfrm>
              <a:off x="2422285" y="3937196"/>
              <a:ext cx="548519" cy="1655756"/>
            </a:xfrm>
            <a:custGeom>
              <a:avLst/>
              <a:pathLst>
                <a:path w="548519" h="1655756">
                  <a:moveTo>
                    <a:pt x="457200" y="1600200"/>
                  </a:moveTo>
                  <a:lnTo>
                    <a:pt x="459829" y="1596023"/>
                  </a:lnTo>
                  <a:lnTo>
                    <a:pt x="460869" y="1591060"/>
                  </a:lnTo>
                  <a:lnTo>
                    <a:pt x="461749" y="1586851"/>
                  </a:lnTo>
                  <a:lnTo>
                    <a:pt x="461138" y="1584076"/>
                  </a:lnTo>
                  <a:lnTo>
                    <a:pt x="457910" y="1578929"/>
                  </a:lnTo>
                  <a:lnTo>
                    <a:pt x="456933" y="1575307"/>
                  </a:lnTo>
                  <a:lnTo>
                    <a:pt x="455818" y="1572637"/>
                  </a:lnTo>
                  <a:lnTo>
                    <a:pt x="457475" y="1570116"/>
                  </a:lnTo>
                  <a:lnTo>
                    <a:pt x="463025" y="1569029"/>
                  </a:lnTo>
                  <a:lnTo>
                    <a:pt x="469817" y="1565883"/>
                  </a:lnTo>
                  <a:lnTo>
                    <a:pt x="471468" y="1566399"/>
                  </a:lnTo>
                  <a:lnTo>
                    <a:pt x="475641" y="1569221"/>
                  </a:lnTo>
                  <a:lnTo>
                    <a:pt x="477018" y="1569130"/>
                  </a:lnTo>
                  <a:lnTo>
                    <a:pt x="479638" y="1568953"/>
                  </a:lnTo>
                  <a:lnTo>
                    <a:pt x="483384" y="1570804"/>
                  </a:lnTo>
                  <a:lnTo>
                    <a:pt x="486794" y="1574040"/>
                  </a:lnTo>
                  <a:lnTo>
                    <a:pt x="484967" y="1575174"/>
                  </a:lnTo>
                  <a:lnTo>
                    <a:pt x="487292" y="1577374"/>
                  </a:lnTo>
                  <a:lnTo>
                    <a:pt x="488702" y="1578705"/>
                  </a:lnTo>
                  <a:lnTo>
                    <a:pt x="498370" y="1582083"/>
                  </a:lnTo>
                  <a:lnTo>
                    <a:pt x="506280" y="1587411"/>
                  </a:lnTo>
                  <a:lnTo>
                    <a:pt x="509330" y="1593547"/>
                  </a:lnTo>
                  <a:lnTo>
                    <a:pt x="512042" y="1592866"/>
                  </a:lnTo>
                  <a:lnTo>
                    <a:pt x="517546" y="1598266"/>
                  </a:lnTo>
                  <a:lnTo>
                    <a:pt x="524911" y="1601281"/>
                  </a:lnTo>
                  <a:lnTo>
                    <a:pt x="522401" y="1605401"/>
                  </a:lnTo>
                  <a:lnTo>
                    <a:pt x="529865" y="1610795"/>
                  </a:lnTo>
                  <a:lnTo>
                    <a:pt x="533014" y="1610221"/>
                  </a:lnTo>
                  <a:lnTo>
                    <a:pt x="537368" y="1614740"/>
                  </a:lnTo>
                  <a:lnTo>
                    <a:pt x="537799" y="1619881"/>
                  </a:lnTo>
                  <a:lnTo>
                    <a:pt x="541174" y="1623642"/>
                  </a:lnTo>
                  <a:lnTo>
                    <a:pt x="544650" y="1631103"/>
                  </a:lnTo>
                  <a:lnTo>
                    <a:pt x="548274" y="1636839"/>
                  </a:lnTo>
                  <a:lnTo>
                    <a:pt x="548519" y="1640879"/>
                  </a:lnTo>
                  <a:lnTo>
                    <a:pt x="548375" y="1643108"/>
                  </a:lnTo>
                  <a:lnTo>
                    <a:pt x="544255" y="1645581"/>
                  </a:lnTo>
                  <a:lnTo>
                    <a:pt x="541429" y="1644747"/>
                  </a:lnTo>
                  <a:lnTo>
                    <a:pt x="539062" y="1646326"/>
                  </a:lnTo>
                  <a:lnTo>
                    <a:pt x="536350" y="1645338"/>
                  </a:lnTo>
                  <a:lnTo>
                    <a:pt x="534295" y="1643973"/>
                  </a:lnTo>
                  <a:lnTo>
                    <a:pt x="531015" y="1645755"/>
                  </a:lnTo>
                  <a:lnTo>
                    <a:pt x="527614" y="1649313"/>
                  </a:lnTo>
                  <a:lnTo>
                    <a:pt x="528530" y="1654378"/>
                  </a:lnTo>
                  <a:lnTo>
                    <a:pt x="526052" y="1655636"/>
                  </a:lnTo>
                  <a:lnTo>
                    <a:pt x="521730" y="1655756"/>
                  </a:lnTo>
                  <a:lnTo>
                    <a:pt x="520005" y="1652831"/>
                  </a:lnTo>
                  <a:lnTo>
                    <a:pt x="517920" y="1651742"/>
                  </a:lnTo>
                  <a:lnTo>
                    <a:pt x="514659" y="1650620"/>
                  </a:lnTo>
                  <a:lnTo>
                    <a:pt x="508692" y="1646540"/>
                  </a:lnTo>
                  <a:lnTo>
                    <a:pt x="505122" y="1644147"/>
                  </a:lnTo>
                  <a:lnTo>
                    <a:pt x="502636" y="1641352"/>
                  </a:lnTo>
                  <a:lnTo>
                    <a:pt x="499802" y="1638540"/>
                  </a:lnTo>
                  <a:lnTo>
                    <a:pt x="499452" y="1635603"/>
                  </a:lnTo>
                  <a:lnTo>
                    <a:pt x="497327" y="1632261"/>
                  </a:lnTo>
                  <a:lnTo>
                    <a:pt x="495297" y="1631916"/>
                  </a:lnTo>
                  <a:lnTo>
                    <a:pt x="493711" y="1633435"/>
                  </a:lnTo>
                  <a:lnTo>
                    <a:pt x="491475" y="1633807"/>
                  </a:lnTo>
                  <a:lnTo>
                    <a:pt x="488520" y="1632886"/>
                  </a:lnTo>
                  <a:lnTo>
                    <a:pt x="487777" y="1630848"/>
                  </a:lnTo>
                  <a:lnTo>
                    <a:pt x="483353" y="1630964"/>
                  </a:lnTo>
                  <a:lnTo>
                    <a:pt x="485305" y="1636378"/>
                  </a:lnTo>
                  <a:lnTo>
                    <a:pt x="482992" y="1636418"/>
                  </a:lnTo>
                  <a:lnTo>
                    <a:pt x="480189" y="1632696"/>
                  </a:lnTo>
                  <a:lnTo>
                    <a:pt x="480572" y="1628570"/>
                  </a:lnTo>
                  <a:lnTo>
                    <a:pt x="479265" y="1625350"/>
                  </a:lnTo>
                  <a:lnTo>
                    <a:pt x="476188" y="1624050"/>
                  </a:lnTo>
                  <a:lnTo>
                    <a:pt x="473237" y="1625156"/>
                  </a:lnTo>
                  <a:lnTo>
                    <a:pt x="472226" y="1619611"/>
                  </a:lnTo>
                  <a:lnTo>
                    <a:pt x="471775" y="1616422"/>
                  </a:lnTo>
                  <a:lnTo>
                    <a:pt x="470478" y="1612344"/>
                  </a:lnTo>
                  <a:lnTo>
                    <a:pt x="471062" y="1607303"/>
                  </a:lnTo>
                  <a:lnTo>
                    <a:pt x="467857" y="1604845"/>
                  </a:lnTo>
                  <a:lnTo>
                    <a:pt x="466580" y="1601790"/>
                  </a:lnTo>
                  <a:lnTo>
                    <a:pt x="461282" y="1603366"/>
                  </a:lnTo>
                  <a:lnTo>
                    <a:pt x="459149" y="160352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h16"/>
            <p:cNvSpPr/>
            <p:nvPr/>
          </p:nvSpPr>
          <p:spPr>
            <a:xfrm>
              <a:off x="2385212" y="3888169"/>
              <a:ext cx="518080" cy="1660761"/>
            </a:xfrm>
            <a:custGeom>
              <a:avLst/>
              <a:pathLst>
                <a:path w="518080" h="1660761">
                  <a:moveTo>
                    <a:pt x="457200" y="1600200"/>
                  </a:moveTo>
                  <a:lnTo>
                    <a:pt x="459225" y="1594390"/>
                  </a:lnTo>
                  <a:lnTo>
                    <a:pt x="461609" y="1593486"/>
                  </a:lnTo>
                  <a:lnTo>
                    <a:pt x="462465" y="1591494"/>
                  </a:lnTo>
                  <a:lnTo>
                    <a:pt x="466311" y="1592156"/>
                  </a:lnTo>
                  <a:lnTo>
                    <a:pt x="469296" y="1595784"/>
                  </a:lnTo>
                  <a:lnTo>
                    <a:pt x="472358" y="1597620"/>
                  </a:lnTo>
                  <a:lnTo>
                    <a:pt x="473627" y="1594260"/>
                  </a:lnTo>
                  <a:lnTo>
                    <a:pt x="469218" y="1588207"/>
                  </a:lnTo>
                  <a:lnTo>
                    <a:pt x="463695" y="1585957"/>
                  </a:lnTo>
                  <a:lnTo>
                    <a:pt x="463822" y="1582761"/>
                  </a:lnTo>
                  <a:lnTo>
                    <a:pt x="466923" y="1579788"/>
                  </a:lnTo>
                  <a:lnTo>
                    <a:pt x="472043" y="1579287"/>
                  </a:lnTo>
                  <a:lnTo>
                    <a:pt x="479015" y="1578493"/>
                  </a:lnTo>
                  <a:lnTo>
                    <a:pt x="486024" y="1577853"/>
                  </a:lnTo>
                  <a:lnTo>
                    <a:pt x="486514" y="1577615"/>
                  </a:lnTo>
                  <a:lnTo>
                    <a:pt x="492890" y="1574508"/>
                  </a:lnTo>
                  <a:lnTo>
                    <a:pt x="498576" y="1577356"/>
                  </a:lnTo>
                  <a:lnTo>
                    <a:pt x="504052" y="1583457"/>
                  </a:lnTo>
                  <a:lnTo>
                    <a:pt x="507960" y="1583513"/>
                  </a:lnTo>
                  <a:lnTo>
                    <a:pt x="511180" y="1586429"/>
                  </a:lnTo>
                  <a:lnTo>
                    <a:pt x="516291" y="1587748"/>
                  </a:lnTo>
                  <a:lnTo>
                    <a:pt x="518080" y="1591161"/>
                  </a:lnTo>
                  <a:lnTo>
                    <a:pt x="517701" y="1595302"/>
                  </a:lnTo>
                  <a:lnTo>
                    <a:pt x="514510" y="1599401"/>
                  </a:lnTo>
                  <a:lnTo>
                    <a:pt x="510229" y="1600212"/>
                  </a:lnTo>
                  <a:lnTo>
                    <a:pt x="507002" y="1601962"/>
                  </a:lnTo>
                  <a:lnTo>
                    <a:pt x="504268" y="1607673"/>
                  </a:lnTo>
                  <a:lnTo>
                    <a:pt x="500474" y="1608836"/>
                  </a:lnTo>
                  <a:lnTo>
                    <a:pt x="497106" y="1610770"/>
                  </a:lnTo>
                  <a:lnTo>
                    <a:pt x="495765" y="1611538"/>
                  </a:lnTo>
                  <a:lnTo>
                    <a:pt x="490070" y="1614921"/>
                  </a:lnTo>
                  <a:lnTo>
                    <a:pt x="486203" y="1620163"/>
                  </a:lnTo>
                  <a:lnTo>
                    <a:pt x="487569" y="1624533"/>
                  </a:lnTo>
                  <a:lnTo>
                    <a:pt x="487348" y="1627676"/>
                  </a:lnTo>
                  <a:lnTo>
                    <a:pt x="488503" y="1630816"/>
                  </a:lnTo>
                  <a:lnTo>
                    <a:pt x="487677" y="1634171"/>
                  </a:lnTo>
                  <a:lnTo>
                    <a:pt x="488958" y="1635969"/>
                  </a:lnTo>
                  <a:lnTo>
                    <a:pt x="489280" y="1639610"/>
                  </a:lnTo>
                  <a:lnTo>
                    <a:pt x="487571" y="1640588"/>
                  </a:lnTo>
                  <a:lnTo>
                    <a:pt x="485248" y="1641146"/>
                  </a:lnTo>
                  <a:lnTo>
                    <a:pt x="485767" y="1645422"/>
                  </a:lnTo>
                  <a:lnTo>
                    <a:pt x="487575" y="1647794"/>
                  </a:lnTo>
                  <a:lnTo>
                    <a:pt x="488707" y="1652109"/>
                  </a:lnTo>
                  <a:lnTo>
                    <a:pt x="486816" y="1655569"/>
                  </a:lnTo>
                  <a:lnTo>
                    <a:pt x="486134" y="1658091"/>
                  </a:lnTo>
                  <a:lnTo>
                    <a:pt x="485148" y="1660761"/>
                  </a:lnTo>
                  <a:lnTo>
                    <a:pt x="483289" y="1659220"/>
                  </a:lnTo>
                  <a:lnTo>
                    <a:pt x="480342" y="1654822"/>
                  </a:lnTo>
                  <a:lnTo>
                    <a:pt x="482996" y="1653818"/>
                  </a:lnTo>
                  <a:lnTo>
                    <a:pt x="483137" y="1646214"/>
                  </a:lnTo>
                  <a:lnTo>
                    <a:pt x="478928" y="1641190"/>
                  </a:lnTo>
                  <a:lnTo>
                    <a:pt x="475308" y="1634447"/>
                  </a:lnTo>
                  <a:lnTo>
                    <a:pt x="472956" y="1629865"/>
                  </a:lnTo>
                  <a:lnTo>
                    <a:pt x="473098" y="1625660"/>
                  </a:lnTo>
                  <a:lnTo>
                    <a:pt x="471645" y="1622922"/>
                  </a:lnTo>
                  <a:lnTo>
                    <a:pt x="471212" y="1617128"/>
                  </a:lnTo>
                  <a:lnTo>
                    <a:pt x="469265" y="1616286"/>
                  </a:lnTo>
                  <a:lnTo>
                    <a:pt x="466885" y="1617398"/>
                  </a:lnTo>
                  <a:lnTo>
                    <a:pt x="465881" y="1613284"/>
                  </a:lnTo>
                  <a:lnTo>
                    <a:pt x="462410" y="1611457"/>
                  </a:lnTo>
                  <a:lnTo>
                    <a:pt x="457424" y="1603000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h17"/>
            <p:cNvSpPr/>
            <p:nvPr/>
          </p:nvSpPr>
          <p:spPr>
            <a:xfrm>
              <a:off x="2332012" y="3804805"/>
              <a:ext cx="517994" cy="1676478"/>
            </a:xfrm>
            <a:custGeom>
              <a:avLst/>
              <a:pathLst>
                <a:path w="517994" h="1676478">
                  <a:moveTo>
                    <a:pt x="457200" y="1600200"/>
                  </a:moveTo>
                  <a:lnTo>
                    <a:pt x="461080" y="1601760"/>
                  </a:lnTo>
                  <a:lnTo>
                    <a:pt x="464917" y="1604827"/>
                  </a:lnTo>
                  <a:lnTo>
                    <a:pt x="467735" y="1607381"/>
                  </a:lnTo>
                  <a:lnTo>
                    <a:pt x="468616" y="1608614"/>
                  </a:lnTo>
                  <a:lnTo>
                    <a:pt x="470497" y="1611240"/>
                  </a:lnTo>
                  <a:lnTo>
                    <a:pt x="472951" y="1609493"/>
                  </a:lnTo>
                  <a:lnTo>
                    <a:pt x="477588" y="1608356"/>
                  </a:lnTo>
                  <a:lnTo>
                    <a:pt x="482055" y="1608105"/>
                  </a:lnTo>
                  <a:lnTo>
                    <a:pt x="483845" y="1606707"/>
                  </a:lnTo>
                  <a:lnTo>
                    <a:pt x="483998" y="1606587"/>
                  </a:lnTo>
                  <a:lnTo>
                    <a:pt x="486877" y="1606683"/>
                  </a:lnTo>
                  <a:lnTo>
                    <a:pt x="487733" y="1609625"/>
                  </a:lnTo>
                  <a:lnTo>
                    <a:pt x="489803" y="1610808"/>
                  </a:lnTo>
                  <a:lnTo>
                    <a:pt x="492508" y="1613125"/>
                  </a:lnTo>
                  <a:lnTo>
                    <a:pt x="497057" y="1616778"/>
                  </a:lnTo>
                  <a:lnTo>
                    <a:pt x="502458" y="1621831"/>
                  </a:lnTo>
                  <a:lnTo>
                    <a:pt x="505632" y="1628865"/>
                  </a:lnTo>
                  <a:lnTo>
                    <a:pt x="510109" y="1632142"/>
                  </a:lnTo>
                  <a:lnTo>
                    <a:pt x="510828" y="1634679"/>
                  </a:lnTo>
                  <a:lnTo>
                    <a:pt x="511249" y="1640322"/>
                  </a:lnTo>
                  <a:lnTo>
                    <a:pt x="514204" y="1647066"/>
                  </a:lnTo>
                  <a:lnTo>
                    <a:pt x="517994" y="1649289"/>
                  </a:lnTo>
                  <a:lnTo>
                    <a:pt x="517335" y="1652383"/>
                  </a:lnTo>
                  <a:lnTo>
                    <a:pt x="516371" y="1653049"/>
                  </a:lnTo>
                  <a:lnTo>
                    <a:pt x="512268" y="1652422"/>
                  </a:lnTo>
                  <a:lnTo>
                    <a:pt x="509632" y="1656108"/>
                  </a:lnTo>
                  <a:lnTo>
                    <a:pt x="508764" y="1662117"/>
                  </a:lnTo>
                  <a:lnTo>
                    <a:pt x="506619" y="1666392"/>
                  </a:lnTo>
                  <a:lnTo>
                    <a:pt x="504841" y="1668654"/>
                  </a:lnTo>
                  <a:lnTo>
                    <a:pt x="505268" y="1670377"/>
                  </a:lnTo>
                  <a:lnTo>
                    <a:pt x="504114" y="1672611"/>
                  </a:lnTo>
                  <a:lnTo>
                    <a:pt x="503216" y="1675147"/>
                  </a:lnTo>
                  <a:lnTo>
                    <a:pt x="501325" y="1676478"/>
                  </a:lnTo>
                  <a:lnTo>
                    <a:pt x="497184" y="1672316"/>
                  </a:lnTo>
                  <a:lnTo>
                    <a:pt x="493935" y="1664744"/>
                  </a:lnTo>
                  <a:lnTo>
                    <a:pt x="492526" y="1653789"/>
                  </a:lnTo>
                  <a:lnTo>
                    <a:pt x="488463" y="1648249"/>
                  </a:lnTo>
                  <a:lnTo>
                    <a:pt x="481772" y="1639236"/>
                  </a:lnTo>
                  <a:lnTo>
                    <a:pt x="479133" y="1633805"/>
                  </a:lnTo>
                  <a:lnTo>
                    <a:pt x="474134" y="1625019"/>
                  </a:lnTo>
                  <a:lnTo>
                    <a:pt x="469861" y="1616965"/>
                  </a:lnTo>
                  <a:lnTo>
                    <a:pt x="465195" y="1612183"/>
                  </a:lnTo>
                  <a:lnTo>
                    <a:pt x="459151" y="1604996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h18"/>
            <p:cNvSpPr/>
            <p:nvPr/>
          </p:nvSpPr>
          <p:spPr>
            <a:xfrm>
              <a:off x="2292728" y="3846074"/>
              <a:ext cx="557742" cy="1686981"/>
            </a:xfrm>
            <a:custGeom>
              <a:avLst/>
              <a:pathLst>
                <a:path w="557742" h="1686981">
                  <a:moveTo>
                    <a:pt x="457200" y="1600200"/>
                  </a:moveTo>
                  <a:lnTo>
                    <a:pt x="456654" y="1596424"/>
                  </a:lnTo>
                  <a:lnTo>
                    <a:pt x="458990" y="1594160"/>
                  </a:lnTo>
                  <a:lnTo>
                    <a:pt x="460618" y="1591087"/>
                  </a:lnTo>
                  <a:lnTo>
                    <a:pt x="457701" y="1585169"/>
                  </a:lnTo>
                  <a:lnTo>
                    <a:pt x="460591" y="1584064"/>
                  </a:lnTo>
                  <a:lnTo>
                    <a:pt x="463680" y="1581916"/>
                  </a:lnTo>
                  <a:lnTo>
                    <a:pt x="467659" y="1579522"/>
                  </a:lnTo>
                  <a:lnTo>
                    <a:pt x="472668" y="1578652"/>
                  </a:lnTo>
                  <a:lnTo>
                    <a:pt x="474855" y="1575923"/>
                  </a:lnTo>
                  <a:lnTo>
                    <a:pt x="478189" y="1578319"/>
                  </a:lnTo>
                  <a:lnTo>
                    <a:pt x="485975" y="1579444"/>
                  </a:lnTo>
                  <a:lnTo>
                    <a:pt x="494206" y="1580967"/>
                  </a:lnTo>
                  <a:lnTo>
                    <a:pt x="499362" y="1579414"/>
                  </a:lnTo>
                  <a:lnTo>
                    <a:pt x="505239" y="1580468"/>
                  </a:lnTo>
                  <a:lnTo>
                    <a:pt x="508634" y="1586953"/>
                  </a:lnTo>
                  <a:lnTo>
                    <a:pt x="507164" y="1590159"/>
                  </a:lnTo>
                  <a:lnTo>
                    <a:pt x="511214" y="1595543"/>
                  </a:lnTo>
                  <a:lnTo>
                    <a:pt x="511909" y="1596464"/>
                  </a:lnTo>
                  <a:lnTo>
                    <a:pt x="521514" y="1610539"/>
                  </a:lnTo>
                  <a:lnTo>
                    <a:pt x="524493" y="1618084"/>
                  </a:lnTo>
                  <a:lnTo>
                    <a:pt x="526126" y="1624788"/>
                  </a:lnTo>
                  <a:lnTo>
                    <a:pt x="536490" y="1640290"/>
                  </a:lnTo>
                  <a:lnTo>
                    <a:pt x="539564" y="1644143"/>
                  </a:lnTo>
                  <a:lnTo>
                    <a:pt x="542835" y="1649369"/>
                  </a:lnTo>
                  <a:lnTo>
                    <a:pt x="546135" y="1654513"/>
                  </a:lnTo>
                  <a:lnTo>
                    <a:pt x="548282" y="1658580"/>
                  </a:lnTo>
                  <a:lnTo>
                    <a:pt x="549936" y="1663626"/>
                  </a:lnTo>
                  <a:lnTo>
                    <a:pt x="549326" y="1665942"/>
                  </a:lnTo>
                  <a:lnTo>
                    <a:pt x="552070" y="1670190"/>
                  </a:lnTo>
                  <a:lnTo>
                    <a:pt x="554683" y="1675982"/>
                  </a:lnTo>
                  <a:lnTo>
                    <a:pt x="556593" y="1680646"/>
                  </a:lnTo>
                  <a:lnTo>
                    <a:pt x="557615" y="1684863"/>
                  </a:lnTo>
                  <a:lnTo>
                    <a:pt x="557742" y="1686981"/>
                  </a:lnTo>
                  <a:lnTo>
                    <a:pt x="553917" y="1685628"/>
                  </a:lnTo>
                  <a:lnTo>
                    <a:pt x="551640" y="1684215"/>
                  </a:lnTo>
                  <a:lnTo>
                    <a:pt x="549196" y="1680817"/>
                  </a:lnTo>
                  <a:lnTo>
                    <a:pt x="545607" y="1678822"/>
                  </a:lnTo>
                  <a:lnTo>
                    <a:pt x="541893" y="1675112"/>
                  </a:lnTo>
                  <a:lnTo>
                    <a:pt x="537206" y="1670750"/>
                  </a:lnTo>
                  <a:lnTo>
                    <a:pt x="533468" y="1667277"/>
                  </a:lnTo>
                  <a:lnTo>
                    <a:pt x="530091" y="1663534"/>
                  </a:lnTo>
                  <a:lnTo>
                    <a:pt x="529152" y="1664792"/>
                  </a:lnTo>
                  <a:lnTo>
                    <a:pt x="524977" y="1662344"/>
                  </a:lnTo>
                  <a:lnTo>
                    <a:pt x="522465" y="1661169"/>
                  </a:lnTo>
                  <a:lnTo>
                    <a:pt x="518942" y="1661768"/>
                  </a:lnTo>
                  <a:lnTo>
                    <a:pt x="514758" y="1658707"/>
                  </a:lnTo>
                  <a:lnTo>
                    <a:pt x="515534" y="1656684"/>
                  </a:lnTo>
                  <a:lnTo>
                    <a:pt x="515872" y="1654808"/>
                  </a:lnTo>
                  <a:lnTo>
                    <a:pt x="515747" y="1651346"/>
                  </a:lnTo>
                  <a:lnTo>
                    <a:pt x="516648" y="1645570"/>
                  </a:lnTo>
                  <a:lnTo>
                    <a:pt x="512317" y="1643987"/>
                  </a:lnTo>
                  <a:lnTo>
                    <a:pt x="508031" y="1643323"/>
                  </a:lnTo>
                  <a:lnTo>
                    <a:pt x="508397" y="1647284"/>
                  </a:lnTo>
                  <a:lnTo>
                    <a:pt x="508234" y="1649821"/>
                  </a:lnTo>
                  <a:lnTo>
                    <a:pt x="502930" y="1653432"/>
                  </a:lnTo>
                  <a:lnTo>
                    <a:pt x="501847" y="1653422"/>
                  </a:lnTo>
                  <a:lnTo>
                    <a:pt x="500193" y="1648067"/>
                  </a:lnTo>
                  <a:lnTo>
                    <a:pt x="502010" y="1644550"/>
                  </a:lnTo>
                  <a:lnTo>
                    <a:pt x="501068" y="1641972"/>
                  </a:lnTo>
                  <a:lnTo>
                    <a:pt x="498589" y="1642749"/>
                  </a:lnTo>
                  <a:lnTo>
                    <a:pt x="496263" y="1640202"/>
                  </a:lnTo>
                  <a:lnTo>
                    <a:pt x="495890" y="1636210"/>
                  </a:lnTo>
                  <a:lnTo>
                    <a:pt x="494376" y="1634134"/>
                  </a:lnTo>
                  <a:lnTo>
                    <a:pt x="491381" y="1629411"/>
                  </a:lnTo>
                  <a:lnTo>
                    <a:pt x="488670" y="1627037"/>
                  </a:lnTo>
                  <a:lnTo>
                    <a:pt x="484289" y="1625047"/>
                  </a:lnTo>
                  <a:lnTo>
                    <a:pt x="482131" y="1623075"/>
                  </a:lnTo>
                  <a:lnTo>
                    <a:pt x="479783" y="1623777"/>
                  </a:lnTo>
                  <a:lnTo>
                    <a:pt x="476014" y="1620696"/>
                  </a:lnTo>
                  <a:lnTo>
                    <a:pt x="474323" y="1617348"/>
                  </a:lnTo>
                  <a:lnTo>
                    <a:pt x="470785" y="1612866"/>
                  </a:lnTo>
                  <a:lnTo>
                    <a:pt x="467386" y="1610013"/>
                  </a:lnTo>
                  <a:lnTo>
                    <a:pt x="464318" y="1609776"/>
                  </a:lnTo>
                  <a:lnTo>
                    <a:pt x="462606" y="1607529"/>
                  </a:lnTo>
                  <a:lnTo>
                    <a:pt x="459267" y="1606774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19"/>
            <p:cNvSpPr/>
            <p:nvPr/>
          </p:nvSpPr>
          <p:spPr>
            <a:xfrm>
              <a:off x="1797096" y="3818629"/>
              <a:ext cx="463192" cy="1605157"/>
            </a:xfrm>
            <a:custGeom>
              <a:avLst/>
              <a:pathLst>
                <a:path w="463192" h="1605157">
                  <a:moveTo>
                    <a:pt x="457200" y="1600200"/>
                  </a:moveTo>
                  <a:lnTo>
                    <a:pt x="459709" y="1593747"/>
                  </a:lnTo>
                  <a:lnTo>
                    <a:pt x="463192" y="1594903"/>
                  </a:lnTo>
                  <a:lnTo>
                    <a:pt x="462036" y="1598051"/>
                  </a:lnTo>
                  <a:lnTo>
                    <a:pt x="460728" y="1602963"/>
                  </a:lnTo>
                  <a:lnTo>
                    <a:pt x="457332" y="1605157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0"/>
            <p:cNvSpPr/>
            <p:nvPr/>
          </p:nvSpPr>
          <p:spPr>
            <a:xfrm>
              <a:off x="1759401" y="3890605"/>
              <a:ext cx="464758" cy="1604197"/>
            </a:xfrm>
            <a:custGeom>
              <a:avLst/>
              <a:pathLst>
                <a:path w="464758" h="1604197">
                  <a:moveTo>
                    <a:pt x="457200" y="1600200"/>
                  </a:moveTo>
                  <a:lnTo>
                    <a:pt x="460253" y="1598006"/>
                  </a:lnTo>
                  <a:lnTo>
                    <a:pt x="462550" y="1597760"/>
                  </a:lnTo>
                  <a:lnTo>
                    <a:pt x="464758" y="1599943"/>
                  </a:lnTo>
                  <a:lnTo>
                    <a:pt x="463923" y="1603130"/>
                  </a:lnTo>
                  <a:lnTo>
                    <a:pt x="460132" y="1604197"/>
                  </a:lnTo>
                  <a:lnTo>
                    <a:pt x="459113" y="1603624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1"/>
            <p:cNvSpPr/>
            <p:nvPr/>
          </p:nvSpPr>
          <p:spPr>
            <a:xfrm>
              <a:off x="1736962" y="4025181"/>
              <a:ext cx="544114" cy="1642488"/>
            </a:xfrm>
            <a:custGeom>
              <a:avLst/>
              <a:pathLst>
                <a:path w="544114" h="1642488">
                  <a:moveTo>
                    <a:pt x="457200" y="1600200"/>
                  </a:moveTo>
                  <a:lnTo>
                    <a:pt x="459384" y="1594769"/>
                  </a:lnTo>
                  <a:lnTo>
                    <a:pt x="461265" y="1590077"/>
                  </a:lnTo>
                  <a:lnTo>
                    <a:pt x="463878" y="1585708"/>
                  </a:lnTo>
                  <a:lnTo>
                    <a:pt x="467228" y="1584022"/>
                  </a:lnTo>
                  <a:lnTo>
                    <a:pt x="470652" y="1580678"/>
                  </a:lnTo>
                  <a:lnTo>
                    <a:pt x="473515" y="1579046"/>
                  </a:lnTo>
                  <a:lnTo>
                    <a:pt x="479954" y="1578874"/>
                  </a:lnTo>
                  <a:lnTo>
                    <a:pt x="481680" y="1576077"/>
                  </a:lnTo>
                  <a:lnTo>
                    <a:pt x="480652" y="1568573"/>
                  </a:lnTo>
                  <a:lnTo>
                    <a:pt x="484999" y="1563950"/>
                  </a:lnTo>
                  <a:lnTo>
                    <a:pt x="486779" y="1562824"/>
                  </a:lnTo>
                  <a:lnTo>
                    <a:pt x="489127" y="1563251"/>
                  </a:lnTo>
                  <a:lnTo>
                    <a:pt x="493186" y="1560888"/>
                  </a:lnTo>
                  <a:lnTo>
                    <a:pt x="492275" y="1558898"/>
                  </a:lnTo>
                  <a:lnTo>
                    <a:pt x="493519" y="1556439"/>
                  </a:lnTo>
                  <a:lnTo>
                    <a:pt x="496902" y="1558667"/>
                  </a:lnTo>
                  <a:lnTo>
                    <a:pt x="499246" y="1555176"/>
                  </a:lnTo>
                  <a:lnTo>
                    <a:pt x="496746" y="1551968"/>
                  </a:lnTo>
                  <a:lnTo>
                    <a:pt x="494894" y="1550834"/>
                  </a:lnTo>
                  <a:lnTo>
                    <a:pt x="496317" y="1547581"/>
                  </a:lnTo>
                  <a:lnTo>
                    <a:pt x="497490" y="1545243"/>
                  </a:lnTo>
                  <a:lnTo>
                    <a:pt x="500192" y="1543502"/>
                  </a:lnTo>
                  <a:lnTo>
                    <a:pt x="500478" y="1540457"/>
                  </a:lnTo>
                  <a:lnTo>
                    <a:pt x="503213" y="1536865"/>
                  </a:lnTo>
                  <a:lnTo>
                    <a:pt x="504609" y="1533526"/>
                  </a:lnTo>
                  <a:lnTo>
                    <a:pt x="508014" y="1530926"/>
                  </a:lnTo>
                  <a:lnTo>
                    <a:pt x="508834" y="1526844"/>
                  </a:lnTo>
                  <a:lnTo>
                    <a:pt x="511689" y="1525778"/>
                  </a:lnTo>
                  <a:lnTo>
                    <a:pt x="512948" y="1522387"/>
                  </a:lnTo>
                  <a:lnTo>
                    <a:pt x="515754" y="1521429"/>
                  </a:lnTo>
                  <a:lnTo>
                    <a:pt x="514344" y="1516745"/>
                  </a:lnTo>
                  <a:lnTo>
                    <a:pt x="515408" y="1512825"/>
                  </a:lnTo>
                  <a:lnTo>
                    <a:pt x="516978" y="1511456"/>
                  </a:lnTo>
                  <a:lnTo>
                    <a:pt x="520250" y="1511111"/>
                  </a:lnTo>
                  <a:lnTo>
                    <a:pt x="523123" y="1509441"/>
                  </a:lnTo>
                  <a:lnTo>
                    <a:pt x="524076" y="1512539"/>
                  </a:lnTo>
                  <a:lnTo>
                    <a:pt x="523089" y="1517009"/>
                  </a:lnTo>
                  <a:lnTo>
                    <a:pt x="521030" y="1520310"/>
                  </a:lnTo>
                  <a:lnTo>
                    <a:pt x="520049" y="1523665"/>
                  </a:lnTo>
                  <a:lnTo>
                    <a:pt x="520945" y="1527154"/>
                  </a:lnTo>
                  <a:lnTo>
                    <a:pt x="523137" y="1527991"/>
                  </a:lnTo>
                  <a:lnTo>
                    <a:pt x="524487" y="1527533"/>
                  </a:lnTo>
                  <a:lnTo>
                    <a:pt x="525524" y="1525290"/>
                  </a:lnTo>
                  <a:lnTo>
                    <a:pt x="524905" y="1523285"/>
                  </a:lnTo>
                  <a:lnTo>
                    <a:pt x="526538" y="1522727"/>
                  </a:lnTo>
                  <a:lnTo>
                    <a:pt x="529269" y="1525789"/>
                  </a:lnTo>
                  <a:lnTo>
                    <a:pt x="532137" y="1524091"/>
                  </a:lnTo>
                  <a:lnTo>
                    <a:pt x="533625" y="1525775"/>
                  </a:lnTo>
                  <a:lnTo>
                    <a:pt x="537119" y="1526584"/>
                  </a:lnTo>
                  <a:lnTo>
                    <a:pt x="542973" y="1531308"/>
                  </a:lnTo>
                  <a:lnTo>
                    <a:pt x="544114" y="1534580"/>
                  </a:lnTo>
                  <a:lnTo>
                    <a:pt x="542437" y="1537626"/>
                  </a:lnTo>
                  <a:lnTo>
                    <a:pt x="536964" y="1537374"/>
                  </a:lnTo>
                  <a:lnTo>
                    <a:pt x="534852" y="1539970"/>
                  </a:lnTo>
                  <a:lnTo>
                    <a:pt x="530213" y="1541440"/>
                  </a:lnTo>
                  <a:lnTo>
                    <a:pt x="526952" y="1542905"/>
                  </a:lnTo>
                  <a:lnTo>
                    <a:pt x="523500" y="1542717"/>
                  </a:lnTo>
                  <a:lnTo>
                    <a:pt x="522366" y="1545227"/>
                  </a:lnTo>
                  <a:lnTo>
                    <a:pt x="518665" y="1547850"/>
                  </a:lnTo>
                  <a:lnTo>
                    <a:pt x="515502" y="1550294"/>
                  </a:lnTo>
                  <a:lnTo>
                    <a:pt x="517238" y="1552861"/>
                  </a:lnTo>
                  <a:lnTo>
                    <a:pt x="516772" y="1556452"/>
                  </a:lnTo>
                  <a:lnTo>
                    <a:pt x="515408" y="1558872"/>
                  </a:lnTo>
                  <a:lnTo>
                    <a:pt x="516212" y="1561465"/>
                  </a:lnTo>
                  <a:lnTo>
                    <a:pt x="517565" y="1562840"/>
                  </a:lnTo>
                  <a:lnTo>
                    <a:pt x="519478" y="1559895"/>
                  </a:lnTo>
                  <a:lnTo>
                    <a:pt x="520546" y="1556943"/>
                  </a:lnTo>
                  <a:lnTo>
                    <a:pt x="524005" y="1556845"/>
                  </a:lnTo>
                  <a:lnTo>
                    <a:pt x="526388" y="1552418"/>
                  </a:lnTo>
                  <a:lnTo>
                    <a:pt x="526940" y="1554139"/>
                  </a:lnTo>
                  <a:lnTo>
                    <a:pt x="530300" y="1555794"/>
                  </a:lnTo>
                  <a:lnTo>
                    <a:pt x="530175" y="1561175"/>
                  </a:lnTo>
                  <a:lnTo>
                    <a:pt x="534918" y="1563376"/>
                  </a:lnTo>
                  <a:lnTo>
                    <a:pt x="532609" y="1566673"/>
                  </a:lnTo>
                  <a:lnTo>
                    <a:pt x="528334" y="1568509"/>
                  </a:lnTo>
                  <a:lnTo>
                    <a:pt x="530534" y="1572066"/>
                  </a:lnTo>
                  <a:lnTo>
                    <a:pt x="533110" y="1573785"/>
                  </a:lnTo>
                  <a:lnTo>
                    <a:pt x="538031" y="1573976"/>
                  </a:lnTo>
                  <a:lnTo>
                    <a:pt x="538362" y="1575876"/>
                  </a:lnTo>
                  <a:lnTo>
                    <a:pt x="535810" y="1580583"/>
                  </a:lnTo>
                  <a:lnTo>
                    <a:pt x="534320" y="1584673"/>
                  </a:lnTo>
                  <a:lnTo>
                    <a:pt x="537304" y="1589765"/>
                  </a:lnTo>
                  <a:lnTo>
                    <a:pt x="535455" y="1592729"/>
                  </a:lnTo>
                  <a:lnTo>
                    <a:pt x="529832" y="1587482"/>
                  </a:lnTo>
                  <a:lnTo>
                    <a:pt x="526671" y="1586935"/>
                  </a:lnTo>
                  <a:lnTo>
                    <a:pt x="526290" y="1591360"/>
                  </a:lnTo>
                  <a:lnTo>
                    <a:pt x="525885" y="1595314"/>
                  </a:lnTo>
                  <a:lnTo>
                    <a:pt x="524174" y="1598247"/>
                  </a:lnTo>
                  <a:lnTo>
                    <a:pt x="520414" y="1599776"/>
                  </a:lnTo>
                  <a:lnTo>
                    <a:pt x="516496" y="1600824"/>
                  </a:lnTo>
                  <a:lnTo>
                    <a:pt x="516909" y="1605335"/>
                  </a:lnTo>
                  <a:lnTo>
                    <a:pt x="519308" y="1606509"/>
                  </a:lnTo>
                  <a:lnTo>
                    <a:pt x="518947" y="1608700"/>
                  </a:lnTo>
                  <a:lnTo>
                    <a:pt x="513954" y="1611180"/>
                  </a:lnTo>
                  <a:lnTo>
                    <a:pt x="510130" y="1615698"/>
                  </a:lnTo>
                  <a:lnTo>
                    <a:pt x="508354" y="1618692"/>
                  </a:lnTo>
                  <a:lnTo>
                    <a:pt x="506082" y="1620067"/>
                  </a:lnTo>
                  <a:lnTo>
                    <a:pt x="503271" y="1614002"/>
                  </a:lnTo>
                  <a:lnTo>
                    <a:pt x="500592" y="1613964"/>
                  </a:lnTo>
                  <a:lnTo>
                    <a:pt x="497873" y="1616696"/>
                  </a:lnTo>
                  <a:lnTo>
                    <a:pt x="499514" y="1620030"/>
                  </a:lnTo>
                  <a:lnTo>
                    <a:pt x="500462" y="1626954"/>
                  </a:lnTo>
                  <a:lnTo>
                    <a:pt x="498467" y="1627222"/>
                  </a:lnTo>
                  <a:lnTo>
                    <a:pt x="495644" y="1629640"/>
                  </a:lnTo>
                  <a:lnTo>
                    <a:pt x="493365" y="1631542"/>
                  </a:lnTo>
                  <a:lnTo>
                    <a:pt x="491394" y="1632302"/>
                  </a:lnTo>
                  <a:lnTo>
                    <a:pt x="489786" y="1635815"/>
                  </a:lnTo>
                  <a:lnTo>
                    <a:pt x="487748" y="1637767"/>
                  </a:lnTo>
                  <a:lnTo>
                    <a:pt x="486727" y="1641518"/>
                  </a:lnTo>
                  <a:lnTo>
                    <a:pt x="482382" y="1642488"/>
                  </a:lnTo>
                  <a:lnTo>
                    <a:pt x="482687" y="1638495"/>
                  </a:lnTo>
                  <a:lnTo>
                    <a:pt x="476172" y="1632327"/>
                  </a:lnTo>
                  <a:lnTo>
                    <a:pt x="475393" y="1627706"/>
                  </a:lnTo>
                  <a:lnTo>
                    <a:pt x="471977" y="1624806"/>
                  </a:lnTo>
                  <a:lnTo>
                    <a:pt x="467839" y="1623027"/>
                  </a:lnTo>
                  <a:lnTo>
                    <a:pt x="467068" y="1614773"/>
                  </a:lnTo>
                  <a:lnTo>
                    <a:pt x="463854" y="1606706"/>
                  </a:lnTo>
                  <a:lnTo>
                    <a:pt x="460573" y="1605261"/>
                  </a:lnTo>
                  <a:lnTo>
                    <a:pt x="457290" y="1605264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2"/>
            <p:cNvSpPr/>
            <p:nvPr/>
          </p:nvSpPr>
          <p:spPr>
            <a:xfrm>
              <a:off x="1741810" y="4086663"/>
              <a:ext cx="487357" cy="1601096"/>
            </a:xfrm>
            <a:custGeom>
              <a:avLst/>
              <a:pathLst>
                <a:path w="487357" h="1601096">
                  <a:moveTo>
                    <a:pt x="457200" y="1600200"/>
                  </a:moveTo>
                  <a:lnTo>
                    <a:pt x="460821" y="1593235"/>
                  </a:lnTo>
                  <a:lnTo>
                    <a:pt x="466436" y="1587251"/>
                  </a:lnTo>
                  <a:lnTo>
                    <a:pt x="476247" y="1585861"/>
                  </a:lnTo>
                  <a:lnTo>
                    <a:pt x="479896" y="1584937"/>
                  </a:lnTo>
                  <a:lnTo>
                    <a:pt x="482555" y="1587612"/>
                  </a:lnTo>
                  <a:lnTo>
                    <a:pt x="487357" y="1587511"/>
                  </a:lnTo>
                  <a:lnTo>
                    <a:pt x="487331" y="1589629"/>
                  </a:lnTo>
                  <a:lnTo>
                    <a:pt x="483417" y="1593445"/>
                  </a:lnTo>
                  <a:lnTo>
                    <a:pt x="475318" y="1593382"/>
                  </a:lnTo>
                  <a:lnTo>
                    <a:pt x="466707" y="1593864"/>
                  </a:lnTo>
                  <a:lnTo>
                    <a:pt x="463831" y="1595954"/>
                  </a:lnTo>
                  <a:lnTo>
                    <a:pt x="460519" y="1601096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3"/>
            <p:cNvSpPr/>
            <p:nvPr/>
          </p:nvSpPr>
          <p:spPr>
            <a:xfrm>
              <a:off x="1716205" y="4128156"/>
              <a:ext cx="463826" cy="1603652"/>
            </a:xfrm>
            <a:custGeom>
              <a:avLst/>
              <a:pathLst>
                <a:path w="463826" h="1603652">
                  <a:moveTo>
                    <a:pt x="457200" y="1600200"/>
                  </a:moveTo>
                  <a:lnTo>
                    <a:pt x="458950" y="1597235"/>
                  </a:lnTo>
                  <a:lnTo>
                    <a:pt x="461238" y="1592854"/>
                  </a:lnTo>
                  <a:lnTo>
                    <a:pt x="463826" y="1593719"/>
                  </a:lnTo>
                  <a:lnTo>
                    <a:pt x="463509" y="1598051"/>
                  </a:lnTo>
                  <a:lnTo>
                    <a:pt x="463514" y="1601781"/>
                  </a:lnTo>
                  <a:lnTo>
                    <a:pt x="462892" y="1603652"/>
                  </a:lnTo>
                  <a:lnTo>
                    <a:pt x="458585" y="1603324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4"/>
            <p:cNvSpPr/>
            <p:nvPr/>
          </p:nvSpPr>
          <p:spPr>
            <a:xfrm>
              <a:off x="1682079" y="4113971"/>
              <a:ext cx="461361" cy="1605503"/>
            </a:xfrm>
            <a:custGeom>
              <a:avLst/>
              <a:pathLst>
                <a:path w="461361" h="1605503">
                  <a:moveTo>
                    <a:pt x="457200" y="1600200"/>
                  </a:moveTo>
                  <a:lnTo>
                    <a:pt x="458738" y="1598708"/>
                  </a:lnTo>
                  <a:lnTo>
                    <a:pt x="461187" y="1600744"/>
                  </a:lnTo>
                  <a:lnTo>
                    <a:pt x="461361" y="1603834"/>
                  </a:lnTo>
                  <a:lnTo>
                    <a:pt x="459406" y="1605503"/>
                  </a:lnTo>
                  <a:lnTo>
                    <a:pt x="457473" y="1603779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5"/>
            <p:cNvSpPr/>
            <p:nvPr/>
          </p:nvSpPr>
          <p:spPr>
            <a:xfrm>
              <a:off x="1661196" y="4083263"/>
              <a:ext cx="467514" cy="1602931"/>
            </a:xfrm>
            <a:custGeom>
              <a:avLst/>
              <a:pathLst>
                <a:path w="467514" h="1602931">
                  <a:moveTo>
                    <a:pt x="457200" y="1600200"/>
                  </a:moveTo>
                  <a:lnTo>
                    <a:pt x="460820" y="1597900"/>
                  </a:lnTo>
                  <a:lnTo>
                    <a:pt x="463536" y="1598850"/>
                  </a:lnTo>
                  <a:lnTo>
                    <a:pt x="467514" y="1601276"/>
                  </a:lnTo>
                  <a:lnTo>
                    <a:pt x="465297" y="1602753"/>
                  </a:lnTo>
                  <a:lnTo>
                    <a:pt x="461287" y="1602315"/>
                  </a:lnTo>
                  <a:lnTo>
                    <a:pt x="456199" y="160293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6"/>
            <p:cNvSpPr/>
            <p:nvPr/>
          </p:nvSpPr>
          <p:spPr>
            <a:xfrm>
              <a:off x="1570123" y="4194522"/>
              <a:ext cx="492737" cy="1603411"/>
            </a:xfrm>
            <a:custGeom>
              <a:avLst/>
              <a:pathLst>
                <a:path w="492737" h="1603411">
                  <a:moveTo>
                    <a:pt x="457200" y="1600200"/>
                  </a:moveTo>
                  <a:lnTo>
                    <a:pt x="458806" y="1591994"/>
                  </a:lnTo>
                  <a:lnTo>
                    <a:pt x="458685" y="1586737"/>
                  </a:lnTo>
                  <a:lnTo>
                    <a:pt x="460186" y="1583234"/>
                  </a:lnTo>
                  <a:lnTo>
                    <a:pt x="463831" y="1581067"/>
                  </a:lnTo>
                  <a:lnTo>
                    <a:pt x="468729" y="1575687"/>
                  </a:lnTo>
                  <a:lnTo>
                    <a:pt x="469758" y="1577998"/>
                  </a:lnTo>
                  <a:lnTo>
                    <a:pt x="470949" y="1582652"/>
                  </a:lnTo>
                  <a:lnTo>
                    <a:pt x="475848" y="1582280"/>
                  </a:lnTo>
                  <a:lnTo>
                    <a:pt x="480581" y="1577525"/>
                  </a:lnTo>
                  <a:lnTo>
                    <a:pt x="481928" y="1581727"/>
                  </a:lnTo>
                  <a:lnTo>
                    <a:pt x="487587" y="1590901"/>
                  </a:lnTo>
                  <a:lnTo>
                    <a:pt x="492737" y="1599397"/>
                  </a:lnTo>
                  <a:lnTo>
                    <a:pt x="490619" y="1602773"/>
                  </a:lnTo>
                  <a:lnTo>
                    <a:pt x="489346" y="1602702"/>
                  </a:lnTo>
                  <a:lnTo>
                    <a:pt x="484333" y="1597881"/>
                  </a:lnTo>
                  <a:lnTo>
                    <a:pt x="482064" y="1592304"/>
                  </a:lnTo>
                  <a:lnTo>
                    <a:pt x="477606" y="1591748"/>
                  </a:lnTo>
                  <a:lnTo>
                    <a:pt x="473524" y="1589939"/>
                  </a:lnTo>
                  <a:lnTo>
                    <a:pt x="471621" y="1592508"/>
                  </a:lnTo>
                  <a:lnTo>
                    <a:pt x="464440" y="1593053"/>
                  </a:lnTo>
                  <a:lnTo>
                    <a:pt x="462212" y="1596888"/>
                  </a:lnTo>
                  <a:lnTo>
                    <a:pt x="458250" y="160341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7"/>
            <p:cNvSpPr/>
            <p:nvPr/>
          </p:nvSpPr>
          <p:spPr>
            <a:xfrm>
              <a:off x="1548494" y="4168057"/>
              <a:ext cx="480855" cy="1613360"/>
            </a:xfrm>
            <a:custGeom>
              <a:avLst/>
              <a:pathLst>
                <a:path w="480855" h="1613360">
                  <a:moveTo>
                    <a:pt x="457199" y="1600200"/>
                  </a:moveTo>
                  <a:lnTo>
                    <a:pt x="458649" y="1596813"/>
                  </a:lnTo>
                  <a:lnTo>
                    <a:pt x="462619" y="1594707"/>
                  </a:lnTo>
                  <a:lnTo>
                    <a:pt x="468369" y="1596185"/>
                  </a:lnTo>
                  <a:lnTo>
                    <a:pt x="474341" y="1592375"/>
                  </a:lnTo>
                  <a:lnTo>
                    <a:pt x="476687" y="1590602"/>
                  </a:lnTo>
                  <a:lnTo>
                    <a:pt x="480855" y="1591411"/>
                  </a:lnTo>
                  <a:lnTo>
                    <a:pt x="480534" y="1596213"/>
                  </a:lnTo>
                  <a:lnTo>
                    <a:pt x="475675" y="1601127"/>
                  </a:lnTo>
                  <a:lnTo>
                    <a:pt x="474683" y="1604510"/>
                  </a:lnTo>
                  <a:lnTo>
                    <a:pt x="470301" y="1602106"/>
                  </a:lnTo>
                  <a:lnTo>
                    <a:pt x="468413" y="1604251"/>
                  </a:lnTo>
                  <a:lnTo>
                    <a:pt x="470030" y="1609122"/>
                  </a:lnTo>
                  <a:lnTo>
                    <a:pt x="468896" y="1612544"/>
                  </a:lnTo>
                  <a:lnTo>
                    <a:pt x="464414" y="1610570"/>
                  </a:lnTo>
                  <a:lnTo>
                    <a:pt x="461772" y="1611163"/>
                  </a:lnTo>
                  <a:lnTo>
                    <a:pt x="458964" y="1613360"/>
                  </a:lnTo>
                  <a:lnTo>
                    <a:pt x="458019" y="160768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8"/>
            <p:cNvSpPr/>
            <p:nvPr/>
          </p:nvSpPr>
          <p:spPr>
            <a:xfrm>
              <a:off x="1535389" y="3950169"/>
              <a:ext cx="469249" cy="1605831"/>
            </a:xfrm>
            <a:custGeom>
              <a:avLst/>
              <a:pathLst>
                <a:path w="469249" h="1605831">
                  <a:moveTo>
                    <a:pt x="457200" y="1600200"/>
                  </a:moveTo>
                  <a:lnTo>
                    <a:pt x="457816" y="1595831"/>
                  </a:lnTo>
                  <a:lnTo>
                    <a:pt x="461989" y="1592954"/>
                  </a:lnTo>
                  <a:lnTo>
                    <a:pt x="468562" y="1588405"/>
                  </a:lnTo>
                  <a:lnTo>
                    <a:pt x="469249" y="1590851"/>
                  </a:lnTo>
                  <a:lnTo>
                    <a:pt x="463307" y="1603851"/>
                  </a:lnTo>
                  <a:lnTo>
                    <a:pt x="460855" y="1605632"/>
                  </a:lnTo>
                  <a:lnTo>
                    <a:pt x="457357" y="160583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29"/>
            <p:cNvSpPr/>
            <p:nvPr/>
          </p:nvSpPr>
          <p:spPr>
            <a:xfrm>
              <a:off x="1529673" y="4174638"/>
              <a:ext cx="460418" cy="1604037"/>
            </a:xfrm>
            <a:custGeom>
              <a:avLst/>
              <a:pathLst>
                <a:path w="460418" h="1604037">
                  <a:moveTo>
                    <a:pt x="457200" y="1600200"/>
                  </a:moveTo>
                  <a:lnTo>
                    <a:pt x="459513" y="1599914"/>
                  </a:lnTo>
                  <a:lnTo>
                    <a:pt x="460418" y="1600043"/>
                  </a:lnTo>
                  <a:lnTo>
                    <a:pt x="460090" y="1604037"/>
                  </a:lnTo>
                  <a:lnTo>
                    <a:pt x="456443" y="160272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0"/>
            <p:cNvSpPr/>
            <p:nvPr/>
          </p:nvSpPr>
          <p:spPr>
            <a:xfrm>
              <a:off x="1520507" y="4172383"/>
              <a:ext cx="462970" cy="1603531"/>
            </a:xfrm>
            <a:custGeom>
              <a:avLst/>
              <a:pathLst>
                <a:path w="462970" h="1603531">
                  <a:moveTo>
                    <a:pt x="457199" y="1600200"/>
                  </a:moveTo>
                  <a:lnTo>
                    <a:pt x="462970" y="1598801"/>
                  </a:lnTo>
                  <a:lnTo>
                    <a:pt x="461885" y="1603028"/>
                  </a:lnTo>
                  <a:lnTo>
                    <a:pt x="457496" y="160353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1"/>
            <p:cNvSpPr/>
            <p:nvPr/>
          </p:nvSpPr>
          <p:spPr>
            <a:xfrm>
              <a:off x="1483086" y="4220017"/>
              <a:ext cx="474462" cy="1611600"/>
            </a:xfrm>
            <a:custGeom>
              <a:avLst/>
              <a:pathLst>
                <a:path w="474462" h="1611600">
                  <a:moveTo>
                    <a:pt x="457200" y="1600200"/>
                  </a:moveTo>
                  <a:lnTo>
                    <a:pt x="466148" y="1604570"/>
                  </a:lnTo>
                  <a:lnTo>
                    <a:pt x="474462" y="1607847"/>
                  </a:lnTo>
                  <a:lnTo>
                    <a:pt x="473028" y="1610027"/>
                  </a:lnTo>
                  <a:lnTo>
                    <a:pt x="470399" y="1611600"/>
                  </a:lnTo>
                  <a:lnTo>
                    <a:pt x="465497" y="1609732"/>
                  </a:lnTo>
                  <a:lnTo>
                    <a:pt x="460301" y="1609381"/>
                  </a:lnTo>
                  <a:lnTo>
                    <a:pt x="456742" y="1605814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2"/>
            <p:cNvSpPr/>
            <p:nvPr/>
          </p:nvSpPr>
          <p:spPr>
            <a:xfrm>
              <a:off x="1388942" y="4245405"/>
              <a:ext cx="485917" cy="1601757"/>
            </a:xfrm>
            <a:custGeom>
              <a:avLst/>
              <a:pathLst>
                <a:path w="485917" h="1601757">
                  <a:moveTo>
                    <a:pt x="457200" y="1600200"/>
                  </a:moveTo>
                  <a:lnTo>
                    <a:pt x="461817" y="1598290"/>
                  </a:lnTo>
                  <a:lnTo>
                    <a:pt x="468262" y="1596401"/>
                  </a:lnTo>
                  <a:lnTo>
                    <a:pt x="473060" y="1595729"/>
                  </a:lnTo>
                  <a:lnTo>
                    <a:pt x="477625" y="1595794"/>
                  </a:lnTo>
                  <a:lnTo>
                    <a:pt x="481905" y="1592046"/>
                  </a:lnTo>
                  <a:lnTo>
                    <a:pt x="483846" y="1590305"/>
                  </a:lnTo>
                  <a:lnTo>
                    <a:pt x="485917" y="1590597"/>
                  </a:lnTo>
                  <a:lnTo>
                    <a:pt x="484125" y="1594724"/>
                  </a:lnTo>
                  <a:lnTo>
                    <a:pt x="479400" y="1600790"/>
                  </a:lnTo>
                  <a:lnTo>
                    <a:pt x="474860" y="1599719"/>
                  </a:lnTo>
                  <a:lnTo>
                    <a:pt x="468003" y="1601479"/>
                  </a:lnTo>
                  <a:lnTo>
                    <a:pt x="458784" y="1601757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3"/>
            <p:cNvSpPr/>
            <p:nvPr/>
          </p:nvSpPr>
          <p:spPr>
            <a:xfrm>
              <a:off x="1373313" y="4234868"/>
              <a:ext cx="480394" cy="1610558"/>
            </a:xfrm>
            <a:custGeom>
              <a:avLst/>
              <a:pathLst>
                <a:path w="480394" h="1610558">
                  <a:moveTo>
                    <a:pt x="457200" y="1600200"/>
                  </a:moveTo>
                  <a:lnTo>
                    <a:pt x="460714" y="1598133"/>
                  </a:lnTo>
                  <a:lnTo>
                    <a:pt x="463837" y="1598802"/>
                  </a:lnTo>
                  <a:lnTo>
                    <a:pt x="472188" y="1593937"/>
                  </a:lnTo>
                  <a:lnTo>
                    <a:pt x="477206" y="1594573"/>
                  </a:lnTo>
                  <a:lnTo>
                    <a:pt x="480394" y="1601326"/>
                  </a:lnTo>
                  <a:lnTo>
                    <a:pt x="474684" y="1606465"/>
                  </a:lnTo>
                  <a:lnTo>
                    <a:pt x="466590" y="1608638"/>
                  </a:lnTo>
                  <a:lnTo>
                    <a:pt x="463453" y="1610558"/>
                  </a:lnTo>
                  <a:lnTo>
                    <a:pt x="462564" y="1608736"/>
                  </a:lnTo>
                  <a:lnTo>
                    <a:pt x="457581" y="1609543"/>
                  </a:lnTo>
                  <a:lnTo>
                    <a:pt x="455402" y="1604176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4"/>
            <p:cNvSpPr/>
            <p:nvPr/>
          </p:nvSpPr>
          <p:spPr>
            <a:xfrm>
              <a:off x="1350669" y="3833266"/>
              <a:ext cx="510944" cy="1634089"/>
            </a:xfrm>
            <a:custGeom>
              <a:avLst/>
              <a:pathLst>
                <a:path w="510944" h="1634089">
                  <a:moveTo>
                    <a:pt x="457199" y="1600200"/>
                  </a:moveTo>
                  <a:lnTo>
                    <a:pt x="460647" y="1598357"/>
                  </a:lnTo>
                  <a:lnTo>
                    <a:pt x="466531" y="1599133"/>
                  </a:lnTo>
                  <a:lnTo>
                    <a:pt x="471449" y="1600879"/>
                  </a:lnTo>
                  <a:lnTo>
                    <a:pt x="474191" y="1601504"/>
                  </a:lnTo>
                  <a:lnTo>
                    <a:pt x="475247" y="1599017"/>
                  </a:lnTo>
                  <a:lnTo>
                    <a:pt x="474695" y="1597684"/>
                  </a:lnTo>
                  <a:lnTo>
                    <a:pt x="478516" y="1594252"/>
                  </a:lnTo>
                  <a:lnTo>
                    <a:pt x="481257" y="1595126"/>
                  </a:lnTo>
                  <a:lnTo>
                    <a:pt x="483426" y="1592548"/>
                  </a:lnTo>
                  <a:lnTo>
                    <a:pt x="485236" y="1590925"/>
                  </a:lnTo>
                  <a:lnTo>
                    <a:pt x="488462" y="1593587"/>
                  </a:lnTo>
                  <a:lnTo>
                    <a:pt x="492381" y="1591798"/>
                  </a:lnTo>
                  <a:lnTo>
                    <a:pt x="495228" y="1588936"/>
                  </a:lnTo>
                  <a:lnTo>
                    <a:pt x="496231" y="1593661"/>
                  </a:lnTo>
                  <a:lnTo>
                    <a:pt x="497903" y="1597028"/>
                  </a:lnTo>
                  <a:lnTo>
                    <a:pt x="502447" y="1595932"/>
                  </a:lnTo>
                  <a:lnTo>
                    <a:pt x="508073" y="1599907"/>
                  </a:lnTo>
                  <a:lnTo>
                    <a:pt x="506603" y="1603471"/>
                  </a:lnTo>
                  <a:lnTo>
                    <a:pt x="507567" y="1606102"/>
                  </a:lnTo>
                  <a:lnTo>
                    <a:pt x="506266" y="1608259"/>
                  </a:lnTo>
                  <a:lnTo>
                    <a:pt x="507744" y="1611036"/>
                  </a:lnTo>
                  <a:lnTo>
                    <a:pt x="506267" y="1614754"/>
                  </a:lnTo>
                  <a:lnTo>
                    <a:pt x="508264" y="1618039"/>
                  </a:lnTo>
                  <a:lnTo>
                    <a:pt x="510944" y="1622700"/>
                  </a:lnTo>
                  <a:lnTo>
                    <a:pt x="509318" y="1625536"/>
                  </a:lnTo>
                  <a:lnTo>
                    <a:pt x="505592" y="1626796"/>
                  </a:lnTo>
                  <a:lnTo>
                    <a:pt x="503817" y="1625490"/>
                  </a:lnTo>
                  <a:lnTo>
                    <a:pt x="501151" y="1627255"/>
                  </a:lnTo>
                  <a:lnTo>
                    <a:pt x="497498" y="1626740"/>
                  </a:lnTo>
                  <a:lnTo>
                    <a:pt x="494363" y="1628527"/>
                  </a:lnTo>
                  <a:lnTo>
                    <a:pt x="494107" y="1632724"/>
                  </a:lnTo>
                  <a:lnTo>
                    <a:pt x="490889" y="1634089"/>
                  </a:lnTo>
                  <a:lnTo>
                    <a:pt x="488773" y="1629782"/>
                  </a:lnTo>
                  <a:lnTo>
                    <a:pt x="486272" y="1627694"/>
                  </a:lnTo>
                  <a:lnTo>
                    <a:pt x="481915" y="1626671"/>
                  </a:lnTo>
                  <a:lnTo>
                    <a:pt x="477621" y="1624050"/>
                  </a:lnTo>
                  <a:lnTo>
                    <a:pt x="474025" y="1621284"/>
                  </a:lnTo>
                  <a:lnTo>
                    <a:pt x="470102" y="1617315"/>
                  </a:lnTo>
                  <a:lnTo>
                    <a:pt x="466562" y="1615371"/>
                  </a:lnTo>
                  <a:lnTo>
                    <a:pt x="462221" y="1611282"/>
                  </a:lnTo>
                  <a:lnTo>
                    <a:pt x="459258" y="1609175"/>
                  </a:lnTo>
                  <a:lnTo>
                    <a:pt x="459301" y="1605200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5"/>
            <p:cNvSpPr/>
            <p:nvPr/>
          </p:nvSpPr>
          <p:spPr>
            <a:xfrm>
              <a:off x="1312396" y="4284901"/>
              <a:ext cx="517439" cy="1606493"/>
            </a:xfrm>
            <a:custGeom>
              <a:avLst/>
              <a:pathLst>
                <a:path w="517439" h="1606493">
                  <a:moveTo>
                    <a:pt x="457200" y="1600200"/>
                  </a:moveTo>
                  <a:lnTo>
                    <a:pt x="460655" y="1597116"/>
                  </a:lnTo>
                  <a:lnTo>
                    <a:pt x="464253" y="1597170"/>
                  </a:lnTo>
                  <a:lnTo>
                    <a:pt x="468992" y="1594421"/>
                  </a:lnTo>
                  <a:lnTo>
                    <a:pt x="472046" y="1594234"/>
                  </a:lnTo>
                  <a:lnTo>
                    <a:pt x="475249" y="1592730"/>
                  </a:lnTo>
                  <a:lnTo>
                    <a:pt x="478472" y="1590059"/>
                  </a:lnTo>
                  <a:lnTo>
                    <a:pt x="480329" y="1588456"/>
                  </a:lnTo>
                  <a:lnTo>
                    <a:pt x="479517" y="1584751"/>
                  </a:lnTo>
                  <a:lnTo>
                    <a:pt x="481422" y="1583153"/>
                  </a:lnTo>
                  <a:lnTo>
                    <a:pt x="482718" y="1581137"/>
                  </a:lnTo>
                  <a:lnTo>
                    <a:pt x="483841" y="1578449"/>
                  </a:lnTo>
                  <a:lnTo>
                    <a:pt x="485139" y="1575437"/>
                  </a:lnTo>
                  <a:lnTo>
                    <a:pt x="482029" y="1572165"/>
                  </a:lnTo>
                  <a:lnTo>
                    <a:pt x="480567" y="1570227"/>
                  </a:lnTo>
                  <a:lnTo>
                    <a:pt x="480670" y="1567600"/>
                  </a:lnTo>
                  <a:lnTo>
                    <a:pt x="484575" y="1562816"/>
                  </a:lnTo>
                  <a:lnTo>
                    <a:pt x="489853" y="1560479"/>
                  </a:lnTo>
                  <a:lnTo>
                    <a:pt x="494588" y="1559182"/>
                  </a:lnTo>
                  <a:lnTo>
                    <a:pt x="497945" y="1559578"/>
                  </a:lnTo>
                  <a:lnTo>
                    <a:pt x="499834" y="1563377"/>
                  </a:lnTo>
                  <a:lnTo>
                    <a:pt x="502502" y="1566005"/>
                  </a:lnTo>
                  <a:lnTo>
                    <a:pt x="504992" y="1564144"/>
                  </a:lnTo>
                  <a:lnTo>
                    <a:pt x="507793" y="1561316"/>
                  </a:lnTo>
                  <a:lnTo>
                    <a:pt x="510945" y="1563243"/>
                  </a:lnTo>
                  <a:lnTo>
                    <a:pt x="512289" y="1562791"/>
                  </a:lnTo>
                  <a:lnTo>
                    <a:pt x="514131" y="1562170"/>
                  </a:lnTo>
                  <a:lnTo>
                    <a:pt x="517439" y="1564348"/>
                  </a:lnTo>
                  <a:lnTo>
                    <a:pt x="514463" y="1566328"/>
                  </a:lnTo>
                  <a:lnTo>
                    <a:pt x="512732" y="1567477"/>
                  </a:lnTo>
                  <a:lnTo>
                    <a:pt x="511308" y="1569932"/>
                  </a:lnTo>
                  <a:lnTo>
                    <a:pt x="508922" y="1570200"/>
                  </a:lnTo>
                  <a:lnTo>
                    <a:pt x="505932" y="1573903"/>
                  </a:lnTo>
                  <a:lnTo>
                    <a:pt x="508259" y="1575588"/>
                  </a:lnTo>
                  <a:lnTo>
                    <a:pt x="513067" y="1572782"/>
                  </a:lnTo>
                  <a:lnTo>
                    <a:pt x="516037" y="1571879"/>
                  </a:lnTo>
                  <a:lnTo>
                    <a:pt x="516549" y="1573694"/>
                  </a:lnTo>
                  <a:lnTo>
                    <a:pt x="515050" y="1579895"/>
                  </a:lnTo>
                  <a:lnTo>
                    <a:pt x="511389" y="1580918"/>
                  </a:lnTo>
                  <a:lnTo>
                    <a:pt x="508719" y="1583085"/>
                  </a:lnTo>
                  <a:lnTo>
                    <a:pt x="504371" y="1584910"/>
                  </a:lnTo>
                  <a:lnTo>
                    <a:pt x="502093" y="1588456"/>
                  </a:lnTo>
                  <a:lnTo>
                    <a:pt x="499537" y="1591742"/>
                  </a:lnTo>
                  <a:lnTo>
                    <a:pt x="496878" y="1594354"/>
                  </a:lnTo>
                  <a:lnTo>
                    <a:pt x="493596" y="1597091"/>
                  </a:lnTo>
                  <a:lnTo>
                    <a:pt x="489099" y="1597380"/>
                  </a:lnTo>
                  <a:lnTo>
                    <a:pt x="485056" y="1597019"/>
                  </a:lnTo>
                  <a:lnTo>
                    <a:pt x="482232" y="1597010"/>
                  </a:lnTo>
                  <a:lnTo>
                    <a:pt x="479052" y="1597486"/>
                  </a:lnTo>
                  <a:lnTo>
                    <a:pt x="474613" y="1600240"/>
                  </a:lnTo>
                  <a:lnTo>
                    <a:pt x="473999" y="1602146"/>
                  </a:lnTo>
                  <a:lnTo>
                    <a:pt x="470176" y="1602030"/>
                  </a:lnTo>
                  <a:lnTo>
                    <a:pt x="467617" y="1605773"/>
                  </a:lnTo>
                  <a:lnTo>
                    <a:pt x="465854" y="1604999"/>
                  </a:lnTo>
                  <a:lnTo>
                    <a:pt x="462914" y="1606493"/>
                  </a:lnTo>
                  <a:lnTo>
                    <a:pt x="458581" y="1604465"/>
                  </a:lnTo>
                  <a:lnTo>
                    <a:pt x="455038" y="1601729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6"/>
            <p:cNvSpPr/>
            <p:nvPr/>
          </p:nvSpPr>
          <p:spPr>
            <a:xfrm>
              <a:off x="1374656" y="3471272"/>
              <a:ext cx="1644424" cy="2353870"/>
            </a:xfrm>
            <a:custGeom>
              <a:avLst/>
              <a:pathLst>
                <a:path w="1644424" h="2353870">
                  <a:moveTo>
                    <a:pt x="457200" y="1600200"/>
                  </a:moveTo>
                  <a:lnTo>
                    <a:pt x="461419" y="1596051"/>
                  </a:lnTo>
                  <a:lnTo>
                    <a:pt x="469842" y="1592877"/>
                  </a:lnTo>
                  <a:lnTo>
                    <a:pt x="479426" y="1587561"/>
                  </a:lnTo>
                  <a:lnTo>
                    <a:pt x="492996" y="1578121"/>
                  </a:lnTo>
                  <a:lnTo>
                    <a:pt x="511738" y="1567286"/>
                  </a:lnTo>
                  <a:lnTo>
                    <a:pt x="527578" y="1559224"/>
                  </a:lnTo>
                  <a:lnTo>
                    <a:pt x="542037" y="1553935"/>
                  </a:lnTo>
                  <a:lnTo>
                    <a:pt x="552140" y="1551279"/>
                  </a:lnTo>
                  <a:lnTo>
                    <a:pt x="565431" y="1551880"/>
                  </a:lnTo>
                  <a:lnTo>
                    <a:pt x="570328" y="1554547"/>
                  </a:lnTo>
                  <a:lnTo>
                    <a:pt x="567083" y="1558201"/>
                  </a:lnTo>
                  <a:lnTo>
                    <a:pt x="565071" y="1562105"/>
                  </a:lnTo>
                  <a:lnTo>
                    <a:pt x="563044" y="1565091"/>
                  </a:lnTo>
                  <a:lnTo>
                    <a:pt x="563108" y="1570490"/>
                  </a:lnTo>
                  <a:lnTo>
                    <a:pt x="562961" y="1573642"/>
                  </a:lnTo>
                  <a:lnTo>
                    <a:pt x="560825" y="1575751"/>
                  </a:lnTo>
                  <a:lnTo>
                    <a:pt x="560817" y="1578043"/>
                  </a:lnTo>
                  <a:lnTo>
                    <a:pt x="562937" y="1584230"/>
                  </a:lnTo>
                  <a:lnTo>
                    <a:pt x="565257" y="1587120"/>
                  </a:lnTo>
                  <a:lnTo>
                    <a:pt x="570122" y="1585830"/>
                  </a:lnTo>
                  <a:lnTo>
                    <a:pt x="573047" y="1586097"/>
                  </a:lnTo>
                  <a:lnTo>
                    <a:pt x="578242" y="1588204"/>
                  </a:lnTo>
                  <a:lnTo>
                    <a:pt x="581867" y="1587335"/>
                  </a:lnTo>
                  <a:lnTo>
                    <a:pt x="587778" y="1586889"/>
                  </a:lnTo>
                  <a:lnTo>
                    <a:pt x="590578" y="1590429"/>
                  </a:lnTo>
                  <a:lnTo>
                    <a:pt x="595335" y="1590123"/>
                  </a:lnTo>
                  <a:lnTo>
                    <a:pt x="597451" y="1591419"/>
                  </a:lnTo>
                  <a:lnTo>
                    <a:pt x="602262" y="1588606"/>
                  </a:lnTo>
                  <a:lnTo>
                    <a:pt x="609144" y="1592691"/>
                  </a:lnTo>
                  <a:lnTo>
                    <a:pt x="610834" y="1589411"/>
                  </a:lnTo>
                  <a:lnTo>
                    <a:pt x="615071" y="1582848"/>
                  </a:lnTo>
                  <a:lnTo>
                    <a:pt x="616865" y="1578774"/>
                  </a:lnTo>
                  <a:lnTo>
                    <a:pt x="618460" y="1577370"/>
                  </a:lnTo>
                  <a:lnTo>
                    <a:pt x="621815" y="1578013"/>
                  </a:lnTo>
                  <a:lnTo>
                    <a:pt x="622182" y="1580105"/>
                  </a:lnTo>
                  <a:lnTo>
                    <a:pt x="625017" y="1581064"/>
                  </a:lnTo>
                  <a:lnTo>
                    <a:pt x="629946" y="1579725"/>
                  </a:lnTo>
                  <a:lnTo>
                    <a:pt x="627974" y="1574334"/>
                  </a:lnTo>
                  <a:lnTo>
                    <a:pt x="622684" y="1570583"/>
                  </a:lnTo>
                  <a:lnTo>
                    <a:pt x="616845" y="1568437"/>
                  </a:lnTo>
                  <a:lnTo>
                    <a:pt x="614052" y="1568332"/>
                  </a:lnTo>
                  <a:lnTo>
                    <a:pt x="608648" y="1571112"/>
                  </a:lnTo>
                  <a:lnTo>
                    <a:pt x="610352" y="1563956"/>
                  </a:lnTo>
                  <a:lnTo>
                    <a:pt x="610314" y="1560528"/>
                  </a:lnTo>
                  <a:lnTo>
                    <a:pt x="605438" y="1552910"/>
                  </a:lnTo>
                  <a:lnTo>
                    <a:pt x="604124" y="1548527"/>
                  </a:lnTo>
                  <a:lnTo>
                    <a:pt x="600277" y="1545710"/>
                  </a:lnTo>
                  <a:lnTo>
                    <a:pt x="596853" y="1544436"/>
                  </a:lnTo>
                  <a:lnTo>
                    <a:pt x="594570" y="1536544"/>
                  </a:lnTo>
                  <a:lnTo>
                    <a:pt x="595809" y="1533678"/>
                  </a:lnTo>
                  <a:lnTo>
                    <a:pt x="598711" y="1530797"/>
                  </a:lnTo>
                  <a:lnTo>
                    <a:pt x="598824" y="1528850"/>
                  </a:lnTo>
                  <a:lnTo>
                    <a:pt x="595100" y="1527409"/>
                  </a:lnTo>
                  <a:lnTo>
                    <a:pt x="590323" y="1527535"/>
                  </a:lnTo>
                  <a:lnTo>
                    <a:pt x="586690" y="1524717"/>
                  </a:lnTo>
                  <a:lnTo>
                    <a:pt x="580327" y="1522132"/>
                  </a:lnTo>
                  <a:lnTo>
                    <a:pt x="573890" y="1519477"/>
                  </a:lnTo>
                  <a:lnTo>
                    <a:pt x="571485" y="1518132"/>
                  </a:lnTo>
                  <a:lnTo>
                    <a:pt x="571254" y="1511445"/>
                  </a:lnTo>
                  <a:lnTo>
                    <a:pt x="569516" y="1497615"/>
                  </a:lnTo>
                  <a:lnTo>
                    <a:pt x="566700" y="1487376"/>
                  </a:lnTo>
                  <a:lnTo>
                    <a:pt x="562754" y="1481313"/>
                  </a:lnTo>
                  <a:lnTo>
                    <a:pt x="557180" y="1475807"/>
                  </a:lnTo>
                  <a:lnTo>
                    <a:pt x="546525" y="1460858"/>
                  </a:lnTo>
                  <a:lnTo>
                    <a:pt x="541746" y="1454017"/>
                  </a:lnTo>
                  <a:lnTo>
                    <a:pt x="540814" y="1453308"/>
                  </a:lnTo>
                  <a:lnTo>
                    <a:pt x="534989" y="1448843"/>
                  </a:lnTo>
                  <a:lnTo>
                    <a:pt x="531196" y="1447024"/>
                  </a:lnTo>
                  <a:lnTo>
                    <a:pt x="529260" y="1444699"/>
                  </a:lnTo>
                  <a:lnTo>
                    <a:pt x="527540" y="1439090"/>
                  </a:lnTo>
                  <a:lnTo>
                    <a:pt x="523393" y="1433963"/>
                  </a:lnTo>
                  <a:lnTo>
                    <a:pt x="517689" y="1430147"/>
                  </a:lnTo>
                  <a:lnTo>
                    <a:pt x="512659" y="1429143"/>
                  </a:lnTo>
                  <a:lnTo>
                    <a:pt x="518590" y="1425466"/>
                  </a:lnTo>
                  <a:lnTo>
                    <a:pt x="524533" y="1423888"/>
                  </a:lnTo>
                  <a:lnTo>
                    <a:pt x="526254" y="1418854"/>
                  </a:lnTo>
                  <a:lnTo>
                    <a:pt x="528271" y="1412958"/>
                  </a:lnTo>
                  <a:lnTo>
                    <a:pt x="530123" y="1405676"/>
                  </a:lnTo>
                  <a:lnTo>
                    <a:pt x="530905" y="1395991"/>
                  </a:lnTo>
                  <a:lnTo>
                    <a:pt x="537115" y="1397191"/>
                  </a:lnTo>
                  <a:lnTo>
                    <a:pt x="545369" y="1399150"/>
                  </a:lnTo>
                  <a:lnTo>
                    <a:pt x="557197" y="1398836"/>
                  </a:lnTo>
                  <a:lnTo>
                    <a:pt x="566696" y="1397633"/>
                  </a:lnTo>
                  <a:lnTo>
                    <a:pt x="572521" y="1397414"/>
                  </a:lnTo>
                  <a:lnTo>
                    <a:pt x="579875" y="1393554"/>
                  </a:lnTo>
                  <a:lnTo>
                    <a:pt x="588149" y="1386207"/>
                  </a:lnTo>
                  <a:lnTo>
                    <a:pt x="596290" y="1374919"/>
                  </a:lnTo>
                  <a:lnTo>
                    <a:pt x="599099" y="1366955"/>
                  </a:lnTo>
                  <a:lnTo>
                    <a:pt x="600418" y="1355005"/>
                  </a:lnTo>
                  <a:lnTo>
                    <a:pt x="602935" y="1346963"/>
                  </a:lnTo>
                  <a:lnTo>
                    <a:pt x="605241" y="1341370"/>
                  </a:lnTo>
                  <a:lnTo>
                    <a:pt x="610023" y="1334919"/>
                  </a:lnTo>
                  <a:lnTo>
                    <a:pt x="616905" y="1324171"/>
                  </a:lnTo>
                  <a:lnTo>
                    <a:pt x="621612" y="1317686"/>
                  </a:lnTo>
                  <a:lnTo>
                    <a:pt x="630799" y="1310115"/>
                  </a:lnTo>
                  <a:lnTo>
                    <a:pt x="636500" y="1312239"/>
                  </a:lnTo>
                  <a:lnTo>
                    <a:pt x="642267" y="1312999"/>
                  </a:lnTo>
                  <a:lnTo>
                    <a:pt x="652107" y="1308284"/>
                  </a:lnTo>
                  <a:lnTo>
                    <a:pt x="664807" y="1296888"/>
                  </a:lnTo>
                  <a:lnTo>
                    <a:pt x="672266" y="1287506"/>
                  </a:lnTo>
                  <a:lnTo>
                    <a:pt x="676961" y="1281895"/>
                  </a:lnTo>
                  <a:lnTo>
                    <a:pt x="686531" y="1276870"/>
                  </a:lnTo>
                  <a:lnTo>
                    <a:pt x="687393" y="1280668"/>
                  </a:lnTo>
                  <a:lnTo>
                    <a:pt x="692366" y="1282407"/>
                  </a:lnTo>
                  <a:lnTo>
                    <a:pt x="697800" y="1282320"/>
                  </a:lnTo>
                  <a:lnTo>
                    <a:pt x="701914" y="1280745"/>
                  </a:lnTo>
                  <a:lnTo>
                    <a:pt x="708431" y="1279965"/>
                  </a:lnTo>
                  <a:lnTo>
                    <a:pt x="713674" y="1277124"/>
                  </a:lnTo>
                  <a:lnTo>
                    <a:pt x="720655" y="1270503"/>
                  </a:lnTo>
                  <a:lnTo>
                    <a:pt x="725652" y="1262710"/>
                  </a:lnTo>
                  <a:lnTo>
                    <a:pt x="731133" y="1253242"/>
                  </a:lnTo>
                  <a:lnTo>
                    <a:pt x="733069" y="1250129"/>
                  </a:lnTo>
                  <a:lnTo>
                    <a:pt x="737771" y="1245760"/>
                  </a:lnTo>
                  <a:lnTo>
                    <a:pt x="738379" y="1249412"/>
                  </a:lnTo>
                  <a:lnTo>
                    <a:pt x="742523" y="1251690"/>
                  </a:lnTo>
                  <a:lnTo>
                    <a:pt x="746983" y="1252700"/>
                  </a:lnTo>
                  <a:lnTo>
                    <a:pt x="747475" y="1256449"/>
                  </a:lnTo>
                  <a:lnTo>
                    <a:pt x="750344" y="1255759"/>
                  </a:lnTo>
                  <a:lnTo>
                    <a:pt x="756202" y="1256939"/>
                  </a:lnTo>
                  <a:lnTo>
                    <a:pt x="757430" y="1261454"/>
                  </a:lnTo>
                  <a:lnTo>
                    <a:pt x="757161" y="1263729"/>
                  </a:lnTo>
                  <a:lnTo>
                    <a:pt x="753807" y="1266952"/>
                  </a:lnTo>
                  <a:lnTo>
                    <a:pt x="752684" y="1269240"/>
                  </a:lnTo>
                  <a:lnTo>
                    <a:pt x="748992" y="1270722"/>
                  </a:lnTo>
                  <a:lnTo>
                    <a:pt x="748415" y="1273757"/>
                  </a:lnTo>
                  <a:lnTo>
                    <a:pt x="749399" y="1278011"/>
                  </a:lnTo>
                  <a:lnTo>
                    <a:pt x="753136" y="1279283"/>
                  </a:lnTo>
                  <a:lnTo>
                    <a:pt x="756822" y="1278099"/>
                  </a:lnTo>
                  <a:lnTo>
                    <a:pt x="757956" y="1275531"/>
                  </a:lnTo>
                  <a:lnTo>
                    <a:pt x="757459" y="1271992"/>
                  </a:lnTo>
                  <a:lnTo>
                    <a:pt x="760376" y="1268380"/>
                  </a:lnTo>
                  <a:lnTo>
                    <a:pt x="762377" y="1262764"/>
                  </a:lnTo>
                  <a:lnTo>
                    <a:pt x="766280" y="1258273"/>
                  </a:lnTo>
                  <a:lnTo>
                    <a:pt x="768537" y="1259409"/>
                  </a:lnTo>
                  <a:lnTo>
                    <a:pt x="775503" y="1266777"/>
                  </a:lnTo>
                  <a:lnTo>
                    <a:pt x="774991" y="1271028"/>
                  </a:lnTo>
                  <a:lnTo>
                    <a:pt x="775718" y="1278563"/>
                  </a:lnTo>
                  <a:lnTo>
                    <a:pt x="778488" y="1278056"/>
                  </a:lnTo>
                  <a:lnTo>
                    <a:pt x="781220" y="1278525"/>
                  </a:lnTo>
                  <a:lnTo>
                    <a:pt x="784428" y="1281142"/>
                  </a:lnTo>
                  <a:lnTo>
                    <a:pt x="788957" y="1273844"/>
                  </a:lnTo>
                  <a:lnTo>
                    <a:pt x="793318" y="1273685"/>
                  </a:lnTo>
                  <a:lnTo>
                    <a:pt x="797979" y="1272903"/>
                  </a:lnTo>
                  <a:lnTo>
                    <a:pt x="801581" y="1270521"/>
                  </a:lnTo>
                  <a:lnTo>
                    <a:pt x="805272" y="1270829"/>
                  </a:lnTo>
                  <a:lnTo>
                    <a:pt x="808143" y="1272486"/>
                  </a:lnTo>
                  <a:lnTo>
                    <a:pt x="812182" y="1272250"/>
                  </a:lnTo>
                  <a:lnTo>
                    <a:pt x="817556" y="1273278"/>
                  </a:lnTo>
                  <a:lnTo>
                    <a:pt x="821549" y="1275112"/>
                  </a:lnTo>
                  <a:lnTo>
                    <a:pt x="822222" y="1276950"/>
                  </a:lnTo>
                  <a:lnTo>
                    <a:pt x="819300" y="1280541"/>
                  </a:lnTo>
                  <a:lnTo>
                    <a:pt x="819342" y="1283563"/>
                  </a:lnTo>
                  <a:lnTo>
                    <a:pt x="816997" y="1284703"/>
                  </a:lnTo>
                  <a:lnTo>
                    <a:pt x="817938" y="1288952"/>
                  </a:lnTo>
                  <a:lnTo>
                    <a:pt x="820679" y="1289642"/>
                  </a:lnTo>
                  <a:lnTo>
                    <a:pt x="825031" y="1290368"/>
                  </a:lnTo>
                  <a:lnTo>
                    <a:pt x="827125" y="1291539"/>
                  </a:lnTo>
                  <a:lnTo>
                    <a:pt x="832680" y="1291963"/>
                  </a:lnTo>
                  <a:lnTo>
                    <a:pt x="832088" y="1294901"/>
                  </a:lnTo>
                  <a:lnTo>
                    <a:pt x="832193" y="1299263"/>
                  </a:lnTo>
                  <a:lnTo>
                    <a:pt x="836894" y="1299083"/>
                  </a:lnTo>
                  <a:lnTo>
                    <a:pt x="841120" y="1300580"/>
                  </a:lnTo>
                  <a:lnTo>
                    <a:pt x="843654" y="1301925"/>
                  </a:lnTo>
                  <a:lnTo>
                    <a:pt x="846512" y="1297800"/>
                  </a:lnTo>
                  <a:lnTo>
                    <a:pt x="848724" y="1295776"/>
                  </a:lnTo>
                  <a:lnTo>
                    <a:pt x="851048" y="1295339"/>
                  </a:lnTo>
                  <a:lnTo>
                    <a:pt x="855515" y="1293587"/>
                  </a:lnTo>
                  <a:lnTo>
                    <a:pt x="858452" y="1294638"/>
                  </a:lnTo>
                  <a:lnTo>
                    <a:pt x="860883" y="1297006"/>
                  </a:lnTo>
                  <a:lnTo>
                    <a:pt x="865301" y="1295056"/>
                  </a:lnTo>
                  <a:lnTo>
                    <a:pt x="869075" y="1289896"/>
                  </a:lnTo>
                  <a:lnTo>
                    <a:pt x="871646" y="1290358"/>
                  </a:lnTo>
                  <a:lnTo>
                    <a:pt x="877057" y="1288276"/>
                  </a:lnTo>
                  <a:lnTo>
                    <a:pt x="882836" y="1289541"/>
                  </a:lnTo>
                  <a:lnTo>
                    <a:pt x="888143" y="1292561"/>
                  </a:lnTo>
                  <a:lnTo>
                    <a:pt x="893331" y="1291536"/>
                  </a:lnTo>
                  <a:lnTo>
                    <a:pt x="897557" y="1295478"/>
                  </a:lnTo>
                  <a:lnTo>
                    <a:pt x="898065" y="1298354"/>
                  </a:lnTo>
                  <a:lnTo>
                    <a:pt x="900417" y="1298564"/>
                  </a:lnTo>
                  <a:lnTo>
                    <a:pt x="903084" y="1295275"/>
                  </a:lnTo>
                  <a:lnTo>
                    <a:pt x="908143" y="1296632"/>
                  </a:lnTo>
                  <a:lnTo>
                    <a:pt x="910241" y="1297630"/>
                  </a:lnTo>
                  <a:lnTo>
                    <a:pt x="912734" y="1301984"/>
                  </a:lnTo>
                  <a:lnTo>
                    <a:pt x="919654" y="1302772"/>
                  </a:lnTo>
                  <a:lnTo>
                    <a:pt x="923491" y="1300853"/>
                  </a:lnTo>
                  <a:lnTo>
                    <a:pt x="925329" y="1303899"/>
                  </a:lnTo>
                  <a:lnTo>
                    <a:pt x="928820" y="1303768"/>
                  </a:lnTo>
                  <a:lnTo>
                    <a:pt x="930633" y="1300928"/>
                  </a:lnTo>
                  <a:lnTo>
                    <a:pt x="938210" y="1299457"/>
                  </a:lnTo>
                  <a:lnTo>
                    <a:pt x="946037" y="1299664"/>
                  </a:lnTo>
                  <a:lnTo>
                    <a:pt x="948673" y="1300337"/>
                  </a:lnTo>
                  <a:lnTo>
                    <a:pt x="951420" y="1298100"/>
                  </a:lnTo>
                  <a:lnTo>
                    <a:pt x="956881" y="1302287"/>
                  </a:lnTo>
                  <a:lnTo>
                    <a:pt x="961119" y="1304479"/>
                  </a:lnTo>
                  <a:lnTo>
                    <a:pt x="966794" y="1306207"/>
                  </a:lnTo>
                  <a:lnTo>
                    <a:pt x="972573" y="1306704"/>
                  </a:lnTo>
                  <a:lnTo>
                    <a:pt x="974638" y="1305240"/>
                  </a:lnTo>
                  <a:lnTo>
                    <a:pt x="977199" y="1305504"/>
                  </a:lnTo>
                  <a:lnTo>
                    <a:pt x="980876" y="1300186"/>
                  </a:lnTo>
                  <a:lnTo>
                    <a:pt x="984370" y="1298490"/>
                  </a:lnTo>
                  <a:lnTo>
                    <a:pt x="990901" y="1292553"/>
                  </a:lnTo>
                  <a:lnTo>
                    <a:pt x="998600" y="1289187"/>
                  </a:lnTo>
                  <a:lnTo>
                    <a:pt x="1000594" y="1289578"/>
                  </a:lnTo>
                  <a:lnTo>
                    <a:pt x="1003165" y="1287222"/>
                  </a:lnTo>
                  <a:lnTo>
                    <a:pt x="1009529" y="1289726"/>
                  </a:lnTo>
                  <a:lnTo>
                    <a:pt x="1015139" y="1291284"/>
                  </a:lnTo>
                  <a:lnTo>
                    <a:pt x="1022060" y="1295010"/>
                  </a:lnTo>
                  <a:lnTo>
                    <a:pt x="1023547" y="1297351"/>
                  </a:lnTo>
                  <a:lnTo>
                    <a:pt x="1027110" y="1297706"/>
                  </a:lnTo>
                  <a:lnTo>
                    <a:pt x="1032373" y="1300135"/>
                  </a:lnTo>
                  <a:lnTo>
                    <a:pt x="1039109" y="1301469"/>
                  </a:lnTo>
                  <a:lnTo>
                    <a:pt x="1046075" y="1305729"/>
                  </a:lnTo>
                  <a:lnTo>
                    <a:pt x="1050699" y="1305131"/>
                  </a:lnTo>
                  <a:lnTo>
                    <a:pt x="1055449" y="1306306"/>
                  </a:lnTo>
                  <a:lnTo>
                    <a:pt x="1071402" y="1377458"/>
                  </a:lnTo>
                  <a:lnTo>
                    <a:pt x="1110433" y="1542145"/>
                  </a:lnTo>
                  <a:lnTo>
                    <a:pt x="1173406" y="1785137"/>
                  </a:lnTo>
                  <a:lnTo>
                    <a:pt x="1199234" y="1878221"/>
                  </a:lnTo>
                  <a:lnTo>
                    <a:pt x="1200722" y="1883483"/>
                  </a:lnTo>
                  <a:lnTo>
                    <a:pt x="1215502" y="1884262"/>
                  </a:lnTo>
                  <a:lnTo>
                    <a:pt x="1215754" y="1878388"/>
                  </a:lnTo>
                  <a:lnTo>
                    <a:pt x="1231807" y="1881545"/>
                  </a:lnTo>
                  <a:lnTo>
                    <a:pt x="1237236" y="1869300"/>
                  </a:lnTo>
                  <a:lnTo>
                    <a:pt x="1254265" y="1862326"/>
                  </a:lnTo>
                  <a:lnTo>
                    <a:pt x="1255033" y="1864340"/>
                  </a:lnTo>
                  <a:lnTo>
                    <a:pt x="1256101" y="1879683"/>
                  </a:lnTo>
                  <a:lnTo>
                    <a:pt x="1262265" y="1883780"/>
                  </a:lnTo>
                  <a:lnTo>
                    <a:pt x="1273824" y="1885657"/>
                  </a:lnTo>
                  <a:lnTo>
                    <a:pt x="1277805" y="1892199"/>
                  </a:lnTo>
                  <a:lnTo>
                    <a:pt x="1280275" y="1894026"/>
                  </a:lnTo>
                  <a:lnTo>
                    <a:pt x="1318890" y="1914423"/>
                  </a:lnTo>
                  <a:lnTo>
                    <a:pt x="1327281" y="1928684"/>
                  </a:lnTo>
                  <a:lnTo>
                    <a:pt x="1328133" y="1933788"/>
                  </a:lnTo>
                  <a:lnTo>
                    <a:pt x="1330388" y="1932757"/>
                  </a:lnTo>
                  <a:lnTo>
                    <a:pt x="1333794" y="1925154"/>
                  </a:lnTo>
                  <a:lnTo>
                    <a:pt x="1342607" y="1912508"/>
                  </a:lnTo>
                  <a:lnTo>
                    <a:pt x="1343267" y="1910896"/>
                  </a:lnTo>
                  <a:lnTo>
                    <a:pt x="1350244" y="1907733"/>
                  </a:lnTo>
                  <a:lnTo>
                    <a:pt x="1350849" y="1901004"/>
                  </a:lnTo>
                  <a:lnTo>
                    <a:pt x="1351001" y="1899297"/>
                  </a:lnTo>
                  <a:lnTo>
                    <a:pt x="1346918" y="1888629"/>
                  </a:lnTo>
                  <a:lnTo>
                    <a:pt x="1350580" y="1888186"/>
                  </a:lnTo>
                  <a:lnTo>
                    <a:pt x="1352521" y="1882304"/>
                  </a:lnTo>
                  <a:lnTo>
                    <a:pt x="1351697" y="1880310"/>
                  </a:lnTo>
                  <a:lnTo>
                    <a:pt x="1347576" y="1879170"/>
                  </a:lnTo>
                  <a:lnTo>
                    <a:pt x="1351288" y="1874935"/>
                  </a:lnTo>
                  <a:lnTo>
                    <a:pt x="1357748" y="1870719"/>
                  </a:lnTo>
                  <a:lnTo>
                    <a:pt x="1362683" y="1864313"/>
                  </a:lnTo>
                  <a:lnTo>
                    <a:pt x="1368090" y="1857238"/>
                  </a:lnTo>
                  <a:lnTo>
                    <a:pt x="1377362" y="1860444"/>
                  </a:lnTo>
                  <a:lnTo>
                    <a:pt x="1378575" y="1862193"/>
                  </a:lnTo>
                  <a:lnTo>
                    <a:pt x="1382332" y="1863442"/>
                  </a:lnTo>
                  <a:lnTo>
                    <a:pt x="1386159" y="1865946"/>
                  </a:lnTo>
                  <a:lnTo>
                    <a:pt x="1388204" y="1871204"/>
                  </a:lnTo>
                  <a:lnTo>
                    <a:pt x="1388225" y="1874820"/>
                  </a:lnTo>
                  <a:lnTo>
                    <a:pt x="1390784" y="1876536"/>
                  </a:lnTo>
                  <a:lnTo>
                    <a:pt x="1391048" y="1878892"/>
                  </a:lnTo>
                  <a:lnTo>
                    <a:pt x="1394453" y="1881930"/>
                  </a:lnTo>
                  <a:lnTo>
                    <a:pt x="1402649" y="1880714"/>
                  </a:lnTo>
                  <a:lnTo>
                    <a:pt x="1405282" y="1884183"/>
                  </a:lnTo>
                  <a:lnTo>
                    <a:pt x="1409302" y="1886112"/>
                  </a:lnTo>
                  <a:lnTo>
                    <a:pt x="1411766" y="1885075"/>
                  </a:lnTo>
                  <a:lnTo>
                    <a:pt x="1416851" y="1889309"/>
                  </a:lnTo>
                  <a:lnTo>
                    <a:pt x="1417605" y="1893032"/>
                  </a:lnTo>
                  <a:lnTo>
                    <a:pt x="1420038" y="1892943"/>
                  </a:lnTo>
                  <a:lnTo>
                    <a:pt x="1421009" y="1895470"/>
                  </a:lnTo>
                  <a:lnTo>
                    <a:pt x="1424718" y="1898113"/>
                  </a:lnTo>
                  <a:lnTo>
                    <a:pt x="1439674" y="1900572"/>
                  </a:lnTo>
                  <a:lnTo>
                    <a:pt x="1446638" y="1905847"/>
                  </a:lnTo>
                  <a:lnTo>
                    <a:pt x="1460280" y="1912193"/>
                  </a:lnTo>
                  <a:lnTo>
                    <a:pt x="1458927" y="1915735"/>
                  </a:lnTo>
                  <a:lnTo>
                    <a:pt x="1465154" y="1920888"/>
                  </a:lnTo>
                  <a:lnTo>
                    <a:pt x="1473009" y="1925725"/>
                  </a:lnTo>
                  <a:lnTo>
                    <a:pt x="1479647" y="1933156"/>
                  </a:lnTo>
                  <a:lnTo>
                    <a:pt x="1489638" y="1939496"/>
                  </a:lnTo>
                  <a:lnTo>
                    <a:pt x="1496402" y="1945978"/>
                  </a:lnTo>
                  <a:lnTo>
                    <a:pt x="1502002" y="1950588"/>
                  </a:lnTo>
                  <a:lnTo>
                    <a:pt x="1507319" y="1954939"/>
                  </a:lnTo>
                  <a:lnTo>
                    <a:pt x="1516944" y="1961276"/>
                  </a:lnTo>
                  <a:lnTo>
                    <a:pt x="1523793" y="1967348"/>
                  </a:lnTo>
                  <a:lnTo>
                    <a:pt x="1523291" y="1975992"/>
                  </a:lnTo>
                  <a:lnTo>
                    <a:pt x="1534038" y="1974003"/>
                  </a:lnTo>
                  <a:lnTo>
                    <a:pt x="1536110" y="1984204"/>
                  </a:lnTo>
                  <a:lnTo>
                    <a:pt x="1536324" y="1985259"/>
                  </a:lnTo>
                  <a:lnTo>
                    <a:pt x="1545797" y="1985631"/>
                  </a:lnTo>
                  <a:lnTo>
                    <a:pt x="1546234" y="1989050"/>
                  </a:lnTo>
                  <a:lnTo>
                    <a:pt x="1552183" y="1996801"/>
                  </a:lnTo>
                  <a:lnTo>
                    <a:pt x="1559580" y="1992440"/>
                  </a:lnTo>
                  <a:lnTo>
                    <a:pt x="1564915" y="1994442"/>
                  </a:lnTo>
                  <a:lnTo>
                    <a:pt x="1576460" y="1995798"/>
                  </a:lnTo>
                  <a:lnTo>
                    <a:pt x="1580069" y="1996965"/>
                  </a:lnTo>
                  <a:lnTo>
                    <a:pt x="1589363" y="1994863"/>
                  </a:lnTo>
                  <a:lnTo>
                    <a:pt x="1592245" y="1995408"/>
                  </a:lnTo>
                  <a:lnTo>
                    <a:pt x="1597856" y="1997895"/>
                  </a:lnTo>
                  <a:lnTo>
                    <a:pt x="1603346" y="1997124"/>
                  </a:lnTo>
                  <a:lnTo>
                    <a:pt x="1607298" y="2002134"/>
                  </a:lnTo>
                  <a:lnTo>
                    <a:pt x="1610157" y="2001643"/>
                  </a:lnTo>
                  <a:lnTo>
                    <a:pt x="1613973" y="2001849"/>
                  </a:lnTo>
                  <a:lnTo>
                    <a:pt x="1617773" y="1998512"/>
                  </a:lnTo>
                  <a:lnTo>
                    <a:pt x="1624166" y="2003976"/>
                  </a:lnTo>
                  <a:lnTo>
                    <a:pt x="1626018" y="2008482"/>
                  </a:lnTo>
                  <a:lnTo>
                    <a:pt x="1626387" y="2014839"/>
                  </a:lnTo>
                  <a:lnTo>
                    <a:pt x="1625653" y="2016415"/>
                  </a:lnTo>
                  <a:lnTo>
                    <a:pt x="1626421" y="2019139"/>
                  </a:lnTo>
                  <a:lnTo>
                    <a:pt x="1627048" y="2021364"/>
                  </a:lnTo>
                  <a:lnTo>
                    <a:pt x="1629469" y="2023318"/>
                  </a:lnTo>
                  <a:lnTo>
                    <a:pt x="1632470" y="2030152"/>
                  </a:lnTo>
                  <a:lnTo>
                    <a:pt x="1635542" y="2033710"/>
                  </a:lnTo>
                  <a:lnTo>
                    <a:pt x="1638666" y="2036510"/>
                  </a:lnTo>
                  <a:lnTo>
                    <a:pt x="1641701" y="2041416"/>
                  </a:lnTo>
                  <a:lnTo>
                    <a:pt x="1643982" y="2042809"/>
                  </a:lnTo>
                  <a:lnTo>
                    <a:pt x="1644424" y="2045243"/>
                  </a:lnTo>
                  <a:lnTo>
                    <a:pt x="1643324" y="2051167"/>
                  </a:lnTo>
                  <a:lnTo>
                    <a:pt x="1643631" y="2056932"/>
                  </a:lnTo>
                  <a:lnTo>
                    <a:pt x="1644203" y="2062268"/>
                  </a:lnTo>
                  <a:lnTo>
                    <a:pt x="1643406" y="2070085"/>
                  </a:lnTo>
                  <a:lnTo>
                    <a:pt x="1640498" y="2079379"/>
                  </a:lnTo>
                  <a:lnTo>
                    <a:pt x="1638006" y="2082932"/>
                  </a:lnTo>
                  <a:lnTo>
                    <a:pt x="1639354" y="2085018"/>
                  </a:lnTo>
                  <a:lnTo>
                    <a:pt x="1638137" y="2087217"/>
                  </a:lnTo>
                  <a:lnTo>
                    <a:pt x="1635517" y="2085945"/>
                  </a:lnTo>
                  <a:lnTo>
                    <a:pt x="1632938" y="2085032"/>
                  </a:lnTo>
                  <a:lnTo>
                    <a:pt x="1631817" y="2086934"/>
                  </a:lnTo>
                  <a:lnTo>
                    <a:pt x="1631011" y="2087107"/>
                  </a:lnTo>
                  <a:lnTo>
                    <a:pt x="1627910" y="2085981"/>
                  </a:lnTo>
                  <a:lnTo>
                    <a:pt x="1625270" y="2081666"/>
                  </a:lnTo>
                  <a:lnTo>
                    <a:pt x="1623583" y="2079194"/>
                  </a:lnTo>
                  <a:lnTo>
                    <a:pt x="1622005" y="2077075"/>
                  </a:lnTo>
                  <a:lnTo>
                    <a:pt x="1620262" y="2076434"/>
                  </a:lnTo>
                  <a:lnTo>
                    <a:pt x="1619430" y="2073460"/>
                  </a:lnTo>
                  <a:lnTo>
                    <a:pt x="1617682" y="2071098"/>
                  </a:lnTo>
                  <a:lnTo>
                    <a:pt x="1615698" y="2070102"/>
                  </a:lnTo>
                  <a:lnTo>
                    <a:pt x="1613383" y="2068086"/>
                  </a:lnTo>
                  <a:lnTo>
                    <a:pt x="1612421" y="2066568"/>
                  </a:lnTo>
                  <a:lnTo>
                    <a:pt x="1610170" y="2067248"/>
                  </a:lnTo>
                  <a:lnTo>
                    <a:pt x="1611637" y="2072826"/>
                  </a:lnTo>
                  <a:lnTo>
                    <a:pt x="1613404" y="2076522"/>
                  </a:lnTo>
                  <a:lnTo>
                    <a:pt x="1613091" y="2080453"/>
                  </a:lnTo>
                  <a:lnTo>
                    <a:pt x="1614414" y="2083257"/>
                  </a:lnTo>
                  <a:lnTo>
                    <a:pt x="1616572" y="2083652"/>
                  </a:lnTo>
                  <a:lnTo>
                    <a:pt x="1616160" y="2087589"/>
                  </a:lnTo>
                  <a:lnTo>
                    <a:pt x="1614033" y="2089175"/>
                  </a:lnTo>
                  <a:lnTo>
                    <a:pt x="1609687" y="2088674"/>
                  </a:lnTo>
                  <a:lnTo>
                    <a:pt x="1606949" y="2087632"/>
                  </a:lnTo>
                  <a:lnTo>
                    <a:pt x="1603679" y="2089175"/>
                  </a:lnTo>
                  <a:lnTo>
                    <a:pt x="1602404" y="2088713"/>
                  </a:lnTo>
                  <a:lnTo>
                    <a:pt x="1601768" y="2086510"/>
                  </a:lnTo>
                  <a:lnTo>
                    <a:pt x="1601374" y="2085146"/>
                  </a:lnTo>
                  <a:lnTo>
                    <a:pt x="1599264" y="2083981"/>
                  </a:lnTo>
                  <a:lnTo>
                    <a:pt x="1599631" y="2080052"/>
                  </a:lnTo>
                  <a:lnTo>
                    <a:pt x="1598638" y="2079235"/>
                  </a:lnTo>
                  <a:lnTo>
                    <a:pt x="1595851" y="2079770"/>
                  </a:lnTo>
                  <a:lnTo>
                    <a:pt x="1593581" y="2080203"/>
                  </a:lnTo>
                  <a:lnTo>
                    <a:pt x="1589214" y="2077405"/>
                  </a:lnTo>
                  <a:lnTo>
                    <a:pt x="1585756" y="2072699"/>
                  </a:lnTo>
                  <a:lnTo>
                    <a:pt x="1582525" y="2065008"/>
                  </a:lnTo>
                  <a:lnTo>
                    <a:pt x="1581902" y="2062806"/>
                  </a:lnTo>
                  <a:lnTo>
                    <a:pt x="1576827" y="2062331"/>
                  </a:lnTo>
                  <a:lnTo>
                    <a:pt x="1571001" y="2061447"/>
                  </a:lnTo>
                  <a:lnTo>
                    <a:pt x="1567885" y="2060303"/>
                  </a:lnTo>
                  <a:lnTo>
                    <a:pt x="1566162" y="2057886"/>
                  </a:lnTo>
                  <a:lnTo>
                    <a:pt x="1563652" y="2054358"/>
                  </a:lnTo>
                  <a:lnTo>
                    <a:pt x="1560812" y="2051477"/>
                  </a:lnTo>
                  <a:lnTo>
                    <a:pt x="1563708" y="2046656"/>
                  </a:lnTo>
                  <a:lnTo>
                    <a:pt x="1563999" y="2042060"/>
                  </a:lnTo>
                  <a:lnTo>
                    <a:pt x="1559673" y="2041027"/>
                  </a:lnTo>
                  <a:lnTo>
                    <a:pt x="1556134" y="2042311"/>
                  </a:lnTo>
                  <a:lnTo>
                    <a:pt x="1556683" y="2047154"/>
                  </a:lnTo>
                  <a:lnTo>
                    <a:pt x="1553690" y="2046678"/>
                  </a:lnTo>
                  <a:lnTo>
                    <a:pt x="1550071" y="2042977"/>
                  </a:lnTo>
                  <a:lnTo>
                    <a:pt x="1545908" y="2037228"/>
                  </a:lnTo>
                  <a:lnTo>
                    <a:pt x="1543919" y="2041272"/>
                  </a:lnTo>
                  <a:lnTo>
                    <a:pt x="1538077" y="2037695"/>
                  </a:lnTo>
                  <a:lnTo>
                    <a:pt x="1535088" y="2031719"/>
                  </a:lnTo>
                  <a:lnTo>
                    <a:pt x="1530690" y="2032277"/>
                  </a:lnTo>
                  <a:lnTo>
                    <a:pt x="1529613" y="2032678"/>
                  </a:lnTo>
                  <a:lnTo>
                    <a:pt x="1527444" y="2031876"/>
                  </a:lnTo>
                  <a:lnTo>
                    <a:pt x="1525630" y="2030623"/>
                  </a:lnTo>
                  <a:lnTo>
                    <a:pt x="1523027" y="2030459"/>
                  </a:lnTo>
                  <a:lnTo>
                    <a:pt x="1521402" y="2030142"/>
                  </a:lnTo>
                  <a:lnTo>
                    <a:pt x="1521030" y="2029243"/>
                  </a:lnTo>
                  <a:lnTo>
                    <a:pt x="1521010" y="2028413"/>
                  </a:lnTo>
                  <a:lnTo>
                    <a:pt x="1521516" y="2022520"/>
                  </a:lnTo>
                  <a:lnTo>
                    <a:pt x="1523530" y="2020319"/>
                  </a:lnTo>
                  <a:lnTo>
                    <a:pt x="1526951" y="2019352"/>
                  </a:lnTo>
                  <a:lnTo>
                    <a:pt x="1531629" y="2016225"/>
                  </a:lnTo>
                  <a:lnTo>
                    <a:pt x="1532957" y="2010972"/>
                  </a:lnTo>
                  <a:lnTo>
                    <a:pt x="1534441" y="2007847"/>
                  </a:lnTo>
                  <a:lnTo>
                    <a:pt x="1530173" y="2004686"/>
                  </a:lnTo>
                  <a:lnTo>
                    <a:pt x="1528123" y="2001182"/>
                  </a:lnTo>
                  <a:lnTo>
                    <a:pt x="1527736" y="2000545"/>
                  </a:lnTo>
                  <a:lnTo>
                    <a:pt x="1526294" y="1998174"/>
                  </a:lnTo>
                  <a:lnTo>
                    <a:pt x="1516655" y="1995751"/>
                  </a:lnTo>
                  <a:lnTo>
                    <a:pt x="1510177" y="1989205"/>
                  </a:lnTo>
                  <a:lnTo>
                    <a:pt x="1507428" y="1986619"/>
                  </a:lnTo>
                  <a:lnTo>
                    <a:pt x="1499724" y="1987500"/>
                  </a:lnTo>
                  <a:lnTo>
                    <a:pt x="1495876" y="1985735"/>
                  </a:lnTo>
                  <a:lnTo>
                    <a:pt x="1494212" y="1988162"/>
                  </a:lnTo>
                  <a:lnTo>
                    <a:pt x="1488699" y="1987410"/>
                  </a:lnTo>
                  <a:lnTo>
                    <a:pt x="1484307" y="1983608"/>
                  </a:lnTo>
                  <a:lnTo>
                    <a:pt x="1484428" y="1979210"/>
                  </a:lnTo>
                  <a:lnTo>
                    <a:pt x="1483403" y="1975268"/>
                  </a:lnTo>
                  <a:lnTo>
                    <a:pt x="1479551" y="1969733"/>
                  </a:lnTo>
                  <a:lnTo>
                    <a:pt x="1478010" y="1966446"/>
                  </a:lnTo>
                  <a:lnTo>
                    <a:pt x="1473811" y="1964981"/>
                  </a:lnTo>
                  <a:lnTo>
                    <a:pt x="1471023" y="1963016"/>
                  </a:lnTo>
                  <a:lnTo>
                    <a:pt x="1469527" y="1957551"/>
                  </a:lnTo>
                  <a:lnTo>
                    <a:pt x="1466453" y="1953928"/>
                  </a:lnTo>
                  <a:lnTo>
                    <a:pt x="1466180" y="1953605"/>
                  </a:lnTo>
                  <a:lnTo>
                    <a:pt x="1458399" y="1947131"/>
                  </a:lnTo>
                  <a:lnTo>
                    <a:pt x="1449424" y="1942321"/>
                  </a:lnTo>
                  <a:lnTo>
                    <a:pt x="1446436" y="1937407"/>
                  </a:lnTo>
                  <a:lnTo>
                    <a:pt x="1443298" y="1935527"/>
                  </a:lnTo>
                  <a:lnTo>
                    <a:pt x="1440752" y="1936761"/>
                  </a:lnTo>
                  <a:lnTo>
                    <a:pt x="1436325" y="1937886"/>
                  </a:lnTo>
                  <a:lnTo>
                    <a:pt x="1433260" y="1937918"/>
                  </a:lnTo>
                  <a:lnTo>
                    <a:pt x="1427879" y="1938841"/>
                  </a:lnTo>
                  <a:lnTo>
                    <a:pt x="1421011" y="1931844"/>
                  </a:lnTo>
                  <a:lnTo>
                    <a:pt x="1414013" y="1930267"/>
                  </a:lnTo>
                  <a:lnTo>
                    <a:pt x="1410454" y="1932188"/>
                  </a:lnTo>
                  <a:lnTo>
                    <a:pt x="1409279" y="1932819"/>
                  </a:lnTo>
                  <a:lnTo>
                    <a:pt x="1412060" y="1936816"/>
                  </a:lnTo>
                  <a:lnTo>
                    <a:pt x="1414121" y="1940410"/>
                  </a:lnTo>
                  <a:lnTo>
                    <a:pt x="1412965" y="1942042"/>
                  </a:lnTo>
                  <a:lnTo>
                    <a:pt x="1415486" y="1947346"/>
                  </a:lnTo>
                  <a:lnTo>
                    <a:pt x="1410503" y="1946899"/>
                  </a:lnTo>
                  <a:lnTo>
                    <a:pt x="1408035" y="1947513"/>
                  </a:lnTo>
                  <a:lnTo>
                    <a:pt x="1402757" y="1942831"/>
                  </a:lnTo>
                  <a:lnTo>
                    <a:pt x="1401608" y="1943575"/>
                  </a:lnTo>
                  <a:lnTo>
                    <a:pt x="1399024" y="1945246"/>
                  </a:lnTo>
                  <a:lnTo>
                    <a:pt x="1396030" y="1946867"/>
                  </a:lnTo>
                  <a:lnTo>
                    <a:pt x="1392090" y="1943505"/>
                  </a:lnTo>
                  <a:lnTo>
                    <a:pt x="1386834" y="1946725"/>
                  </a:lnTo>
                  <a:lnTo>
                    <a:pt x="1383195" y="1948268"/>
                  </a:lnTo>
                  <a:lnTo>
                    <a:pt x="1381953" y="1951342"/>
                  </a:lnTo>
                  <a:lnTo>
                    <a:pt x="1378008" y="1954838"/>
                  </a:lnTo>
                  <a:lnTo>
                    <a:pt x="1373191" y="1957579"/>
                  </a:lnTo>
                  <a:lnTo>
                    <a:pt x="1369673" y="1957979"/>
                  </a:lnTo>
                  <a:lnTo>
                    <a:pt x="1369565" y="1960665"/>
                  </a:lnTo>
                  <a:lnTo>
                    <a:pt x="1370543" y="1962519"/>
                  </a:lnTo>
                  <a:lnTo>
                    <a:pt x="1370423" y="1964427"/>
                  </a:lnTo>
                  <a:lnTo>
                    <a:pt x="1367134" y="1965615"/>
                  </a:lnTo>
                  <a:lnTo>
                    <a:pt x="1365489" y="1962568"/>
                  </a:lnTo>
                  <a:lnTo>
                    <a:pt x="1360383" y="1961638"/>
                  </a:lnTo>
                  <a:lnTo>
                    <a:pt x="1357616" y="1959039"/>
                  </a:lnTo>
                  <a:lnTo>
                    <a:pt x="1354674" y="1957875"/>
                  </a:lnTo>
                  <a:lnTo>
                    <a:pt x="1352091" y="1959319"/>
                  </a:lnTo>
                  <a:lnTo>
                    <a:pt x="1346120" y="1957819"/>
                  </a:lnTo>
                  <a:lnTo>
                    <a:pt x="1341851" y="1956778"/>
                  </a:lnTo>
                  <a:lnTo>
                    <a:pt x="1333537" y="1953421"/>
                  </a:lnTo>
                  <a:lnTo>
                    <a:pt x="1330582" y="1953149"/>
                  </a:lnTo>
                  <a:lnTo>
                    <a:pt x="1328756" y="1950564"/>
                  </a:lnTo>
                  <a:lnTo>
                    <a:pt x="1322422" y="1947147"/>
                  </a:lnTo>
                  <a:lnTo>
                    <a:pt x="1318229" y="1945121"/>
                  </a:lnTo>
                  <a:lnTo>
                    <a:pt x="1318062" y="1944076"/>
                  </a:lnTo>
                  <a:lnTo>
                    <a:pt x="1317720" y="1941944"/>
                  </a:lnTo>
                  <a:lnTo>
                    <a:pt x="1316052" y="1939705"/>
                  </a:lnTo>
                  <a:lnTo>
                    <a:pt x="1311241" y="1936655"/>
                  </a:lnTo>
                  <a:lnTo>
                    <a:pt x="1305083" y="1933818"/>
                  </a:lnTo>
                  <a:lnTo>
                    <a:pt x="1300419" y="1932993"/>
                  </a:lnTo>
                  <a:lnTo>
                    <a:pt x="1291030" y="1932228"/>
                  </a:lnTo>
                  <a:lnTo>
                    <a:pt x="1284498" y="1929266"/>
                  </a:lnTo>
                  <a:lnTo>
                    <a:pt x="1280428" y="1928016"/>
                  </a:lnTo>
                  <a:lnTo>
                    <a:pt x="1275243" y="1927227"/>
                  </a:lnTo>
                  <a:lnTo>
                    <a:pt x="1268445" y="1926199"/>
                  </a:lnTo>
                  <a:lnTo>
                    <a:pt x="1263282" y="1925123"/>
                  </a:lnTo>
                  <a:lnTo>
                    <a:pt x="1255560" y="1922360"/>
                  </a:lnTo>
                  <a:lnTo>
                    <a:pt x="1247284" y="1919313"/>
                  </a:lnTo>
                  <a:lnTo>
                    <a:pt x="1249288" y="1913444"/>
                  </a:lnTo>
                  <a:lnTo>
                    <a:pt x="1253481" y="1910753"/>
                  </a:lnTo>
                  <a:lnTo>
                    <a:pt x="1252149" y="1906748"/>
                  </a:lnTo>
                  <a:lnTo>
                    <a:pt x="1249456" y="1900054"/>
                  </a:lnTo>
                  <a:lnTo>
                    <a:pt x="1244382" y="1900968"/>
                  </a:lnTo>
                  <a:lnTo>
                    <a:pt x="1242238" y="1903788"/>
                  </a:lnTo>
                  <a:lnTo>
                    <a:pt x="1237047" y="1908630"/>
                  </a:lnTo>
                  <a:lnTo>
                    <a:pt x="1234647" y="1910790"/>
                  </a:lnTo>
                  <a:lnTo>
                    <a:pt x="1233604" y="1914363"/>
                  </a:lnTo>
                  <a:lnTo>
                    <a:pt x="1228478" y="1915251"/>
                  </a:lnTo>
                  <a:lnTo>
                    <a:pt x="1216914" y="1917042"/>
                  </a:lnTo>
                  <a:lnTo>
                    <a:pt x="1212727" y="1916826"/>
                  </a:lnTo>
                  <a:lnTo>
                    <a:pt x="1204856" y="1915161"/>
                  </a:lnTo>
                  <a:lnTo>
                    <a:pt x="1197029" y="1913818"/>
                  </a:lnTo>
                  <a:lnTo>
                    <a:pt x="1193409" y="1911255"/>
                  </a:lnTo>
                  <a:lnTo>
                    <a:pt x="1189593" y="1909959"/>
                  </a:lnTo>
                  <a:lnTo>
                    <a:pt x="1185520" y="1911198"/>
                  </a:lnTo>
                  <a:lnTo>
                    <a:pt x="1179627" y="1909777"/>
                  </a:lnTo>
                  <a:lnTo>
                    <a:pt x="1175053" y="1910210"/>
                  </a:lnTo>
                  <a:lnTo>
                    <a:pt x="1163754" y="1910382"/>
                  </a:lnTo>
                  <a:lnTo>
                    <a:pt x="1154186" y="1911608"/>
                  </a:lnTo>
                  <a:lnTo>
                    <a:pt x="1149507" y="1913193"/>
                  </a:lnTo>
                  <a:lnTo>
                    <a:pt x="1145227" y="1915847"/>
                  </a:lnTo>
                  <a:lnTo>
                    <a:pt x="1139618" y="1918074"/>
                  </a:lnTo>
                  <a:lnTo>
                    <a:pt x="1129618" y="1922242"/>
                  </a:lnTo>
                  <a:lnTo>
                    <a:pt x="1125456" y="1925155"/>
                  </a:lnTo>
                  <a:lnTo>
                    <a:pt x="1122472" y="1927577"/>
                  </a:lnTo>
                  <a:lnTo>
                    <a:pt x="1118901" y="1926732"/>
                  </a:lnTo>
                  <a:lnTo>
                    <a:pt x="1117115" y="1925295"/>
                  </a:lnTo>
                  <a:lnTo>
                    <a:pt x="1114587" y="1922167"/>
                  </a:lnTo>
                  <a:lnTo>
                    <a:pt x="1112103" y="1921623"/>
                  </a:lnTo>
                  <a:lnTo>
                    <a:pt x="1107779" y="1924461"/>
                  </a:lnTo>
                  <a:lnTo>
                    <a:pt x="1104619" y="1921509"/>
                  </a:lnTo>
                  <a:lnTo>
                    <a:pt x="1100531" y="1920540"/>
                  </a:lnTo>
                  <a:lnTo>
                    <a:pt x="1097261" y="1919624"/>
                  </a:lnTo>
                  <a:lnTo>
                    <a:pt x="1088985" y="1920160"/>
                  </a:lnTo>
                  <a:lnTo>
                    <a:pt x="1087317" y="1916609"/>
                  </a:lnTo>
                  <a:lnTo>
                    <a:pt x="1083078" y="1915550"/>
                  </a:lnTo>
                  <a:lnTo>
                    <a:pt x="1082034" y="1917382"/>
                  </a:lnTo>
                  <a:lnTo>
                    <a:pt x="1078413" y="1917261"/>
                  </a:lnTo>
                  <a:lnTo>
                    <a:pt x="1074225" y="1915540"/>
                  </a:lnTo>
                  <a:lnTo>
                    <a:pt x="1070918" y="1918619"/>
                  </a:lnTo>
                  <a:lnTo>
                    <a:pt x="1067426" y="1920532"/>
                  </a:lnTo>
                  <a:lnTo>
                    <a:pt x="1061228" y="1918800"/>
                  </a:lnTo>
                  <a:lnTo>
                    <a:pt x="1056192" y="1917520"/>
                  </a:lnTo>
                  <a:lnTo>
                    <a:pt x="1053609" y="1919598"/>
                  </a:lnTo>
                  <a:lnTo>
                    <a:pt x="1050672" y="1921373"/>
                  </a:lnTo>
                  <a:lnTo>
                    <a:pt x="1049769" y="1922203"/>
                  </a:lnTo>
                  <a:lnTo>
                    <a:pt x="1045268" y="1923972"/>
                  </a:lnTo>
                  <a:lnTo>
                    <a:pt x="1042857" y="1926660"/>
                  </a:lnTo>
                  <a:lnTo>
                    <a:pt x="1040149" y="1930811"/>
                  </a:lnTo>
                  <a:lnTo>
                    <a:pt x="1038873" y="1930974"/>
                  </a:lnTo>
                  <a:lnTo>
                    <a:pt x="1037158" y="1928936"/>
                  </a:lnTo>
                  <a:lnTo>
                    <a:pt x="1030562" y="1929627"/>
                  </a:lnTo>
                  <a:lnTo>
                    <a:pt x="1028959" y="1933329"/>
                  </a:lnTo>
                  <a:lnTo>
                    <a:pt x="1025385" y="1938627"/>
                  </a:lnTo>
                  <a:lnTo>
                    <a:pt x="1022875" y="1943341"/>
                  </a:lnTo>
                  <a:lnTo>
                    <a:pt x="1020521" y="1949880"/>
                  </a:lnTo>
                  <a:lnTo>
                    <a:pt x="1022249" y="1953081"/>
                  </a:lnTo>
                  <a:lnTo>
                    <a:pt x="1019050" y="1954285"/>
                  </a:lnTo>
                  <a:lnTo>
                    <a:pt x="1019090" y="1957392"/>
                  </a:lnTo>
                  <a:lnTo>
                    <a:pt x="1021746" y="1958746"/>
                  </a:lnTo>
                  <a:lnTo>
                    <a:pt x="1018754" y="1961730"/>
                  </a:lnTo>
                  <a:lnTo>
                    <a:pt x="1014988" y="1964099"/>
                  </a:lnTo>
                  <a:lnTo>
                    <a:pt x="1011739" y="1966205"/>
                  </a:lnTo>
                  <a:lnTo>
                    <a:pt x="1008832" y="1968906"/>
                  </a:lnTo>
                  <a:lnTo>
                    <a:pt x="1007040" y="1967952"/>
                  </a:lnTo>
                  <a:lnTo>
                    <a:pt x="1006885" y="1964473"/>
                  </a:lnTo>
                  <a:lnTo>
                    <a:pt x="1008192" y="1961922"/>
                  </a:lnTo>
                  <a:lnTo>
                    <a:pt x="1004180" y="1956969"/>
                  </a:lnTo>
                  <a:lnTo>
                    <a:pt x="1000015" y="1958233"/>
                  </a:lnTo>
                  <a:lnTo>
                    <a:pt x="995759" y="1960414"/>
                  </a:lnTo>
                  <a:lnTo>
                    <a:pt x="996242" y="1957425"/>
                  </a:lnTo>
                  <a:lnTo>
                    <a:pt x="992851" y="1954302"/>
                  </a:lnTo>
                  <a:lnTo>
                    <a:pt x="990909" y="1958363"/>
                  </a:lnTo>
                  <a:lnTo>
                    <a:pt x="989111" y="1961474"/>
                  </a:lnTo>
                  <a:lnTo>
                    <a:pt x="984749" y="1963624"/>
                  </a:lnTo>
                  <a:lnTo>
                    <a:pt x="984229" y="1963209"/>
                  </a:lnTo>
                  <a:lnTo>
                    <a:pt x="982820" y="1962083"/>
                  </a:lnTo>
                  <a:lnTo>
                    <a:pt x="979444" y="1962183"/>
                  </a:lnTo>
                  <a:lnTo>
                    <a:pt x="978040" y="1964311"/>
                  </a:lnTo>
                  <a:lnTo>
                    <a:pt x="975466" y="1962878"/>
                  </a:lnTo>
                  <a:lnTo>
                    <a:pt x="972644" y="1964137"/>
                  </a:lnTo>
                  <a:lnTo>
                    <a:pt x="969810" y="1962916"/>
                  </a:lnTo>
                  <a:lnTo>
                    <a:pt x="967248" y="1965336"/>
                  </a:lnTo>
                  <a:lnTo>
                    <a:pt x="966491" y="1969853"/>
                  </a:lnTo>
                  <a:lnTo>
                    <a:pt x="963744" y="1972720"/>
                  </a:lnTo>
                  <a:lnTo>
                    <a:pt x="960218" y="1968886"/>
                  </a:lnTo>
                  <a:lnTo>
                    <a:pt x="957783" y="1972685"/>
                  </a:lnTo>
                  <a:lnTo>
                    <a:pt x="957671" y="1976291"/>
                  </a:lnTo>
                  <a:lnTo>
                    <a:pt x="960573" y="1977545"/>
                  </a:lnTo>
                  <a:lnTo>
                    <a:pt x="960615" y="1981748"/>
                  </a:lnTo>
                  <a:lnTo>
                    <a:pt x="957411" y="1980495"/>
                  </a:lnTo>
                  <a:lnTo>
                    <a:pt x="954563" y="1982800"/>
                  </a:lnTo>
                  <a:lnTo>
                    <a:pt x="954846" y="1987296"/>
                  </a:lnTo>
                  <a:lnTo>
                    <a:pt x="951335" y="1983711"/>
                  </a:lnTo>
                  <a:lnTo>
                    <a:pt x="949153" y="1984702"/>
                  </a:lnTo>
                  <a:lnTo>
                    <a:pt x="947306" y="1989035"/>
                  </a:lnTo>
                  <a:lnTo>
                    <a:pt x="944130" y="1994407"/>
                  </a:lnTo>
                  <a:lnTo>
                    <a:pt x="940631" y="2000887"/>
                  </a:lnTo>
                  <a:lnTo>
                    <a:pt x="940559" y="2003661"/>
                  </a:lnTo>
                  <a:lnTo>
                    <a:pt x="938953" y="2005568"/>
                  </a:lnTo>
                  <a:lnTo>
                    <a:pt x="938730" y="2009392"/>
                  </a:lnTo>
                  <a:lnTo>
                    <a:pt x="937372" y="2009520"/>
                  </a:lnTo>
                  <a:lnTo>
                    <a:pt x="935181" y="2004703"/>
                  </a:lnTo>
                  <a:lnTo>
                    <a:pt x="934216" y="2002614"/>
                  </a:lnTo>
                  <a:lnTo>
                    <a:pt x="931863" y="2003714"/>
                  </a:lnTo>
                  <a:lnTo>
                    <a:pt x="931581" y="2007625"/>
                  </a:lnTo>
                  <a:lnTo>
                    <a:pt x="930215" y="2013149"/>
                  </a:lnTo>
                  <a:lnTo>
                    <a:pt x="929113" y="2014196"/>
                  </a:lnTo>
                  <a:lnTo>
                    <a:pt x="925714" y="2012187"/>
                  </a:lnTo>
                  <a:lnTo>
                    <a:pt x="923250" y="2014242"/>
                  </a:lnTo>
                  <a:lnTo>
                    <a:pt x="924351" y="2016520"/>
                  </a:lnTo>
                  <a:lnTo>
                    <a:pt x="923042" y="2019003"/>
                  </a:lnTo>
                  <a:lnTo>
                    <a:pt x="921350" y="2019850"/>
                  </a:lnTo>
                  <a:lnTo>
                    <a:pt x="917715" y="2021332"/>
                  </a:lnTo>
                  <a:lnTo>
                    <a:pt x="912762" y="2021445"/>
                  </a:lnTo>
                  <a:lnTo>
                    <a:pt x="911115" y="2021502"/>
                  </a:lnTo>
                  <a:lnTo>
                    <a:pt x="907046" y="2020756"/>
                  </a:lnTo>
                  <a:lnTo>
                    <a:pt x="909129" y="2027478"/>
                  </a:lnTo>
                  <a:lnTo>
                    <a:pt x="902616" y="2031413"/>
                  </a:lnTo>
                  <a:lnTo>
                    <a:pt x="896223" y="2028734"/>
                  </a:lnTo>
                  <a:lnTo>
                    <a:pt x="893772" y="2023611"/>
                  </a:lnTo>
                  <a:lnTo>
                    <a:pt x="891277" y="2020597"/>
                  </a:lnTo>
                  <a:lnTo>
                    <a:pt x="891348" y="2016245"/>
                  </a:lnTo>
                  <a:lnTo>
                    <a:pt x="893003" y="2011033"/>
                  </a:lnTo>
                  <a:lnTo>
                    <a:pt x="896900" y="2007399"/>
                  </a:lnTo>
                  <a:lnTo>
                    <a:pt x="903195" y="2002892"/>
                  </a:lnTo>
                  <a:lnTo>
                    <a:pt x="908385" y="1998897"/>
                  </a:lnTo>
                  <a:lnTo>
                    <a:pt x="911519" y="1994685"/>
                  </a:lnTo>
                  <a:lnTo>
                    <a:pt x="908207" y="1990805"/>
                  </a:lnTo>
                  <a:lnTo>
                    <a:pt x="904123" y="1994588"/>
                  </a:lnTo>
                  <a:lnTo>
                    <a:pt x="898348" y="1995485"/>
                  </a:lnTo>
                  <a:lnTo>
                    <a:pt x="894928" y="1993387"/>
                  </a:lnTo>
                  <a:lnTo>
                    <a:pt x="890590" y="1988548"/>
                  </a:lnTo>
                  <a:lnTo>
                    <a:pt x="891619" y="1983484"/>
                  </a:lnTo>
                  <a:lnTo>
                    <a:pt x="892661" y="1978535"/>
                  </a:lnTo>
                  <a:lnTo>
                    <a:pt x="893065" y="1972461"/>
                  </a:lnTo>
                  <a:lnTo>
                    <a:pt x="895580" y="1966209"/>
                  </a:lnTo>
                  <a:lnTo>
                    <a:pt x="900052" y="1958150"/>
                  </a:lnTo>
                  <a:lnTo>
                    <a:pt x="900500" y="1952580"/>
                  </a:lnTo>
                  <a:lnTo>
                    <a:pt x="900298" y="1947647"/>
                  </a:lnTo>
                  <a:lnTo>
                    <a:pt x="901944" y="1946454"/>
                  </a:lnTo>
                  <a:lnTo>
                    <a:pt x="901725" y="1939357"/>
                  </a:lnTo>
                  <a:lnTo>
                    <a:pt x="900555" y="1935246"/>
                  </a:lnTo>
                  <a:lnTo>
                    <a:pt x="898580" y="1930722"/>
                  </a:lnTo>
                  <a:lnTo>
                    <a:pt x="896210" y="1926053"/>
                  </a:lnTo>
                  <a:lnTo>
                    <a:pt x="897169" y="1924441"/>
                  </a:lnTo>
                  <a:lnTo>
                    <a:pt x="900011" y="1921662"/>
                  </a:lnTo>
                  <a:lnTo>
                    <a:pt x="905578" y="1919701"/>
                  </a:lnTo>
                  <a:lnTo>
                    <a:pt x="909811" y="1914767"/>
                  </a:lnTo>
                  <a:lnTo>
                    <a:pt x="914508" y="1908514"/>
                  </a:lnTo>
                  <a:lnTo>
                    <a:pt x="919713" y="1903115"/>
                  </a:lnTo>
                  <a:lnTo>
                    <a:pt x="922314" y="1900856"/>
                  </a:lnTo>
                  <a:lnTo>
                    <a:pt x="924137" y="1901358"/>
                  </a:lnTo>
                  <a:lnTo>
                    <a:pt x="929478" y="1908565"/>
                  </a:lnTo>
                  <a:lnTo>
                    <a:pt x="932009" y="1908878"/>
                  </a:lnTo>
                  <a:lnTo>
                    <a:pt x="935663" y="1909025"/>
                  </a:lnTo>
                  <a:lnTo>
                    <a:pt x="937525" y="1904716"/>
                  </a:lnTo>
                  <a:lnTo>
                    <a:pt x="938592" y="1902745"/>
                  </a:lnTo>
                  <a:lnTo>
                    <a:pt x="941272" y="1900077"/>
                  </a:lnTo>
                  <a:lnTo>
                    <a:pt x="942067" y="1899283"/>
                  </a:lnTo>
                  <a:lnTo>
                    <a:pt x="938179" y="1895675"/>
                  </a:lnTo>
                  <a:lnTo>
                    <a:pt x="932671" y="1892490"/>
                  </a:lnTo>
                  <a:lnTo>
                    <a:pt x="930834" y="1891967"/>
                  </a:lnTo>
                  <a:lnTo>
                    <a:pt x="925361" y="1894399"/>
                  </a:lnTo>
                  <a:lnTo>
                    <a:pt x="926096" y="1891973"/>
                  </a:lnTo>
                  <a:lnTo>
                    <a:pt x="926032" y="1889979"/>
                  </a:lnTo>
                  <a:lnTo>
                    <a:pt x="925893" y="1885647"/>
                  </a:lnTo>
                  <a:lnTo>
                    <a:pt x="919785" y="1887527"/>
                  </a:lnTo>
                  <a:lnTo>
                    <a:pt x="916429" y="1886462"/>
                  </a:lnTo>
                  <a:lnTo>
                    <a:pt x="912388" y="1887329"/>
                  </a:lnTo>
                  <a:lnTo>
                    <a:pt x="908533" y="1890366"/>
                  </a:lnTo>
                  <a:lnTo>
                    <a:pt x="905511" y="1891999"/>
                  </a:lnTo>
                  <a:lnTo>
                    <a:pt x="904658" y="1893162"/>
                  </a:lnTo>
                  <a:lnTo>
                    <a:pt x="902846" y="1895627"/>
                  </a:lnTo>
                  <a:lnTo>
                    <a:pt x="901387" y="1900904"/>
                  </a:lnTo>
                  <a:lnTo>
                    <a:pt x="900417" y="1903480"/>
                  </a:lnTo>
                  <a:lnTo>
                    <a:pt x="898023" y="1904244"/>
                  </a:lnTo>
                  <a:lnTo>
                    <a:pt x="895511" y="1906564"/>
                  </a:lnTo>
                  <a:lnTo>
                    <a:pt x="891754" y="1907030"/>
                  </a:lnTo>
                  <a:lnTo>
                    <a:pt x="888692" y="1910421"/>
                  </a:lnTo>
                  <a:lnTo>
                    <a:pt x="885723" y="1914842"/>
                  </a:lnTo>
                  <a:lnTo>
                    <a:pt x="883843" y="1918408"/>
                  </a:lnTo>
                  <a:lnTo>
                    <a:pt x="884842" y="1921104"/>
                  </a:lnTo>
                  <a:lnTo>
                    <a:pt x="887578" y="1925849"/>
                  </a:lnTo>
                  <a:lnTo>
                    <a:pt x="887391" y="1927313"/>
                  </a:lnTo>
                  <a:lnTo>
                    <a:pt x="882068" y="1927285"/>
                  </a:lnTo>
                  <a:lnTo>
                    <a:pt x="878463" y="1931770"/>
                  </a:lnTo>
                  <a:lnTo>
                    <a:pt x="876296" y="1937424"/>
                  </a:lnTo>
                  <a:lnTo>
                    <a:pt x="872972" y="1940486"/>
                  </a:lnTo>
                  <a:lnTo>
                    <a:pt x="871435" y="1944918"/>
                  </a:lnTo>
                  <a:lnTo>
                    <a:pt x="872740" y="1948630"/>
                  </a:lnTo>
                  <a:lnTo>
                    <a:pt x="874869" y="1949697"/>
                  </a:lnTo>
                  <a:lnTo>
                    <a:pt x="871084" y="1953339"/>
                  </a:lnTo>
                  <a:lnTo>
                    <a:pt x="870514" y="1957193"/>
                  </a:lnTo>
                  <a:lnTo>
                    <a:pt x="867103" y="1960644"/>
                  </a:lnTo>
                  <a:lnTo>
                    <a:pt x="866340" y="1963043"/>
                  </a:lnTo>
                  <a:lnTo>
                    <a:pt x="866502" y="1965418"/>
                  </a:lnTo>
                  <a:lnTo>
                    <a:pt x="867763" y="1968940"/>
                  </a:lnTo>
                  <a:lnTo>
                    <a:pt x="867523" y="1973256"/>
                  </a:lnTo>
                  <a:lnTo>
                    <a:pt x="865056" y="1978812"/>
                  </a:lnTo>
                  <a:lnTo>
                    <a:pt x="864782" y="1981972"/>
                  </a:lnTo>
                  <a:lnTo>
                    <a:pt x="860388" y="1985466"/>
                  </a:lnTo>
                  <a:lnTo>
                    <a:pt x="857192" y="1985421"/>
                  </a:lnTo>
                  <a:lnTo>
                    <a:pt x="856325" y="1988853"/>
                  </a:lnTo>
                  <a:lnTo>
                    <a:pt x="856690" y="1994017"/>
                  </a:lnTo>
                  <a:lnTo>
                    <a:pt x="856080" y="1997988"/>
                  </a:lnTo>
                  <a:lnTo>
                    <a:pt x="853271" y="2000751"/>
                  </a:lnTo>
                  <a:lnTo>
                    <a:pt x="850896" y="2002457"/>
                  </a:lnTo>
                  <a:lnTo>
                    <a:pt x="848893" y="2003124"/>
                  </a:lnTo>
                  <a:lnTo>
                    <a:pt x="845819" y="2002771"/>
                  </a:lnTo>
                  <a:lnTo>
                    <a:pt x="841896" y="2003600"/>
                  </a:lnTo>
                  <a:lnTo>
                    <a:pt x="841807" y="2005783"/>
                  </a:lnTo>
                  <a:lnTo>
                    <a:pt x="841355" y="2008520"/>
                  </a:lnTo>
                  <a:lnTo>
                    <a:pt x="838176" y="2009066"/>
                  </a:lnTo>
                  <a:lnTo>
                    <a:pt x="835953" y="2009920"/>
                  </a:lnTo>
                  <a:lnTo>
                    <a:pt x="838366" y="2014890"/>
                  </a:lnTo>
                  <a:lnTo>
                    <a:pt x="837154" y="2017241"/>
                  </a:lnTo>
                  <a:lnTo>
                    <a:pt x="833743" y="2017960"/>
                  </a:lnTo>
                  <a:lnTo>
                    <a:pt x="831976" y="2019378"/>
                  </a:lnTo>
                  <a:lnTo>
                    <a:pt x="829915" y="2020933"/>
                  </a:lnTo>
                  <a:lnTo>
                    <a:pt x="829327" y="2024769"/>
                  </a:lnTo>
                  <a:lnTo>
                    <a:pt x="826822" y="2027602"/>
                  </a:lnTo>
                  <a:lnTo>
                    <a:pt x="826732" y="2032260"/>
                  </a:lnTo>
                  <a:lnTo>
                    <a:pt x="826065" y="2035214"/>
                  </a:lnTo>
                  <a:lnTo>
                    <a:pt x="826156" y="2038430"/>
                  </a:lnTo>
                  <a:lnTo>
                    <a:pt x="830046" y="2041384"/>
                  </a:lnTo>
                  <a:lnTo>
                    <a:pt x="834071" y="2041590"/>
                  </a:lnTo>
                  <a:lnTo>
                    <a:pt x="838219" y="2040583"/>
                  </a:lnTo>
                  <a:lnTo>
                    <a:pt x="841180" y="2040098"/>
                  </a:lnTo>
                  <a:lnTo>
                    <a:pt x="844714" y="2044546"/>
                  </a:lnTo>
                  <a:lnTo>
                    <a:pt x="848288" y="2044472"/>
                  </a:lnTo>
                  <a:lnTo>
                    <a:pt x="851251" y="2047033"/>
                  </a:lnTo>
                  <a:lnTo>
                    <a:pt x="853710" y="2049586"/>
                  </a:lnTo>
                  <a:lnTo>
                    <a:pt x="855703" y="2052018"/>
                  </a:lnTo>
                  <a:lnTo>
                    <a:pt x="854971" y="2052900"/>
                  </a:lnTo>
                  <a:lnTo>
                    <a:pt x="852938" y="2055346"/>
                  </a:lnTo>
                  <a:lnTo>
                    <a:pt x="852515" y="2060545"/>
                  </a:lnTo>
                  <a:lnTo>
                    <a:pt x="851462" y="2062845"/>
                  </a:lnTo>
                  <a:lnTo>
                    <a:pt x="848330" y="2064645"/>
                  </a:lnTo>
                  <a:lnTo>
                    <a:pt x="847482" y="2067823"/>
                  </a:lnTo>
                  <a:lnTo>
                    <a:pt x="843437" y="2070353"/>
                  </a:lnTo>
                  <a:lnTo>
                    <a:pt x="839713" y="2070515"/>
                  </a:lnTo>
                  <a:lnTo>
                    <a:pt x="838276" y="2073985"/>
                  </a:lnTo>
                  <a:lnTo>
                    <a:pt x="838100" y="2078176"/>
                  </a:lnTo>
                  <a:lnTo>
                    <a:pt x="835936" y="2078740"/>
                  </a:lnTo>
                  <a:lnTo>
                    <a:pt x="834186" y="2082348"/>
                  </a:lnTo>
                  <a:lnTo>
                    <a:pt x="837167" y="2085256"/>
                  </a:lnTo>
                  <a:lnTo>
                    <a:pt x="834696" y="2088016"/>
                  </a:lnTo>
                  <a:lnTo>
                    <a:pt x="834304" y="2092804"/>
                  </a:lnTo>
                  <a:lnTo>
                    <a:pt x="833497" y="2097420"/>
                  </a:lnTo>
                  <a:lnTo>
                    <a:pt x="831653" y="2102740"/>
                  </a:lnTo>
                  <a:lnTo>
                    <a:pt x="828271" y="2105808"/>
                  </a:lnTo>
                  <a:lnTo>
                    <a:pt x="824250" y="2108730"/>
                  </a:lnTo>
                  <a:lnTo>
                    <a:pt x="821245" y="2111188"/>
                  </a:lnTo>
                  <a:lnTo>
                    <a:pt x="815610" y="2112741"/>
                  </a:lnTo>
                  <a:lnTo>
                    <a:pt x="811976" y="2111504"/>
                  </a:lnTo>
                  <a:lnTo>
                    <a:pt x="807485" y="2113769"/>
                  </a:lnTo>
                  <a:lnTo>
                    <a:pt x="804887" y="2116968"/>
                  </a:lnTo>
                  <a:lnTo>
                    <a:pt x="806986" y="2120031"/>
                  </a:lnTo>
                  <a:lnTo>
                    <a:pt x="806131" y="2122658"/>
                  </a:lnTo>
                  <a:lnTo>
                    <a:pt x="800877" y="2125822"/>
                  </a:lnTo>
                  <a:lnTo>
                    <a:pt x="800900" y="2130092"/>
                  </a:lnTo>
                  <a:lnTo>
                    <a:pt x="799013" y="2133098"/>
                  </a:lnTo>
                  <a:lnTo>
                    <a:pt x="793928" y="2130526"/>
                  </a:lnTo>
                  <a:lnTo>
                    <a:pt x="790592" y="2129700"/>
                  </a:lnTo>
                  <a:lnTo>
                    <a:pt x="790952" y="2135539"/>
                  </a:lnTo>
                  <a:lnTo>
                    <a:pt x="790682" y="2137636"/>
                  </a:lnTo>
                  <a:lnTo>
                    <a:pt x="787846" y="2139361"/>
                  </a:lnTo>
                  <a:lnTo>
                    <a:pt x="788080" y="2144823"/>
                  </a:lnTo>
                  <a:lnTo>
                    <a:pt x="782391" y="2146204"/>
                  </a:lnTo>
                  <a:lnTo>
                    <a:pt x="778283" y="2147138"/>
                  </a:lnTo>
                  <a:lnTo>
                    <a:pt x="779793" y="2151893"/>
                  </a:lnTo>
                  <a:lnTo>
                    <a:pt x="777359" y="2152829"/>
                  </a:lnTo>
                  <a:lnTo>
                    <a:pt x="773252" y="2152765"/>
                  </a:lnTo>
                  <a:lnTo>
                    <a:pt x="768999" y="2155995"/>
                  </a:lnTo>
                  <a:lnTo>
                    <a:pt x="770175" y="2160130"/>
                  </a:lnTo>
                  <a:lnTo>
                    <a:pt x="770466" y="2165873"/>
                  </a:lnTo>
                  <a:lnTo>
                    <a:pt x="771114" y="2170133"/>
                  </a:lnTo>
                  <a:lnTo>
                    <a:pt x="770894" y="2170439"/>
                  </a:lnTo>
                  <a:lnTo>
                    <a:pt x="767998" y="2174456"/>
                  </a:lnTo>
                  <a:lnTo>
                    <a:pt x="767132" y="2177863"/>
                  </a:lnTo>
                  <a:lnTo>
                    <a:pt x="765314" y="2183470"/>
                  </a:lnTo>
                  <a:lnTo>
                    <a:pt x="762456" y="2183049"/>
                  </a:lnTo>
                  <a:lnTo>
                    <a:pt x="760362" y="2183631"/>
                  </a:lnTo>
                  <a:lnTo>
                    <a:pt x="756936" y="2189701"/>
                  </a:lnTo>
                  <a:lnTo>
                    <a:pt x="753285" y="2188456"/>
                  </a:lnTo>
                  <a:lnTo>
                    <a:pt x="750287" y="2190965"/>
                  </a:lnTo>
                  <a:lnTo>
                    <a:pt x="749278" y="2194046"/>
                  </a:lnTo>
                  <a:lnTo>
                    <a:pt x="746085" y="2198764"/>
                  </a:lnTo>
                  <a:lnTo>
                    <a:pt x="742449" y="2196633"/>
                  </a:lnTo>
                  <a:lnTo>
                    <a:pt x="738676" y="2198561"/>
                  </a:lnTo>
                  <a:lnTo>
                    <a:pt x="734944" y="2200364"/>
                  </a:lnTo>
                  <a:lnTo>
                    <a:pt x="734123" y="2203702"/>
                  </a:lnTo>
                  <a:lnTo>
                    <a:pt x="738039" y="2207443"/>
                  </a:lnTo>
                  <a:lnTo>
                    <a:pt x="736733" y="2209235"/>
                  </a:lnTo>
                  <a:lnTo>
                    <a:pt x="733185" y="2209126"/>
                  </a:lnTo>
                  <a:lnTo>
                    <a:pt x="730993" y="2210008"/>
                  </a:lnTo>
                  <a:lnTo>
                    <a:pt x="729340" y="2207234"/>
                  </a:lnTo>
                  <a:lnTo>
                    <a:pt x="726898" y="2206196"/>
                  </a:lnTo>
                  <a:lnTo>
                    <a:pt x="722922" y="2208182"/>
                  </a:lnTo>
                  <a:lnTo>
                    <a:pt x="724858" y="2213092"/>
                  </a:lnTo>
                  <a:lnTo>
                    <a:pt x="726801" y="2216448"/>
                  </a:lnTo>
                  <a:lnTo>
                    <a:pt x="725407" y="2220285"/>
                  </a:lnTo>
                  <a:lnTo>
                    <a:pt x="721971" y="2219122"/>
                  </a:lnTo>
                  <a:lnTo>
                    <a:pt x="716974" y="2220380"/>
                  </a:lnTo>
                  <a:lnTo>
                    <a:pt x="713084" y="2220190"/>
                  </a:lnTo>
                  <a:lnTo>
                    <a:pt x="711763" y="2219261"/>
                  </a:lnTo>
                  <a:lnTo>
                    <a:pt x="708983" y="2220269"/>
                  </a:lnTo>
                  <a:lnTo>
                    <a:pt x="706990" y="2222953"/>
                  </a:lnTo>
                  <a:lnTo>
                    <a:pt x="705691" y="2228608"/>
                  </a:lnTo>
                  <a:lnTo>
                    <a:pt x="708147" y="2228887"/>
                  </a:lnTo>
                  <a:lnTo>
                    <a:pt x="712378" y="2230045"/>
                  </a:lnTo>
                  <a:lnTo>
                    <a:pt x="715125" y="2231358"/>
                  </a:lnTo>
                  <a:lnTo>
                    <a:pt x="718353" y="2235390"/>
                  </a:lnTo>
                  <a:lnTo>
                    <a:pt x="713196" y="2239370"/>
                  </a:lnTo>
                  <a:lnTo>
                    <a:pt x="710380" y="2242015"/>
                  </a:lnTo>
                  <a:lnTo>
                    <a:pt x="710019" y="2246600"/>
                  </a:lnTo>
                  <a:lnTo>
                    <a:pt x="709135" y="2251237"/>
                  </a:lnTo>
                  <a:lnTo>
                    <a:pt x="706618" y="2252302"/>
                  </a:lnTo>
                  <a:lnTo>
                    <a:pt x="702319" y="2251465"/>
                  </a:lnTo>
                  <a:lnTo>
                    <a:pt x="701982" y="2253843"/>
                  </a:lnTo>
                  <a:lnTo>
                    <a:pt x="698833" y="2253900"/>
                  </a:lnTo>
                  <a:lnTo>
                    <a:pt x="693934" y="2254599"/>
                  </a:lnTo>
                  <a:lnTo>
                    <a:pt x="687545" y="2257160"/>
                  </a:lnTo>
                  <a:lnTo>
                    <a:pt x="688197" y="2262376"/>
                  </a:lnTo>
                  <a:lnTo>
                    <a:pt x="678454" y="2270478"/>
                  </a:lnTo>
                  <a:lnTo>
                    <a:pt x="674013" y="2273098"/>
                  </a:lnTo>
                  <a:lnTo>
                    <a:pt x="673194" y="2275442"/>
                  </a:lnTo>
                  <a:lnTo>
                    <a:pt x="672888" y="2276315"/>
                  </a:lnTo>
                  <a:lnTo>
                    <a:pt x="668944" y="2279953"/>
                  </a:lnTo>
                  <a:lnTo>
                    <a:pt x="667718" y="2280193"/>
                  </a:lnTo>
                  <a:lnTo>
                    <a:pt x="666673" y="2277247"/>
                  </a:lnTo>
                  <a:lnTo>
                    <a:pt x="669224" y="2274535"/>
                  </a:lnTo>
                  <a:lnTo>
                    <a:pt x="669078" y="2268307"/>
                  </a:lnTo>
                  <a:lnTo>
                    <a:pt x="670404" y="2264856"/>
                  </a:lnTo>
                  <a:lnTo>
                    <a:pt x="668545" y="2262562"/>
                  </a:lnTo>
                  <a:lnTo>
                    <a:pt x="665505" y="2261721"/>
                  </a:lnTo>
                  <a:lnTo>
                    <a:pt x="663128" y="2265024"/>
                  </a:lnTo>
                  <a:lnTo>
                    <a:pt x="660155" y="2265014"/>
                  </a:lnTo>
                  <a:lnTo>
                    <a:pt x="657239" y="2265772"/>
                  </a:lnTo>
                  <a:lnTo>
                    <a:pt x="656405" y="2270408"/>
                  </a:lnTo>
                  <a:lnTo>
                    <a:pt x="654148" y="2273075"/>
                  </a:lnTo>
                  <a:lnTo>
                    <a:pt x="649315" y="2275744"/>
                  </a:lnTo>
                  <a:lnTo>
                    <a:pt x="645686" y="2278301"/>
                  </a:lnTo>
                  <a:lnTo>
                    <a:pt x="643512" y="2282873"/>
                  </a:lnTo>
                  <a:lnTo>
                    <a:pt x="643645" y="2284616"/>
                  </a:lnTo>
                  <a:lnTo>
                    <a:pt x="641789" y="2286738"/>
                  </a:lnTo>
                  <a:lnTo>
                    <a:pt x="637248" y="2284249"/>
                  </a:lnTo>
                  <a:lnTo>
                    <a:pt x="636974" y="2287714"/>
                  </a:lnTo>
                  <a:lnTo>
                    <a:pt x="633176" y="2288241"/>
                  </a:lnTo>
                  <a:lnTo>
                    <a:pt x="631271" y="2286839"/>
                  </a:lnTo>
                  <a:lnTo>
                    <a:pt x="626608" y="2286855"/>
                  </a:lnTo>
                  <a:lnTo>
                    <a:pt x="623305" y="2291055"/>
                  </a:lnTo>
                  <a:lnTo>
                    <a:pt x="617641" y="2294471"/>
                  </a:lnTo>
                  <a:lnTo>
                    <a:pt x="609871" y="2294169"/>
                  </a:lnTo>
                  <a:lnTo>
                    <a:pt x="608874" y="2292455"/>
                  </a:lnTo>
                  <a:lnTo>
                    <a:pt x="609950" y="2288835"/>
                  </a:lnTo>
                  <a:lnTo>
                    <a:pt x="610127" y="2285145"/>
                  </a:lnTo>
                  <a:lnTo>
                    <a:pt x="613066" y="2280389"/>
                  </a:lnTo>
                  <a:lnTo>
                    <a:pt x="612388" y="2276546"/>
                  </a:lnTo>
                  <a:lnTo>
                    <a:pt x="609406" y="2276133"/>
                  </a:lnTo>
                  <a:lnTo>
                    <a:pt x="605950" y="2276999"/>
                  </a:lnTo>
                  <a:lnTo>
                    <a:pt x="603704" y="2280880"/>
                  </a:lnTo>
                  <a:lnTo>
                    <a:pt x="602405" y="2283884"/>
                  </a:lnTo>
                  <a:lnTo>
                    <a:pt x="603073" y="2290878"/>
                  </a:lnTo>
                  <a:lnTo>
                    <a:pt x="600195" y="2295996"/>
                  </a:lnTo>
                  <a:lnTo>
                    <a:pt x="597445" y="2300045"/>
                  </a:lnTo>
                  <a:lnTo>
                    <a:pt x="599174" y="2306016"/>
                  </a:lnTo>
                  <a:lnTo>
                    <a:pt x="602534" y="2307538"/>
                  </a:lnTo>
                  <a:lnTo>
                    <a:pt x="607421" y="2310910"/>
                  </a:lnTo>
                  <a:lnTo>
                    <a:pt x="608395" y="2313422"/>
                  </a:lnTo>
                  <a:lnTo>
                    <a:pt x="603652" y="2312522"/>
                  </a:lnTo>
                  <a:lnTo>
                    <a:pt x="600277" y="2314192"/>
                  </a:lnTo>
                  <a:lnTo>
                    <a:pt x="596334" y="2310970"/>
                  </a:lnTo>
                  <a:lnTo>
                    <a:pt x="594623" y="2310160"/>
                  </a:lnTo>
                  <a:lnTo>
                    <a:pt x="591445" y="2312590"/>
                  </a:lnTo>
                  <a:lnTo>
                    <a:pt x="589188" y="2310657"/>
                  </a:lnTo>
                  <a:lnTo>
                    <a:pt x="586846" y="2312964"/>
                  </a:lnTo>
                  <a:lnTo>
                    <a:pt x="585939" y="2315440"/>
                  </a:lnTo>
                  <a:lnTo>
                    <a:pt x="585509" y="2319790"/>
                  </a:lnTo>
                  <a:lnTo>
                    <a:pt x="585621" y="2325111"/>
                  </a:lnTo>
                  <a:lnTo>
                    <a:pt x="584136" y="2327731"/>
                  </a:lnTo>
                  <a:lnTo>
                    <a:pt x="581899" y="2328015"/>
                  </a:lnTo>
                  <a:lnTo>
                    <a:pt x="579126" y="2324043"/>
                  </a:lnTo>
                  <a:lnTo>
                    <a:pt x="578824" y="2321813"/>
                  </a:lnTo>
                  <a:lnTo>
                    <a:pt x="579386" y="2314777"/>
                  </a:lnTo>
                  <a:lnTo>
                    <a:pt x="577414" y="2313713"/>
                  </a:lnTo>
                  <a:lnTo>
                    <a:pt x="574190" y="2316732"/>
                  </a:lnTo>
                  <a:lnTo>
                    <a:pt x="573610" y="2318856"/>
                  </a:lnTo>
                  <a:lnTo>
                    <a:pt x="569567" y="2319622"/>
                  </a:lnTo>
                  <a:lnTo>
                    <a:pt x="565368" y="2321564"/>
                  </a:lnTo>
                  <a:lnTo>
                    <a:pt x="562658" y="2319931"/>
                  </a:lnTo>
                  <a:lnTo>
                    <a:pt x="560970" y="2317026"/>
                  </a:lnTo>
                  <a:lnTo>
                    <a:pt x="557563" y="2321331"/>
                  </a:lnTo>
                  <a:lnTo>
                    <a:pt x="554774" y="2323872"/>
                  </a:lnTo>
                  <a:lnTo>
                    <a:pt x="551276" y="2326824"/>
                  </a:lnTo>
                  <a:lnTo>
                    <a:pt x="547977" y="2328577"/>
                  </a:lnTo>
                  <a:lnTo>
                    <a:pt x="550434" y="2330879"/>
                  </a:lnTo>
                  <a:lnTo>
                    <a:pt x="553723" y="2331131"/>
                  </a:lnTo>
                  <a:lnTo>
                    <a:pt x="557706" y="2335380"/>
                  </a:lnTo>
                  <a:lnTo>
                    <a:pt x="558849" y="2339735"/>
                  </a:lnTo>
                  <a:lnTo>
                    <a:pt x="552516" y="2337529"/>
                  </a:lnTo>
                  <a:lnTo>
                    <a:pt x="546799" y="2338505"/>
                  </a:lnTo>
                  <a:lnTo>
                    <a:pt x="540713" y="2340559"/>
                  </a:lnTo>
                  <a:lnTo>
                    <a:pt x="532852" y="2339312"/>
                  </a:lnTo>
                  <a:lnTo>
                    <a:pt x="524893" y="2339679"/>
                  </a:lnTo>
                  <a:lnTo>
                    <a:pt x="517466" y="2342691"/>
                  </a:lnTo>
                  <a:lnTo>
                    <a:pt x="514763" y="2345727"/>
                  </a:lnTo>
                  <a:lnTo>
                    <a:pt x="514264" y="2349600"/>
                  </a:lnTo>
                  <a:lnTo>
                    <a:pt x="510737" y="2352366"/>
                  </a:lnTo>
                  <a:lnTo>
                    <a:pt x="504470" y="2353870"/>
                  </a:lnTo>
                  <a:lnTo>
                    <a:pt x="500940" y="2353442"/>
                  </a:lnTo>
                  <a:lnTo>
                    <a:pt x="496938" y="2350729"/>
                  </a:lnTo>
                  <a:lnTo>
                    <a:pt x="495500" y="2346158"/>
                  </a:lnTo>
                  <a:lnTo>
                    <a:pt x="494129" y="2343840"/>
                  </a:lnTo>
                  <a:lnTo>
                    <a:pt x="494001" y="2340733"/>
                  </a:lnTo>
                  <a:lnTo>
                    <a:pt x="496875" y="2338272"/>
                  </a:lnTo>
                  <a:lnTo>
                    <a:pt x="501032" y="2336886"/>
                  </a:lnTo>
                  <a:lnTo>
                    <a:pt x="503307" y="2333266"/>
                  </a:lnTo>
                  <a:lnTo>
                    <a:pt x="506630" y="2325439"/>
                  </a:lnTo>
                  <a:lnTo>
                    <a:pt x="506661" y="2320775"/>
                  </a:lnTo>
                  <a:lnTo>
                    <a:pt x="511410" y="2318583"/>
                  </a:lnTo>
                  <a:lnTo>
                    <a:pt x="514499" y="2321340"/>
                  </a:lnTo>
                  <a:lnTo>
                    <a:pt x="519164" y="2319169"/>
                  </a:lnTo>
                  <a:lnTo>
                    <a:pt x="522042" y="2316818"/>
                  </a:lnTo>
                  <a:lnTo>
                    <a:pt x="526243" y="2316134"/>
                  </a:lnTo>
                  <a:lnTo>
                    <a:pt x="529569" y="2312636"/>
                  </a:lnTo>
                  <a:lnTo>
                    <a:pt x="533612" y="2311747"/>
                  </a:lnTo>
                  <a:lnTo>
                    <a:pt x="541919" y="2313130"/>
                  </a:lnTo>
                  <a:lnTo>
                    <a:pt x="545266" y="2318947"/>
                  </a:lnTo>
                  <a:lnTo>
                    <a:pt x="548139" y="2317777"/>
                  </a:lnTo>
                  <a:lnTo>
                    <a:pt x="550207" y="2314014"/>
                  </a:lnTo>
                  <a:lnTo>
                    <a:pt x="548989" y="2307821"/>
                  </a:lnTo>
                  <a:lnTo>
                    <a:pt x="555067" y="2304564"/>
                  </a:lnTo>
                  <a:lnTo>
                    <a:pt x="558417" y="2305186"/>
                  </a:lnTo>
                  <a:lnTo>
                    <a:pt x="564111" y="2303671"/>
                  </a:lnTo>
                  <a:lnTo>
                    <a:pt x="562761" y="2300064"/>
                  </a:lnTo>
                  <a:lnTo>
                    <a:pt x="565610" y="2297075"/>
                  </a:lnTo>
                  <a:lnTo>
                    <a:pt x="571228" y="2291139"/>
                  </a:lnTo>
                  <a:lnTo>
                    <a:pt x="573675" y="2286333"/>
                  </a:lnTo>
                  <a:lnTo>
                    <a:pt x="580140" y="2277469"/>
                  </a:lnTo>
                  <a:lnTo>
                    <a:pt x="584827" y="2270610"/>
                  </a:lnTo>
                  <a:lnTo>
                    <a:pt x="588035" y="2268178"/>
                  </a:lnTo>
                  <a:lnTo>
                    <a:pt x="590294" y="2265484"/>
                  </a:lnTo>
                  <a:lnTo>
                    <a:pt x="595235" y="2262796"/>
                  </a:lnTo>
                  <a:lnTo>
                    <a:pt x="598143" y="2259011"/>
                  </a:lnTo>
                  <a:lnTo>
                    <a:pt x="601270" y="2258263"/>
                  </a:lnTo>
                  <a:lnTo>
                    <a:pt x="609800" y="2255094"/>
                  </a:lnTo>
                  <a:lnTo>
                    <a:pt x="619338" y="2251408"/>
                  </a:lnTo>
                  <a:lnTo>
                    <a:pt x="625629" y="2250693"/>
                  </a:lnTo>
                  <a:lnTo>
                    <a:pt x="630810" y="2250698"/>
                  </a:lnTo>
                  <a:lnTo>
                    <a:pt x="630873" y="2255734"/>
                  </a:lnTo>
                  <a:lnTo>
                    <a:pt x="631616" y="2259756"/>
                  </a:lnTo>
                  <a:lnTo>
                    <a:pt x="639242" y="2261213"/>
                  </a:lnTo>
                  <a:lnTo>
                    <a:pt x="641062" y="2260837"/>
                  </a:lnTo>
                  <a:lnTo>
                    <a:pt x="642618" y="2257693"/>
                  </a:lnTo>
                  <a:lnTo>
                    <a:pt x="639977" y="2254899"/>
                  </a:lnTo>
                  <a:lnTo>
                    <a:pt x="638074" y="2253388"/>
                  </a:lnTo>
                  <a:lnTo>
                    <a:pt x="641136" y="2247204"/>
                  </a:lnTo>
                  <a:lnTo>
                    <a:pt x="643496" y="2238621"/>
                  </a:lnTo>
                  <a:lnTo>
                    <a:pt x="643953" y="2233912"/>
                  </a:lnTo>
                  <a:lnTo>
                    <a:pt x="649091" y="2229480"/>
                  </a:lnTo>
                  <a:lnTo>
                    <a:pt x="651438" y="2225968"/>
                  </a:lnTo>
                  <a:lnTo>
                    <a:pt x="656524" y="2222672"/>
                  </a:lnTo>
                  <a:lnTo>
                    <a:pt x="661363" y="2216441"/>
                  </a:lnTo>
                  <a:lnTo>
                    <a:pt x="670607" y="2210888"/>
                  </a:lnTo>
                  <a:lnTo>
                    <a:pt x="680418" y="2203288"/>
                  </a:lnTo>
                  <a:lnTo>
                    <a:pt x="688031" y="2196379"/>
                  </a:lnTo>
                  <a:lnTo>
                    <a:pt x="690704" y="2198459"/>
                  </a:lnTo>
                  <a:lnTo>
                    <a:pt x="692065" y="2199514"/>
                  </a:lnTo>
                  <a:lnTo>
                    <a:pt x="695564" y="2199249"/>
                  </a:lnTo>
                  <a:lnTo>
                    <a:pt x="698351" y="2198187"/>
                  </a:lnTo>
                  <a:lnTo>
                    <a:pt x="698515" y="2195759"/>
                  </a:lnTo>
                  <a:lnTo>
                    <a:pt x="696997" y="2191576"/>
                  </a:lnTo>
                  <a:lnTo>
                    <a:pt x="696925" y="2186528"/>
                  </a:lnTo>
                  <a:lnTo>
                    <a:pt x="701117" y="2176992"/>
                  </a:lnTo>
                  <a:lnTo>
                    <a:pt x="707272" y="2166994"/>
                  </a:lnTo>
                  <a:lnTo>
                    <a:pt x="709988" y="2164276"/>
                  </a:lnTo>
                  <a:lnTo>
                    <a:pt x="714490" y="2161768"/>
                  </a:lnTo>
                  <a:lnTo>
                    <a:pt x="718825" y="2153796"/>
                  </a:lnTo>
                  <a:lnTo>
                    <a:pt x="723562" y="2148952"/>
                  </a:lnTo>
                  <a:lnTo>
                    <a:pt x="726449" y="2147720"/>
                  </a:lnTo>
                  <a:lnTo>
                    <a:pt x="726079" y="2144719"/>
                  </a:lnTo>
                  <a:lnTo>
                    <a:pt x="725089" y="2141654"/>
                  </a:lnTo>
                  <a:lnTo>
                    <a:pt x="725491" y="2135333"/>
                  </a:lnTo>
                  <a:lnTo>
                    <a:pt x="726294" y="2127759"/>
                  </a:lnTo>
                  <a:lnTo>
                    <a:pt x="726798" y="2113335"/>
                  </a:lnTo>
                  <a:lnTo>
                    <a:pt x="727796" y="2109374"/>
                  </a:lnTo>
                  <a:lnTo>
                    <a:pt x="729883" y="2104764"/>
                  </a:lnTo>
                  <a:lnTo>
                    <a:pt x="727553" y="2100931"/>
                  </a:lnTo>
                  <a:lnTo>
                    <a:pt x="727337" y="2094407"/>
                  </a:lnTo>
                  <a:lnTo>
                    <a:pt x="728756" y="2087565"/>
                  </a:lnTo>
                  <a:lnTo>
                    <a:pt x="733579" y="2081818"/>
                  </a:lnTo>
                  <a:lnTo>
                    <a:pt x="735766" y="2078379"/>
                  </a:lnTo>
                  <a:lnTo>
                    <a:pt x="738546" y="2073994"/>
                  </a:lnTo>
                  <a:lnTo>
                    <a:pt x="740549" y="2069997"/>
                  </a:lnTo>
                  <a:lnTo>
                    <a:pt x="742233" y="2063583"/>
                  </a:lnTo>
                  <a:lnTo>
                    <a:pt x="741432" y="2061877"/>
                  </a:lnTo>
                  <a:lnTo>
                    <a:pt x="739001" y="2061795"/>
                  </a:lnTo>
                  <a:lnTo>
                    <a:pt x="738343" y="2061772"/>
                  </a:lnTo>
                  <a:lnTo>
                    <a:pt x="735996" y="2063081"/>
                  </a:lnTo>
                  <a:lnTo>
                    <a:pt x="730304" y="2066237"/>
                  </a:lnTo>
                  <a:lnTo>
                    <a:pt x="724898" y="2070050"/>
                  </a:lnTo>
                  <a:lnTo>
                    <a:pt x="718791" y="2073421"/>
                  </a:lnTo>
                  <a:lnTo>
                    <a:pt x="707996" y="2079607"/>
                  </a:lnTo>
                  <a:lnTo>
                    <a:pt x="705158" y="2079382"/>
                  </a:lnTo>
                  <a:lnTo>
                    <a:pt x="701950" y="2076509"/>
                  </a:lnTo>
                  <a:lnTo>
                    <a:pt x="700318" y="2071138"/>
                  </a:lnTo>
                  <a:lnTo>
                    <a:pt x="698816" y="2069754"/>
                  </a:lnTo>
                  <a:lnTo>
                    <a:pt x="694413" y="2067722"/>
                  </a:lnTo>
                  <a:lnTo>
                    <a:pt x="695610" y="2064126"/>
                  </a:lnTo>
                  <a:lnTo>
                    <a:pt x="692431" y="2060674"/>
                  </a:lnTo>
                  <a:lnTo>
                    <a:pt x="688054" y="2063846"/>
                  </a:lnTo>
                  <a:lnTo>
                    <a:pt x="687526" y="2067761"/>
                  </a:lnTo>
                  <a:lnTo>
                    <a:pt x="687978" y="2071089"/>
                  </a:lnTo>
                  <a:lnTo>
                    <a:pt x="685659" y="2074957"/>
                  </a:lnTo>
                  <a:lnTo>
                    <a:pt x="686871" y="2079462"/>
                  </a:lnTo>
                  <a:lnTo>
                    <a:pt x="691088" y="2088778"/>
                  </a:lnTo>
                  <a:lnTo>
                    <a:pt x="688496" y="2093740"/>
                  </a:lnTo>
                  <a:lnTo>
                    <a:pt x="685904" y="2094938"/>
                  </a:lnTo>
                  <a:lnTo>
                    <a:pt x="680186" y="2092930"/>
                  </a:lnTo>
                  <a:lnTo>
                    <a:pt x="674648" y="2081232"/>
                  </a:lnTo>
                  <a:lnTo>
                    <a:pt x="668704" y="2070130"/>
                  </a:lnTo>
                  <a:lnTo>
                    <a:pt x="664840" y="2066238"/>
                  </a:lnTo>
                  <a:lnTo>
                    <a:pt x="661431" y="2065517"/>
                  </a:lnTo>
                  <a:lnTo>
                    <a:pt x="662621" y="2062909"/>
                  </a:lnTo>
                  <a:lnTo>
                    <a:pt x="662097" y="2059835"/>
                  </a:lnTo>
                  <a:lnTo>
                    <a:pt x="659186" y="2059996"/>
                  </a:lnTo>
                  <a:lnTo>
                    <a:pt x="658188" y="2063522"/>
                  </a:lnTo>
                  <a:lnTo>
                    <a:pt x="656922" y="2066931"/>
                  </a:lnTo>
                  <a:lnTo>
                    <a:pt x="653481" y="2069839"/>
                  </a:lnTo>
                  <a:lnTo>
                    <a:pt x="651225" y="2066195"/>
                  </a:lnTo>
                  <a:lnTo>
                    <a:pt x="645968" y="2064195"/>
                  </a:lnTo>
                  <a:lnTo>
                    <a:pt x="643418" y="2061890"/>
                  </a:lnTo>
                  <a:lnTo>
                    <a:pt x="640611" y="2058413"/>
                  </a:lnTo>
                  <a:lnTo>
                    <a:pt x="642569" y="2055759"/>
                  </a:lnTo>
                  <a:lnTo>
                    <a:pt x="640621" y="2050763"/>
                  </a:lnTo>
                  <a:lnTo>
                    <a:pt x="634681" y="2054617"/>
                  </a:lnTo>
                  <a:lnTo>
                    <a:pt x="628271" y="2060472"/>
                  </a:lnTo>
                  <a:lnTo>
                    <a:pt x="625545" y="2066487"/>
                  </a:lnTo>
                  <a:lnTo>
                    <a:pt x="624028" y="2063227"/>
                  </a:lnTo>
                  <a:lnTo>
                    <a:pt x="620128" y="2065062"/>
                  </a:lnTo>
                  <a:lnTo>
                    <a:pt x="619213" y="2065697"/>
                  </a:lnTo>
                  <a:lnTo>
                    <a:pt x="617936" y="2066582"/>
                  </a:lnTo>
                  <a:lnTo>
                    <a:pt x="613458" y="2069675"/>
                  </a:lnTo>
                  <a:lnTo>
                    <a:pt x="609942" y="2071895"/>
                  </a:lnTo>
                  <a:lnTo>
                    <a:pt x="609895" y="2072129"/>
                  </a:lnTo>
                  <a:lnTo>
                    <a:pt x="608934" y="2076918"/>
                  </a:lnTo>
                  <a:lnTo>
                    <a:pt x="603512" y="2080412"/>
                  </a:lnTo>
                  <a:lnTo>
                    <a:pt x="597365" y="2084155"/>
                  </a:lnTo>
                  <a:lnTo>
                    <a:pt x="595819" y="2080134"/>
                  </a:lnTo>
                  <a:lnTo>
                    <a:pt x="588936" y="2080271"/>
                  </a:lnTo>
                  <a:lnTo>
                    <a:pt x="584532" y="2077398"/>
                  </a:lnTo>
                  <a:lnTo>
                    <a:pt x="589939" y="2074922"/>
                  </a:lnTo>
                  <a:lnTo>
                    <a:pt x="595135" y="2072073"/>
                  </a:lnTo>
                  <a:lnTo>
                    <a:pt x="596931" y="2064778"/>
                  </a:lnTo>
                  <a:lnTo>
                    <a:pt x="595742" y="2055173"/>
                  </a:lnTo>
                  <a:lnTo>
                    <a:pt x="592549" y="2048377"/>
                  </a:lnTo>
                  <a:lnTo>
                    <a:pt x="589964" y="2042986"/>
                  </a:lnTo>
                  <a:lnTo>
                    <a:pt x="588442" y="2037664"/>
                  </a:lnTo>
                  <a:lnTo>
                    <a:pt x="590144" y="2032181"/>
                  </a:lnTo>
                  <a:lnTo>
                    <a:pt x="594479" y="2026131"/>
                  </a:lnTo>
                  <a:lnTo>
                    <a:pt x="596238" y="2023837"/>
                  </a:lnTo>
                  <a:lnTo>
                    <a:pt x="598862" y="2022423"/>
                  </a:lnTo>
                  <a:lnTo>
                    <a:pt x="596788" y="2017403"/>
                  </a:lnTo>
                  <a:lnTo>
                    <a:pt x="593827" y="2011829"/>
                  </a:lnTo>
                  <a:lnTo>
                    <a:pt x="593509" y="2008600"/>
                  </a:lnTo>
                  <a:lnTo>
                    <a:pt x="588851" y="1998475"/>
                  </a:lnTo>
                  <a:lnTo>
                    <a:pt x="587077" y="1993771"/>
                  </a:lnTo>
                  <a:lnTo>
                    <a:pt x="586112" y="1990613"/>
                  </a:lnTo>
                  <a:lnTo>
                    <a:pt x="583699" y="1984667"/>
                  </a:lnTo>
                  <a:lnTo>
                    <a:pt x="579622" y="1977202"/>
                  </a:lnTo>
                  <a:lnTo>
                    <a:pt x="577328" y="1976615"/>
                  </a:lnTo>
                  <a:lnTo>
                    <a:pt x="576020" y="1979461"/>
                  </a:lnTo>
                  <a:lnTo>
                    <a:pt x="575912" y="1982838"/>
                  </a:lnTo>
                  <a:lnTo>
                    <a:pt x="576080" y="1986198"/>
                  </a:lnTo>
                  <a:lnTo>
                    <a:pt x="575206" y="1989578"/>
                  </a:lnTo>
                  <a:lnTo>
                    <a:pt x="572055" y="1989720"/>
                  </a:lnTo>
                  <a:lnTo>
                    <a:pt x="568689" y="1989527"/>
                  </a:lnTo>
                  <a:lnTo>
                    <a:pt x="566550" y="1991946"/>
                  </a:lnTo>
                  <a:lnTo>
                    <a:pt x="562971" y="1993468"/>
                  </a:lnTo>
                  <a:lnTo>
                    <a:pt x="555714" y="1997226"/>
                  </a:lnTo>
                  <a:lnTo>
                    <a:pt x="547256" y="1999041"/>
                  </a:lnTo>
                  <a:lnTo>
                    <a:pt x="537989" y="1999390"/>
                  </a:lnTo>
                  <a:lnTo>
                    <a:pt x="533348" y="1998527"/>
                  </a:lnTo>
                  <a:lnTo>
                    <a:pt x="527506" y="1995346"/>
                  </a:lnTo>
                  <a:lnTo>
                    <a:pt x="525546" y="1989324"/>
                  </a:lnTo>
                  <a:lnTo>
                    <a:pt x="526491" y="1987587"/>
                  </a:lnTo>
                  <a:lnTo>
                    <a:pt x="527941" y="1985753"/>
                  </a:lnTo>
                  <a:lnTo>
                    <a:pt x="523981" y="1981815"/>
                  </a:lnTo>
                  <a:lnTo>
                    <a:pt x="520109" y="1978105"/>
                  </a:lnTo>
                  <a:lnTo>
                    <a:pt x="517329" y="1971142"/>
                  </a:lnTo>
                  <a:lnTo>
                    <a:pt x="514493" y="1968560"/>
                  </a:lnTo>
                  <a:lnTo>
                    <a:pt x="512403" y="1964319"/>
                  </a:lnTo>
                  <a:lnTo>
                    <a:pt x="510131" y="1964286"/>
                  </a:lnTo>
                  <a:lnTo>
                    <a:pt x="504352" y="1960055"/>
                  </a:lnTo>
                  <a:lnTo>
                    <a:pt x="500500" y="1954145"/>
                  </a:lnTo>
                  <a:lnTo>
                    <a:pt x="502319" y="1952513"/>
                  </a:lnTo>
                  <a:lnTo>
                    <a:pt x="503925" y="1951964"/>
                  </a:lnTo>
                  <a:lnTo>
                    <a:pt x="505811" y="1948396"/>
                  </a:lnTo>
                  <a:lnTo>
                    <a:pt x="505002" y="1947357"/>
                  </a:lnTo>
                  <a:lnTo>
                    <a:pt x="501898" y="1947768"/>
                  </a:lnTo>
                  <a:lnTo>
                    <a:pt x="498999" y="1949740"/>
                  </a:lnTo>
                  <a:lnTo>
                    <a:pt x="496584" y="1949440"/>
                  </a:lnTo>
                  <a:lnTo>
                    <a:pt x="494091" y="1948677"/>
                  </a:lnTo>
                  <a:lnTo>
                    <a:pt x="492631" y="1945624"/>
                  </a:lnTo>
                  <a:lnTo>
                    <a:pt x="494265" y="1943764"/>
                  </a:lnTo>
                  <a:lnTo>
                    <a:pt x="498990" y="1942296"/>
                  </a:lnTo>
                  <a:lnTo>
                    <a:pt x="503091" y="1937778"/>
                  </a:lnTo>
                  <a:lnTo>
                    <a:pt x="505469" y="1937030"/>
                  </a:lnTo>
                  <a:lnTo>
                    <a:pt x="505114" y="1933950"/>
                  </a:lnTo>
                  <a:lnTo>
                    <a:pt x="504360" y="1932032"/>
                  </a:lnTo>
                  <a:lnTo>
                    <a:pt x="504924" y="1927749"/>
                  </a:lnTo>
                  <a:lnTo>
                    <a:pt x="503676" y="1922611"/>
                  </a:lnTo>
                  <a:lnTo>
                    <a:pt x="503066" y="1921703"/>
                  </a:lnTo>
                  <a:lnTo>
                    <a:pt x="500821" y="1918348"/>
                  </a:lnTo>
                  <a:lnTo>
                    <a:pt x="502701" y="1916051"/>
                  </a:lnTo>
                  <a:lnTo>
                    <a:pt x="505048" y="1913059"/>
                  </a:lnTo>
                  <a:lnTo>
                    <a:pt x="502892" y="1910650"/>
                  </a:lnTo>
                  <a:lnTo>
                    <a:pt x="501331" y="1906691"/>
                  </a:lnTo>
                  <a:lnTo>
                    <a:pt x="497997" y="1905102"/>
                  </a:lnTo>
                  <a:lnTo>
                    <a:pt x="495914" y="1910849"/>
                  </a:lnTo>
                  <a:lnTo>
                    <a:pt x="493856" y="1910385"/>
                  </a:lnTo>
                  <a:lnTo>
                    <a:pt x="491203" y="1909497"/>
                  </a:lnTo>
                  <a:lnTo>
                    <a:pt x="489025" y="1906254"/>
                  </a:lnTo>
                  <a:lnTo>
                    <a:pt x="489661" y="1900348"/>
                  </a:lnTo>
                  <a:lnTo>
                    <a:pt x="490170" y="1897050"/>
                  </a:lnTo>
                  <a:lnTo>
                    <a:pt x="485745" y="1894472"/>
                  </a:lnTo>
                  <a:lnTo>
                    <a:pt x="484504" y="1894559"/>
                  </a:lnTo>
                  <a:lnTo>
                    <a:pt x="482493" y="1887929"/>
                  </a:lnTo>
                  <a:lnTo>
                    <a:pt x="483862" y="1886215"/>
                  </a:lnTo>
                  <a:lnTo>
                    <a:pt x="486345" y="1885245"/>
                  </a:lnTo>
                  <a:lnTo>
                    <a:pt x="487785" y="1882780"/>
                  </a:lnTo>
                  <a:lnTo>
                    <a:pt x="484714" y="1879401"/>
                  </a:lnTo>
                  <a:lnTo>
                    <a:pt x="483529" y="1877862"/>
                  </a:lnTo>
                  <a:lnTo>
                    <a:pt x="481035" y="1878676"/>
                  </a:lnTo>
                  <a:lnTo>
                    <a:pt x="478687" y="1881517"/>
                  </a:lnTo>
                  <a:lnTo>
                    <a:pt x="476743" y="1879941"/>
                  </a:lnTo>
                  <a:lnTo>
                    <a:pt x="475546" y="1873472"/>
                  </a:lnTo>
                  <a:lnTo>
                    <a:pt x="478060" y="1866047"/>
                  </a:lnTo>
                  <a:lnTo>
                    <a:pt x="480841" y="1863553"/>
                  </a:lnTo>
                  <a:lnTo>
                    <a:pt x="479913" y="1860306"/>
                  </a:lnTo>
                  <a:lnTo>
                    <a:pt x="484309" y="1858468"/>
                  </a:lnTo>
                  <a:lnTo>
                    <a:pt x="487933" y="1860432"/>
                  </a:lnTo>
                  <a:lnTo>
                    <a:pt x="492552" y="1859522"/>
                  </a:lnTo>
                  <a:lnTo>
                    <a:pt x="492402" y="1857701"/>
                  </a:lnTo>
                  <a:lnTo>
                    <a:pt x="490312" y="1851596"/>
                  </a:lnTo>
                  <a:lnTo>
                    <a:pt x="490518" y="1845407"/>
                  </a:lnTo>
                  <a:lnTo>
                    <a:pt x="493203" y="1840122"/>
                  </a:lnTo>
                  <a:lnTo>
                    <a:pt x="499742" y="1831328"/>
                  </a:lnTo>
                  <a:lnTo>
                    <a:pt x="505595" y="1822343"/>
                  </a:lnTo>
                  <a:lnTo>
                    <a:pt x="510731" y="1816552"/>
                  </a:lnTo>
                  <a:lnTo>
                    <a:pt x="512291" y="1811679"/>
                  </a:lnTo>
                  <a:lnTo>
                    <a:pt x="514993" y="1807964"/>
                  </a:lnTo>
                  <a:lnTo>
                    <a:pt x="518458" y="1806509"/>
                  </a:lnTo>
                  <a:lnTo>
                    <a:pt x="518076" y="1802041"/>
                  </a:lnTo>
                  <a:lnTo>
                    <a:pt x="518047" y="1798441"/>
                  </a:lnTo>
                  <a:lnTo>
                    <a:pt x="520198" y="1792170"/>
                  </a:lnTo>
                  <a:lnTo>
                    <a:pt x="524168" y="1784705"/>
                  </a:lnTo>
                  <a:lnTo>
                    <a:pt x="526667" y="1778924"/>
                  </a:lnTo>
                  <a:lnTo>
                    <a:pt x="531445" y="1773415"/>
                  </a:lnTo>
                  <a:lnTo>
                    <a:pt x="537787" y="1770748"/>
                  </a:lnTo>
                  <a:lnTo>
                    <a:pt x="541573" y="1770358"/>
                  </a:lnTo>
                  <a:lnTo>
                    <a:pt x="546171" y="1773387"/>
                  </a:lnTo>
                  <a:lnTo>
                    <a:pt x="550138" y="1774304"/>
                  </a:lnTo>
                  <a:lnTo>
                    <a:pt x="552906" y="1779285"/>
                  </a:lnTo>
                  <a:lnTo>
                    <a:pt x="555159" y="1779840"/>
                  </a:lnTo>
                  <a:lnTo>
                    <a:pt x="560433" y="1786679"/>
                  </a:lnTo>
                  <a:lnTo>
                    <a:pt x="567450" y="1785799"/>
                  </a:lnTo>
                  <a:lnTo>
                    <a:pt x="571215" y="1781960"/>
                  </a:lnTo>
                  <a:lnTo>
                    <a:pt x="573315" y="1779845"/>
                  </a:lnTo>
                  <a:lnTo>
                    <a:pt x="574105" y="1776500"/>
                  </a:lnTo>
                  <a:lnTo>
                    <a:pt x="576692" y="1776064"/>
                  </a:lnTo>
                  <a:lnTo>
                    <a:pt x="580086" y="1772136"/>
                  </a:lnTo>
                  <a:lnTo>
                    <a:pt x="582215" y="1769662"/>
                  </a:lnTo>
                  <a:lnTo>
                    <a:pt x="585259" y="1763734"/>
                  </a:lnTo>
                  <a:lnTo>
                    <a:pt x="587211" y="1760870"/>
                  </a:lnTo>
                  <a:lnTo>
                    <a:pt x="581998" y="1755095"/>
                  </a:lnTo>
                  <a:lnTo>
                    <a:pt x="578344" y="1752201"/>
                  </a:lnTo>
                  <a:lnTo>
                    <a:pt x="581627" y="1749264"/>
                  </a:lnTo>
                  <a:lnTo>
                    <a:pt x="586499" y="1748937"/>
                  </a:lnTo>
                  <a:lnTo>
                    <a:pt x="590085" y="1755242"/>
                  </a:lnTo>
                  <a:lnTo>
                    <a:pt x="594681" y="1757326"/>
                  </a:lnTo>
                  <a:lnTo>
                    <a:pt x="596874" y="1761880"/>
                  </a:lnTo>
                  <a:lnTo>
                    <a:pt x="604925" y="1761016"/>
                  </a:lnTo>
                  <a:lnTo>
                    <a:pt x="611604" y="1761607"/>
                  </a:lnTo>
                  <a:lnTo>
                    <a:pt x="617689" y="1759859"/>
                  </a:lnTo>
                  <a:lnTo>
                    <a:pt x="620906" y="1755254"/>
                  </a:lnTo>
                  <a:lnTo>
                    <a:pt x="628820" y="1742919"/>
                  </a:lnTo>
                  <a:lnTo>
                    <a:pt x="629414" y="1737949"/>
                  </a:lnTo>
                  <a:lnTo>
                    <a:pt x="626258" y="1726700"/>
                  </a:lnTo>
                  <a:lnTo>
                    <a:pt x="625354" y="1722200"/>
                  </a:lnTo>
                  <a:lnTo>
                    <a:pt x="625150" y="1712046"/>
                  </a:lnTo>
                  <a:lnTo>
                    <a:pt x="619945" y="1703772"/>
                  </a:lnTo>
                  <a:lnTo>
                    <a:pt x="617906" y="1700099"/>
                  </a:lnTo>
                  <a:lnTo>
                    <a:pt x="611860" y="1698212"/>
                  </a:lnTo>
                  <a:lnTo>
                    <a:pt x="613002" y="1692762"/>
                  </a:lnTo>
                  <a:lnTo>
                    <a:pt x="615114" y="1690134"/>
                  </a:lnTo>
                  <a:lnTo>
                    <a:pt x="619816" y="1693692"/>
                  </a:lnTo>
                  <a:lnTo>
                    <a:pt x="625105" y="1690945"/>
                  </a:lnTo>
                  <a:lnTo>
                    <a:pt x="630314" y="1685984"/>
                  </a:lnTo>
                  <a:lnTo>
                    <a:pt x="630788" y="1679564"/>
                  </a:lnTo>
                  <a:lnTo>
                    <a:pt x="627224" y="1672526"/>
                  </a:lnTo>
                  <a:lnTo>
                    <a:pt x="623761" y="1669298"/>
                  </a:lnTo>
                  <a:lnTo>
                    <a:pt x="622510" y="1667364"/>
                  </a:lnTo>
                  <a:lnTo>
                    <a:pt x="620461" y="1668265"/>
                  </a:lnTo>
                  <a:lnTo>
                    <a:pt x="617466" y="1671664"/>
                  </a:lnTo>
                  <a:lnTo>
                    <a:pt x="616076" y="1675346"/>
                  </a:lnTo>
                  <a:lnTo>
                    <a:pt x="612488" y="1676493"/>
                  </a:lnTo>
                  <a:lnTo>
                    <a:pt x="609378" y="1674823"/>
                  </a:lnTo>
                  <a:lnTo>
                    <a:pt x="606107" y="1676458"/>
                  </a:lnTo>
                  <a:lnTo>
                    <a:pt x="603341" y="1678942"/>
                  </a:lnTo>
                  <a:lnTo>
                    <a:pt x="598732" y="1679795"/>
                  </a:lnTo>
                  <a:lnTo>
                    <a:pt x="595460" y="1680965"/>
                  </a:lnTo>
                  <a:lnTo>
                    <a:pt x="594108" y="1684389"/>
                  </a:lnTo>
                  <a:lnTo>
                    <a:pt x="586105" y="1689747"/>
                  </a:lnTo>
                  <a:lnTo>
                    <a:pt x="584317" y="1693004"/>
                  </a:lnTo>
                  <a:lnTo>
                    <a:pt x="583222" y="1699152"/>
                  </a:lnTo>
                  <a:lnTo>
                    <a:pt x="579574" y="1702366"/>
                  </a:lnTo>
                  <a:lnTo>
                    <a:pt x="578265" y="1695464"/>
                  </a:lnTo>
                  <a:lnTo>
                    <a:pt x="577994" y="1691279"/>
                  </a:lnTo>
                  <a:lnTo>
                    <a:pt x="576079" y="1688331"/>
                  </a:lnTo>
                  <a:lnTo>
                    <a:pt x="573659" y="1689689"/>
                  </a:lnTo>
                  <a:lnTo>
                    <a:pt x="573635" y="1692421"/>
                  </a:lnTo>
                  <a:lnTo>
                    <a:pt x="571843" y="1694951"/>
                  </a:lnTo>
                  <a:lnTo>
                    <a:pt x="570551" y="1698553"/>
                  </a:lnTo>
                  <a:lnTo>
                    <a:pt x="567954" y="1693446"/>
                  </a:lnTo>
                  <a:lnTo>
                    <a:pt x="564149" y="1688609"/>
                  </a:lnTo>
                  <a:lnTo>
                    <a:pt x="557503" y="1685177"/>
                  </a:lnTo>
                  <a:lnTo>
                    <a:pt x="553944" y="1684470"/>
                  </a:lnTo>
                  <a:lnTo>
                    <a:pt x="550203" y="1685709"/>
                  </a:lnTo>
                  <a:lnTo>
                    <a:pt x="545950" y="1684455"/>
                  </a:lnTo>
                  <a:lnTo>
                    <a:pt x="541927" y="1684286"/>
                  </a:lnTo>
                  <a:lnTo>
                    <a:pt x="535647" y="1686652"/>
                  </a:lnTo>
                  <a:lnTo>
                    <a:pt x="528758" y="1690429"/>
                  </a:lnTo>
                  <a:lnTo>
                    <a:pt x="523796" y="1690942"/>
                  </a:lnTo>
                  <a:lnTo>
                    <a:pt x="516833" y="1687073"/>
                  </a:lnTo>
                  <a:lnTo>
                    <a:pt x="504050" y="1681627"/>
                  </a:lnTo>
                  <a:lnTo>
                    <a:pt x="493978" y="1677472"/>
                  </a:lnTo>
                  <a:lnTo>
                    <a:pt x="490090" y="1672446"/>
                  </a:lnTo>
                  <a:lnTo>
                    <a:pt x="489177" y="1665388"/>
                  </a:lnTo>
                  <a:lnTo>
                    <a:pt x="489589" y="1662643"/>
                  </a:lnTo>
                  <a:lnTo>
                    <a:pt x="491773" y="1659246"/>
                  </a:lnTo>
                  <a:lnTo>
                    <a:pt x="491396" y="1657134"/>
                  </a:lnTo>
                  <a:lnTo>
                    <a:pt x="488190" y="1651853"/>
                  </a:lnTo>
                  <a:lnTo>
                    <a:pt x="485740" y="1649142"/>
                  </a:lnTo>
                  <a:lnTo>
                    <a:pt x="485068" y="1646620"/>
                  </a:lnTo>
                  <a:lnTo>
                    <a:pt x="481620" y="1639547"/>
                  </a:lnTo>
                  <a:lnTo>
                    <a:pt x="482338" y="1638794"/>
                  </a:lnTo>
                  <a:lnTo>
                    <a:pt x="488357" y="1640505"/>
                  </a:lnTo>
                  <a:lnTo>
                    <a:pt x="492437" y="1638301"/>
                  </a:lnTo>
                  <a:lnTo>
                    <a:pt x="493664" y="1633863"/>
                  </a:lnTo>
                  <a:lnTo>
                    <a:pt x="496507" y="1631564"/>
                  </a:lnTo>
                  <a:lnTo>
                    <a:pt x="494616" y="1628456"/>
                  </a:lnTo>
                  <a:lnTo>
                    <a:pt x="490953" y="1626805"/>
                  </a:lnTo>
                  <a:lnTo>
                    <a:pt x="487223" y="1626487"/>
                  </a:lnTo>
                  <a:lnTo>
                    <a:pt x="483865" y="1624169"/>
                  </a:lnTo>
                  <a:lnTo>
                    <a:pt x="480033" y="1621971"/>
                  </a:lnTo>
                  <a:lnTo>
                    <a:pt x="473400" y="1620117"/>
                  </a:lnTo>
                  <a:lnTo>
                    <a:pt x="470529" y="1618679"/>
                  </a:lnTo>
                  <a:lnTo>
                    <a:pt x="466191" y="1612874"/>
                  </a:lnTo>
                  <a:lnTo>
                    <a:pt x="462670" y="1609008"/>
                  </a:lnTo>
                  <a:lnTo>
                    <a:pt x="458294" y="1606205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7"/>
            <p:cNvSpPr/>
            <p:nvPr/>
          </p:nvSpPr>
          <p:spPr>
            <a:xfrm>
              <a:off x="1258771" y="4314599"/>
              <a:ext cx="511263" cy="1602294"/>
            </a:xfrm>
            <a:custGeom>
              <a:avLst/>
              <a:pathLst>
                <a:path w="511263" h="1602294">
                  <a:moveTo>
                    <a:pt x="457200" y="1600200"/>
                  </a:moveTo>
                  <a:lnTo>
                    <a:pt x="466003" y="1594161"/>
                  </a:lnTo>
                  <a:lnTo>
                    <a:pt x="469100" y="1591737"/>
                  </a:lnTo>
                  <a:lnTo>
                    <a:pt x="472760" y="1586937"/>
                  </a:lnTo>
                  <a:lnTo>
                    <a:pt x="475487" y="1585396"/>
                  </a:lnTo>
                  <a:lnTo>
                    <a:pt x="475004" y="1580350"/>
                  </a:lnTo>
                  <a:lnTo>
                    <a:pt x="476624" y="1576393"/>
                  </a:lnTo>
                  <a:lnTo>
                    <a:pt x="483215" y="1570368"/>
                  </a:lnTo>
                  <a:lnTo>
                    <a:pt x="487916" y="1572379"/>
                  </a:lnTo>
                  <a:lnTo>
                    <a:pt x="488914" y="1568694"/>
                  </a:lnTo>
                  <a:lnTo>
                    <a:pt x="489979" y="1563847"/>
                  </a:lnTo>
                  <a:lnTo>
                    <a:pt x="492022" y="1558912"/>
                  </a:lnTo>
                  <a:lnTo>
                    <a:pt x="495729" y="1556328"/>
                  </a:lnTo>
                  <a:lnTo>
                    <a:pt x="503132" y="1554524"/>
                  </a:lnTo>
                  <a:lnTo>
                    <a:pt x="506926" y="1557634"/>
                  </a:lnTo>
                  <a:lnTo>
                    <a:pt x="511263" y="1558368"/>
                  </a:lnTo>
                  <a:lnTo>
                    <a:pt x="510511" y="1561295"/>
                  </a:lnTo>
                  <a:lnTo>
                    <a:pt x="508726" y="1564087"/>
                  </a:lnTo>
                  <a:lnTo>
                    <a:pt x="509142" y="1566928"/>
                  </a:lnTo>
                  <a:lnTo>
                    <a:pt x="504991" y="1569404"/>
                  </a:lnTo>
                  <a:lnTo>
                    <a:pt x="500252" y="1572386"/>
                  </a:lnTo>
                  <a:lnTo>
                    <a:pt x="493003" y="1575547"/>
                  </a:lnTo>
                  <a:lnTo>
                    <a:pt x="491237" y="1579089"/>
                  </a:lnTo>
                  <a:lnTo>
                    <a:pt x="488671" y="1582740"/>
                  </a:lnTo>
                  <a:lnTo>
                    <a:pt x="486982" y="1586167"/>
                  </a:lnTo>
                  <a:lnTo>
                    <a:pt x="481381" y="1588575"/>
                  </a:lnTo>
                  <a:lnTo>
                    <a:pt x="478667" y="1591037"/>
                  </a:lnTo>
                  <a:lnTo>
                    <a:pt x="476167" y="1594621"/>
                  </a:lnTo>
                  <a:lnTo>
                    <a:pt x="472821" y="1594143"/>
                  </a:lnTo>
                  <a:lnTo>
                    <a:pt x="467209" y="1598575"/>
                  </a:lnTo>
                  <a:lnTo>
                    <a:pt x="461255" y="1601303"/>
                  </a:lnTo>
                  <a:lnTo>
                    <a:pt x="457982" y="1602294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8"/>
            <p:cNvSpPr/>
            <p:nvPr/>
          </p:nvSpPr>
          <p:spPr>
            <a:xfrm>
              <a:off x="1257723" y="4057631"/>
              <a:ext cx="468489" cy="1607805"/>
            </a:xfrm>
            <a:custGeom>
              <a:avLst/>
              <a:pathLst>
                <a:path w="468489" h="1607805">
                  <a:moveTo>
                    <a:pt x="457200" y="1600200"/>
                  </a:moveTo>
                  <a:lnTo>
                    <a:pt x="463626" y="1601978"/>
                  </a:lnTo>
                  <a:lnTo>
                    <a:pt x="468063" y="1602528"/>
                  </a:lnTo>
                  <a:lnTo>
                    <a:pt x="468489" y="1605366"/>
                  </a:lnTo>
                  <a:lnTo>
                    <a:pt x="464136" y="1607805"/>
                  </a:lnTo>
                  <a:lnTo>
                    <a:pt x="460870" y="160709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39"/>
            <p:cNvSpPr/>
            <p:nvPr/>
          </p:nvSpPr>
          <p:spPr>
            <a:xfrm>
              <a:off x="1227770" y="4309975"/>
              <a:ext cx="475566" cy="1605019"/>
            </a:xfrm>
            <a:custGeom>
              <a:avLst/>
              <a:pathLst>
                <a:path w="475566" h="1605019">
                  <a:moveTo>
                    <a:pt x="457200" y="1600200"/>
                  </a:moveTo>
                  <a:lnTo>
                    <a:pt x="460442" y="1591741"/>
                  </a:lnTo>
                  <a:lnTo>
                    <a:pt x="462836" y="1590411"/>
                  </a:lnTo>
                  <a:lnTo>
                    <a:pt x="468599" y="1593719"/>
                  </a:lnTo>
                  <a:lnTo>
                    <a:pt x="472153" y="1589624"/>
                  </a:lnTo>
                  <a:lnTo>
                    <a:pt x="470463" y="1583456"/>
                  </a:lnTo>
                  <a:lnTo>
                    <a:pt x="473089" y="1582093"/>
                  </a:lnTo>
                  <a:lnTo>
                    <a:pt x="475234" y="1586286"/>
                  </a:lnTo>
                  <a:lnTo>
                    <a:pt x="475566" y="1591885"/>
                  </a:lnTo>
                  <a:lnTo>
                    <a:pt x="475129" y="1597640"/>
                  </a:lnTo>
                  <a:lnTo>
                    <a:pt x="473531" y="1603212"/>
                  </a:lnTo>
                  <a:lnTo>
                    <a:pt x="469559" y="1601656"/>
                  </a:lnTo>
                  <a:lnTo>
                    <a:pt x="464890" y="1601145"/>
                  </a:lnTo>
                  <a:lnTo>
                    <a:pt x="460222" y="1604971"/>
                  </a:lnTo>
                  <a:lnTo>
                    <a:pt x="455614" y="1605019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0"/>
            <p:cNvSpPr/>
            <p:nvPr/>
          </p:nvSpPr>
          <p:spPr>
            <a:xfrm>
              <a:off x="1242435" y="4016128"/>
              <a:ext cx="465985" cy="1606534"/>
            </a:xfrm>
            <a:custGeom>
              <a:avLst/>
              <a:pathLst>
                <a:path w="465985" h="1606534">
                  <a:moveTo>
                    <a:pt x="457200" y="1600200"/>
                  </a:moveTo>
                  <a:lnTo>
                    <a:pt x="461004" y="1599191"/>
                  </a:lnTo>
                  <a:lnTo>
                    <a:pt x="465985" y="1599745"/>
                  </a:lnTo>
                  <a:lnTo>
                    <a:pt x="465905" y="1603858"/>
                  </a:lnTo>
                  <a:lnTo>
                    <a:pt x="460808" y="1606534"/>
                  </a:lnTo>
                  <a:lnTo>
                    <a:pt x="456798" y="1603602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1"/>
            <p:cNvSpPr/>
            <p:nvPr/>
          </p:nvSpPr>
          <p:spPr>
            <a:xfrm>
              <a:off x="1204501" y="4316110"/>
              <a:ext cx="467400" cy="1606721"/>
            </a:xfrm>
            <a:custGeom>
              <a:avLst/>
              <a:pathLst>
                <a:path w="467400" h="1606721">
                  <a:moveTo>
                    <a:pt x="457200" y="1600200"/>
                  </a:moveTo>
                  <a:lnTo>
                    <a:pt x="462586" y="1596972"/>
                  </a:lnTo>
                  <a:lnTo>
                    <a:pt x="467400" y="1598973"/>
                  </a:lnTo>
                  <a:lnTo>
                    <a:pt x="465180" y="1604803"/>
                  </a:lnTo>
                  <a:lnTo>
                    <a:pt x="461609" y="1604612"/>
                  </a:lnTo>
                  <a:lnTo>
                    <a:pt x="457837" y="1606721"/>
                  </a:lnTo>
                  <a:lnTo>
                    <a:pt x="456033" y="1605220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2"/>
            <p:cNvSpPr/>
            <p:nvPr/>
          </p:nvSpPr>
          <p:spPr>
            <a:xfrm>
              <a:off x="1186515" y="4322547"/>
              <a:ext cx="461328" cy="1604647"/>
            </a:xfrm>
            <a:custGeom>
              <a:avLst/>
              <a:pathLst>
                <a:path w="461328" h="1604647">
                  <a:moveTo>
                    <a:pt x="457200" y="1600200"/>
                  </a:moveTo>
                  <a:lnTo>
                    <a:pt x="459320" y="1598228"/>
                  </a:lnTo>
                  <a:lnTo>
                    <a:pt x="461328" y="1600485"/>
                  </a:lnTo>
                  <a:lnTo>
                    <a:pt x="459958" y="1604647"/>
                  </a:lnTo>
                  <a:lnTo>
                    <a:pt x="457302" y="160313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3"/>
            <p:cNvSpPr/>
            <p:nvPr/>
          </p:nvSpPr>
          <p:spPr>
            <a:xfrm>
              <a:off x="1261409" y="3590177"/>
              <a:ext cx="534795" cy="1653152"/>
            </a:xfrm>
            <a:custGeom>
              <a:avLst/>
              <a:pathLst>
                <a:path w="534795" h="1653152">
                  <a:moveTo>
                    <a:pt x="457200" y="1600200"/>
                  </a:moveTo>
                  <a:lnTo>
                    <a:pt x="458992" y="1596813"/>
                  </a:lnTo>
                  <a:lnTo>
                    <a:pt x="459856" y="1590480"/>
                  </a:lnTo>
                  <a:lnTo>
                    <a:pt x="462137" y="1586467"/>
                  </a:lnTo>
                  <a:lnTo>
                    <a:pt x="465419" y="1587079"/>
                  </a:lnTo>
                  <a:lnTo>
                    <a:pt x="465356" y="1591803"/>
                  </a:lnTo>
                  <a:lnTo>
                    <a:pt x="465538" y="1595204"/>
                  </a:lnTo>
                  <a:lnTo>
                    <a:pt x="471146" y="1599540"/>
                  </a:lnTo>
                  <a:lnTo>
                    <a:pt x="479626" y="1604859"/>
                  </a:lnTo>
                  <a:lnTo>
                    <a:pt x="482139" y="1604217"/>
                  </a:lnTo>
                  <a:lnTo>
                    <a:pt x="489453" y="1599975"/>
                  </a:lnTo>
                  <a:lnTo>
                    <a:pt x="492691" y="1599021"/>
                  </a:lnTo>
                  <a:lnTo>
                    <a:pt x="496282" y="1599927"/>
                  </a:lnTo>
                  <a:lnTo>
                    <a:pt x="498043" y="1601531"/>
                  </a:lnTo>
                  <a:lnTo>
                    <a:pt x="499823" y="1605297"/>
                  </a:lnTo>
                  <a:lnTo>
                    <a:pt x="501733" y="1606543"/>
                  </a:lnTo>
                  <a:lnTo>
                    <a:pt x="502157" y="1611685"/>
                  </a:lnTo>
                  <a:lnTo>
                    <a:pt x="502566" y="1615995"/>
                  </a:lnTo>
                  <a:lnTo>
                    <a:pt x="506079" y="1618941"/>
                  </a:lnTo>
                  <a:lnTo>
                    <a:pt x="511086" y="1620713"/>
                  </a:lnTo>
                  <a:lnTo>
                    <a:pt x="512987" y="1623853"/>
                  </a:lnTo>
                  <a:lnTo>
                    <a:pt x="515377" y="1626206"/>
                  </a:lnTo>
                  <a:lnTo>
                    <a:pt x="524822" y="1629239"/>
                  </a:lnTo>
                  <a:lnTo>
                    <a:pt x="528629" y="1630393"/>
                  </a:lnTo>
                  <a:lnTo>
                    <a:pt x="534795" y="1633972"/>
                  </a:lnTo>
                  <a:lnTo>
                    <a:pt x="532389" y="1638839"/>
                  </a:lnTo>
                  <a:lnTo>
                    <a:pt x="529489" y="1642654"/>
                  </a:lnTo>
                  <a:lnTo>
                    <a:pt x="526818" y="1643279"/>
                  </a:lnTo>
                  <a:lnTo>
                    <a:pt x="523661" y="1640029"/>
                  </a:lnTo>
                  <a:lnTo>
                    <a:pt x="519597" y="1639622"/>
                  </a:lnTo>
                  <a:lnTo>
                    <a:pt x="513709" y="1642552"/>
                  </a:lnTo>
                  <a:lnTo>
                    <a:pt x="510795" y="1644660"/>
                  </a:lnTo>
                  <a:lnTo>
                    <a:pt x="509259" y="1647568"/>
                  </a:lnTo>
                  <a:lnTo>
                    <a:pt x="509018" y="1650906"/>
                  </a:lnTo>
                  <a:lnTo>
                    <a:pt x="506818" y="1653152"/>
                  </a:lnTo>
                  <a:lnTo>
                    <a:pt x="503940" y="1651087"/>
                  </a:lnTo>
                  <a:lnTo>
                    <a:pt x="503928" y="1645484"/>
                  </a:lnTo>
                  <a:lnTo>
                    <a:pt x="502138" y="1640897"/>
                  </a:lnTo>
                  <a:lnTo>
                    <a:pt x="498361" y="1636275"/>
                  </a:lnTo>
                  <a:lnTo>
                    <a:pt x="495019" y="1634382"/>
                  </a:lnTo>
                  <a:lnTo>
                    <a:pt x="493023" y="1634151"/>
                  </a:lnTo>
                  <a:lnTo>
                    <a:pt x="492588" y="1630033"/>
                  </a:lnTo>
                  <a:lnTo>
                    <a:pt x="490114" y="1624412"/>
                  </a:lnTo>
                  <a:lnTo>
                    <a:pt x="484816" y="1619128"/>
                  </a:lnTo>
                  <a:lnTo>
                    <a:pt x="479339" y="1615147"/>
                  </a:lnTo>
                  <a:lnTo>
                    <a:pt x="475053" y="1613761"/>
                  </a:lnTo>
                  <a:lnTo>
                    <a:pt x="470692" y="1614813"/>
                  </a:lnTo>
                  <a:lnTo>
                    <a:pt x="468868" y="1616360"/>
                  </a:lnTo>
                  <a:lnTo>
                    <a:pt x="464437" y="1619383"/>
                  </a:lnTo>
                  <a:lnTo>
                    <a:pt x="462222" y="1617704"/>
                  </a:lnTo>
                  <a:lnTo>
                    <a:pt x="459046" y="1614856"/>
                  </a:lnTo>
                  <a:lnTo>
                    <a:pt x="456981" y="1612647"/>
                  </a:lnTo>
                  <a:lnTo>
                    <a:pt x="455922" y="1605350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4"/>
            <p:cNvSpPr/>
            <p:nvPr/>
          </p:nvSpPr>
          <p:spPr>
            <a:xfrm>
              <a:off x="1139917" y="4326253"/>
              <a:ext cx="468248" cy="1604261"/>
            </a:xfrm>
            <a:custGeom>
              <a:avLst/>
              <a:pathLst>
                <a:path w="468248" h="1604261">
                  <a:moveTo>
                    <a:pt x="457200" y="1600200"/>
                  </a:moveTo>
                  <a:lnTo>
                    <a:pt x="459838" y="1597300"/>
                  </a:lnTo>
                  <a:lnTo>
                    <a:pt x="463423" y="1595759"/>
                  </a:lnTo>
                  <a:lnTo>
                    <a:pt x="467562" y="1598250"/>
                  </a:lnTo>
                  <a:lnTo>
                    <a:pt x="468248" y="1600836"/>
                  </a:lnTo>
                  <a:lnTo>
                    <a:pt x="463993" y="1603573"/>
                  </a:lnTo>
                  <a:lnTo>
                    <a:pt x="459873" y="1604261"/>
                  </a:lnTo>
                  <a:lnTo>
                    <a:pt x="455884" y="1604105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5"/>
            <p:cNvSpPr/>
            <p:nvPr/>
          </p:nvSpPr>
          <p:spPr>
            <a:xfrm>
              <a:off x="1195666" y="3769802"/>
              <a:ext cx="476536" cy="1632339"/>
            </a:xfrm>
            <a:custGeom>
              <a:avLst/>
              <a:pathLst>
                <a:path w="476536" h="1632339">
                  <a:moveTo>
                    <a:pt x="457200" y="1600200"/>
                  </a:moveTo>
                  <a:lnTo>
                    <a:pt x="460568" y="1607886"/>
                  </a:lnTo>
                  <a:lnTo>
                    <a:pt x="461425" y="1614058"/>
                  </a:lnTo>
                  <a:lnTo>
                    <a:pt x="468716" y="1622910"/>
                  </a:lnTo>
                  <a:lnTo>
                    <a:pt x="473026" y="1625916"/>
                  </a:lnTo>
                  <a:lnTo>
                    <a:pt x="476536" y="1629857"/>
                  </a:lnTo>
                  <a:lnTo>
                    <a:pt x="475701" y="1632339"/>
                  </a:lnTo>
                  <a:lnTo>
                    <a:pt x="471317" y="1630180"/>
                  </a:lnTo>
                  <a:lnTo>
                    <a:pt x="465535" y="1627434"/>
                  </a:lnTo>
                  <a:lnTo>
                    <a:pt x="459348" y="1618074"/>
                  </a:lnTo>
                  <a:lnTo>
                    <a:pt x="455245" y="1613529"/>
                  </a:lnTo>
                  <a:lnTo>
                    <a:pt x="455554" y="1602918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6"/>
            <p:cNvSpPr/>
            <p:nvPr/>
          </p:nvSpPr>
          <p:spPr>
            <a:xfrm>
              <a:off x="1043994" y="4321496"/>
              <a:ext cx="540198" cy="1618355"/>
            </a:xfrm>
            <a:custGeom>
              <a:avLst/>
              <a:pathLst>
                <a:path w="540198" h="1618355">
                  <a:moveTo>
                    <a:pt x="457200" y="1600200"/>
                  </a:moveTo>
                  <a:lnTo>
                    <a:pt x="466928" y="1600151"/>
                  </a:lnTo>
                  <a:lnTo>
                    <a:pt x="472233" y="1598980"/>
                  </a:lnTo>
                  <a:lnTo>
                    <a:pt x="478241" y="1600521"/>
                  </a:lnTo>
                  <a:lnTo>
                    <a:pt x="484094" y="1599686"/>
                  </a:lnTo>
                  <a:lnTo>
                    <a:pt x="487673" y="1596973"/>
                  </a:lnTo>
                  <a:lnTo>
                    <a:pt x="488629" y="1590387"/>
                  </a:lnTo>
                  <a:lnTo>
                    <a:pt x="493449" y="1587472"/>
                  </a:lnTo>
                  <a:lnTo>
                    <a:pt x="498789" y="1585724"/>
                  </a:lnTo>
                  <a:lnTo>
                    <a:pt x="502680" y="1588478"/>
                  </a:lnTo>
                  <a:lnTo>
                    <a:pt x="505086" y="1593942"/>
                  </a:lnTo>
                  <a:lnTo>
                    <a:pt x="502381" y="1598820"/>
                  </a:lnTo>
                  <a:lnTo>
                    <a:pt x="502552" y="1605786"/>
                  </a:lnTo>
                  <a:lnTo>
                    <a:pt x="506898" y="1606349"/>
                  </a:lnTo>
                  <a:lnTo>
                    <a:pt x="515561" y="1607857"/>
                  </a:lnTo>
                  <a:lnTo>
                    <a:pt x="520017" y="1607945"/>
                  </a:lnTo>
                  <a:lnTo>
                    <a:pt x="525144" y="1612500"/>
                  </a:lnTo>
                  <a:lnTo>
                    <a:pt x="532323" y="1612813"/>
                  </a:lnTo>
                  <a:lnTo>
                    <a:pt x="540198" y="1615729"/>
                  </a:lnTo>
                  <a:lnTo>
                    <a:pt x="538809" y="1618355"/>
                  </a:lnTo>
                  <a:lnTo>
                    <a:pt x="532011" y="1618295"/>
                  </a:lnTo>
                  <a:lnTo>
                    <a:pt x="524005" y="1617614"/>
                  </a:lnTo>
                  <a:lnTo>
                    <a:pt x="519786" y="1616929"/>
                  </a:lnTo>
                  <a:lnTo>
                    <a:pt x="513551" y="1613541"/>
                  </a:lnTo>
                  <a:lnTo>
                    <a:pt x="509062" y="1613355"/>
                  </a:lnTo>
                  <a:lnTo>
                    <a:pt x="506273" y="1612317"/>
                  </a:lnTo>
                  <a:lnTo>
                    <a:pt x="499434" y="1609238"/>
                  </a:lnTo>
                  <a:lnTo>
                    <a:pt x="493286" y="1606645"/>
                  </a:lnTo>
                  <a:lnTo>
                    <a:pt x="489570" y="1606307"/>
                  </a:lnTo>
                  <a:lnTo>
                    <a:pt x="488183" y="1610638"/>
                  </a:lnTo>
                  <a:lnTo>
                    <a:pt x="483166" y="1607836"/>
                  </a:lnTo>
                  <a:lnTo>
                    <a:pt x="476631" y="1608265"/>
                  </a:lnTo>
                  <a:lnTo>
                    <a:pt x="471259" y="1606124"/>
                  </a:lnTo>
                  <a:lnTo>
                    <a:pt x="466872" y="1605909"/>
                  </a:lnTo>
                  <a:lnTo>
                    <a:pt x="461970" y="1604388"/>
                  </a:lnTo>
                  <a:lnTo>
                    <a:pt x="456070" y="1603181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7"/>
            <p:cNvSpPr/>
            <p:nvPr/>
          </p:nvSpPr>
          <p:spPr>
            <a:xfrm>
              <a:off x="983273" y="4330358"/>
              <a:ext cx="512966" cy="1606880"/>
            </a:xfrm>
            <a:custGeom>
              <a:avLst/>
              <a:pathLst>
                <a:path w="512966" h="1606880">
                  <a:moveTo>
                    <a:pt x="457200" y="1600200"/>
                  </a:moveTo>
                  <a:lnTo>
                    <a:pt x="459332" y="1593263"/>
                  </a:lnTo>
                  <a:lnTo>
                    <a:pt x="464365" y="1592266"/>
                  </a:lnTo>
                  <a:lnTo>
                    <a:pt x="465354" y="1590118"/>
                  </a:lnTo>
                  <a:lnTo>
                    <a:pt x="464206" y="1585748"/>
                  </a:lnTo>
                  <a:lnTo>
                    <a:pt x="465818" y="1583549"/>
                  </a:lnTo>
                  <a:lnTo>
                    <a:pt x="468424" y="1584379"/>
                  </a:lnTo>
                  <a:lnTo>
                    <a:pt x="472899" y="1582977"/>
                  </a:lnTo>
                  <a:lnTo>
                    <a:pt x="473559" y="1586416"/>
                  </a:lnTo>
                  <a:lnTo>
                    <a:pt x="472969" y="1589375"/>
                  </a:lnTo>
                  <a:lnTo>
                    <a:pt x="471628" y="1593616"/>
                  </a:lnTo>
                  <a:lnTo>
                    <a:pt x="476846" y="1593764"/>
                  </a:lnTo>
                  <a:lnTo>
                    <a:pt x="481139" y="1594165"/>
                  </a:lnTo>
                  <a:lnTo>
                    <a:pt x="486037" y="1594808"/>
                  </a:lnTo>
                  <a:lnTo>
                    <a:pt x="486765" y="1590535"/>
                  </a:lnTo>
                  <a:lnTo>
                    <a:pt x="486689" y="1587046"/>
                  </a:lnTo>
                  <a:lnTo>
                    <a:pt x="486262" y="1582444"/>
                  </a:lnTo>
                  <a:lnTo>
                    <a:pt x="488854" y="1579540"/>
                  </a:lnTo>
                  <a:lnTo>
                    <a:pt x="492039" y="1580947"/>
                  </a:lnTo>
                  <a:lnTo>
                    <a:pt x="493364" y="1584247"/>
                  </a:lnTo>
                  <a:lnTo>
                    <a:pt x="496969" y="1590043"/>
                  </a:lnTo>
                  <a:lnTo>
                    <a:pt x="499708" y="1591136"/>
                  </a:lnTo>
                  <a:lnTo>
                    <a:pt x="504759" y="1592167"/>
                  </a:lnTo>
                  <a:lnTo>
                    <a:pt x="512383" y="1592844"/>
                  </a:lnTo>
                  <a:lnTo>
                    <a:pt x="512966" y="1595738"/>
                  </a:lnTo>
                  <a:lnTo>
                    <a:pt x="505141" y="1596360"/>
                  </a:lnTo>
                  <a:lnTo>
                    <a:pt x="499798" y="1595946"/>
                  </a:lnTo>
                  <a:lnTo>
                    <a:pt x="493120" y="1599162"/>
                  </a:lnTo>
                  <a:lnTo>
                    <a:pt x="491516" y="1601781"/>
                  </a:lnTo>
                  <a:lnTo>
                    <a:pt x="485649" y="1602440"/>
                  </a:lnTo>
                  <a:lnTo>
                    <a:pt x="480804" y="1602990"/>
                  </a:lnTo>
                  <a:lnTo>
                    <a:pt x="474467" y="1602288"/>
                  </a:lnTo>
                  <a:lnTo>
                    <a:pt x="471535" y="1603388"/>
                  </a:lnTo>
                  <a:lnTo>
                    <a:pt x="467260" y="1604964"/>
                  </a:lnTo>
                  <a:lnTo>
                    <a:pt x="464849" y="1606880"/>
                  </a:lnTo>
                  <a:lnTo>
                    <a:pt x="461529" y="1606238"/>
                  </a:lnTo>
                  <a:lnTo>
                    <a:pt x="456750" y="1606617"/>
                  </a:lnTo>
                  <a:lnTo>
                    <a:pt x="455189" y="1605088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8"/>
            <p:cNvSpPr/>
            <p:nvPr/>
          </p:nvSpPr>
          <p:spPr>
            <a:xfrm>
              <a:off x="958651" y="4319306"/>
              <a:ext cx="480403" cy="1608397"/>
            </a:xfrm>
            <a:custGeom>
              <a:avLst/>
              <a:pathLst>
                <a:path w="480403" h="1608397">
                  <a:moveTo>
                    <a:pt x="457200" y="1600200"/>
                  </a:moveTo>
                  <a:lnTo>
                    <a:pt x="463654" y="1600269"/>
                  </a:lnTo>
                  <a:lnTo>
                    <a:pt x="469965" y="1601578"/>
                  </a:lnTo>
                  <a:lnTo>
                    <a:pt x="473162" y="1600757"/>
                  </a:lnTo>
                  <a:lnTo>
                    <a:pt x="475136" y="1594038"/>
                  </a:lnTo>
                  <a:lnTo>
                    <a:pt x="476074" y="1592054"/>
                  </a:lnTo>
                  <a:lnTo>
                    <a:pt x="478859" y="1593341"/>
                  </a:lnTo>
                  <a:lnTo>
                    <a:pt x="480403" y="1596352"/>
                  </a:lnTo>
                  <a:lnTo>
                    <a:pt x="477912" y="1600357"/>
                  </a:lnTo>
                  <a:lnTo>
                    <a:pt x="476688" y="1607555"/>
                  </a:lnTo>
                  <a:lnTo>
                    <a:pt x="473526" y="1608159"/>
                  </a:lnTo>
                  <a:lnTo>
                    <a:pt x="470397" y="1608397"/>
                  </a:lnTo>
                  <a:lnTo>
                    <a:pt x="467997" y="1606602"/>
                  </a:lnTo>
                  <a:lnTo>
                    <a:pt x="463117" y="1606146"/>
                  </a:lnTo>
                  <a:lnTo>
                    <a:pt x="457004" y="1606302"/>
                  </a:lnTo>
                  <a:lnTo>
                    <a:pt x="455505" y="1602446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49"/>
            <p:cNvSpPr/>
            <p:nvPr/>
          </p:nvSpPr>
          <p:spPr>
            <a:xfrm>
              <a:off x="941944" y="4303077"/>
              <a:ext cx="476876" cy="1623573"/>
            </a:xfrm>
            <a:custGeom>
              <a:avLst/>
              <a:pathLst>
                <a:path w="476876" h="1623573">
                  <a:moveTo>
                    <a:pt x="457200" y="1600200"/>
                  </a:moveTo>
                  <a:lnTo>
                    <a:pt x="461022" y="1600423"/>
                  </a:lnTo>
                  <a:lnTo>
                    <a:pt x="465778" y="1602160"/>
                  </a:lnTo>
                  <a:lnTo>
                    <a:pt x="467387" y="1607082"/>
                  </a:lnTo>
                  <a:lnTo>
                    <a:pt x="471862" y="1608699"/>
                  </a:lnTo>
                  <a:lnTo>
                    <a:pt x="476876" y="1609649"/>
                  </a:lnTo>
                  <a:lnTo>
                    <a:pt x="475188" y="1612799"/>
                  </a:lnTo>
                  <a:lnTo>
                    <a:pt x="471232" y="1613606"/>
                  </a:lnTo>
                  <a:lnTo>
                    <a:pt x="468125" y="1616842"/>
                  </a:lnTo>
                  <a:lnTo>
                    <a:pt x="466402" y="1618568"/>
                  </a:lnTo>
                  <a:lnTo>
                    <a:pt x="464169" y="1623573"/>
                  </a:lnTo>
                  <a:lnTo>
                    <a:pt x="459731" y="1619927"/>
                  </a:lnTo>
                  <a:lnTo>
                    <a:pt x="457684" y="1616014"/>
                  </a:lnTo>
                  <a:lnTo>
                    <a:pt x="460143" y="1614917"/>
                  </a:lnTo>
                  <a:lnTo>
                    <a:pt x="462795" y="1614982"/>
                  </a:lnTo>
                  <a:lnTo>
                    <a:pt x="462965" y="1610502"/>
                  </a:lnTo>
                  <a:lnTo>
                    <a:pt x="460073" y="1607792"/>
                  </a:lnTo>
                  <a:lnTo>
                    <a:pt x="455855" y="1602576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h50"/>
            <p:cNvSpPr/>
            <p:nvPr/>
          </p:nvSpPr>
          <p:spPr>
            <a:xfrm>
              <a:off x="914419" y="4317548"/>
              <a:ext cx="469356" cy="1604017"/>
            </a:xfrm>
            <a:custGeom>
              <a:avLst/>
              <a:pathLst>
                <a:path w="469356" h="1604017">
                  <a:moveTo>
                    <a:pt x="457200" y="1600200"/>
                  </a:moveTo>
                  <a:lnTo>
                    <a:pt x="465115" y="1598901"/>
                  </a:lnTo>
                  <a:lnTo>
                    <a:pt x="469356" y="1601340"/>
                  </a:lnTo>
                  <a:lnTo>
                    <a:pt x="467726" y="1604017"/>
                  </a:lnTo>
                  <a:lnTo>
                    <a:pt x="462292" y="1603771"/>
                  </a:lnTo>
                  <a:lnTo>
                    <a:pt x="459162" y="1602439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h51"/>
            <p:cNvSpPr/>
            <p:nvPr/>
          </p:nvSpPr>
          <p:spPr>
            <a:xfrm>
              <a:off x="917666" y="4300117"/>
              <a:ext cx="461591" cy="1607174"/>
            </a:xfrm>
            <a:custGeom>
              <a:avLst/>
              <a:pathLst>
                <a:path w="461591" h="1607174">
                  <a:moveTo>
                    <a:pt x="457200" y="1600200"/>
                  </a:moveTo>
                  <a:lnTo>
                    <a:pt x="460699" y="1600389"/>
                  </a:lnTo>
                  <a:lnTo>
                    <a:pt x="461591" y="1605344"/>
                  </a:lnTo>
                  <a:lnTo>
                    <a:pt x="459151" y="1607174"/>
                  </a:lnTo>
                  <a:lnTo>
                    <a:pt x="455918" y="1603839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h52"/>
            <p:cNvSpPr/>
            <p:nvPr/>
          </p:nvSpPr>
          <p:spPr>
            <a:xfrm>
              <a:off x="901444" y="4333445"/>
              <a:ext cx="467113" cy="1604630"/>
            </a:xfrm>
            <a:custGeom>
              <a:avLst/>
              <a:pathLst>
                <a:path w="467113" h="1604630">
                  <a:moveTo>
                    <a:pt x="457200" y="1600200"/>
                  </a:moveTo>
                  <a:lnTo>
                    <a:pt x="464851" y="1593341"/>
                  </a:lnTo>
                  <a:lnTo>
                    <a:pt x="466928" y="1596144"/>
                  </a:lnTo>
                  <a:lnTo>
                    <a:pt x="467113" y="1599175"/>
                  </a:lnTo>
                  <a:lnTo>
                    <a:pt x="460472" y="1603209"/>
                  </a:lnTo>
                  <a:lnTo>
                    <a:pt x="458240" y="1604630"/>
                  </a:lnTo>
                  <a:close/>
                </a:path>
              </a:pathLst>
            </a:custGeom>
            <a:solidFill>
              <a:srgbClr val="D6735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h53"/>
            <p:cNvSpPr/>
            <p:nvPr/>
          </p:nvSpPr>
          <p:spPr>
            <a:xfrm>
              <a:off x="1985778" y="2835318"/>
              <a:ext cx="1108548" cy="1839637"/>
            </a:xfrm>
            <a:custGeom>
              <a:avLst/>
              <a:pathLst>
                <a:path w="1108548" h="1839637">
                  <a:moveTo>
                    <a:pt x="457200" y="1600200"/>
                  </a:moveTo>
                  <a:lnTo>
                    <a:pt x="456639" y="1597144"/>
                  </a:lnTo>
                  <a:lnTo>
                    <a:pt x="461840" y="1593995"/>
                  </a:lnTo>
                  <a:lnTo>
                    <a:pt x="467826" y="1586313"/>
                  </a:lnTo>
                  <a:lnTo>
                    <a:pt x="469691" y="1583768"/>
                  </a:lnTo>
                  <a:lnTo>
                    <a:pt x="473499" y="1585357"/>
                  </a:lnTo>
                  <a:lnTo>
                    <a:pt x="478975" y="1585422"/>
                  </a:lnTo>
                  <a:lnTo>
                    <a:pt x="483741" y="1585476"/>
                  </a:lnTo>
                  <a:lnTo>
                    <a:pt x="487391" y="1582658"/>
                  </a:lnTo>
                  <a:lnTo>
                    <a:pt x="488412" y="1581869"/>
                  </a:lnTo>
                  <a:lnTo>
                    <a:pt x="496051" y="1575304"/>
                  </a:lnTo>
                  <a:lnTo>
                    <a:pt x="497704" y="1568452"/>
                  </a:lnTo>
                  <a:lnTo>
                    <a:pt x="496715" y="1565547"/>
                  </a:lnTo>
                  <a:lnTo>
                    <a:pt x="497132" y="1559525"/>
                  </a:lnTo>
                  <a:lnTo>
                    <a:pt x="494997" y="1552692"/>
                  </a:lnTo>
                  <a:lnTo>
                    <a:pt x="494387" y="1552428"/>
                  </a:lnTo>
                  <a:lnTo>
                    <a:pt x="488675" y="1549952"/>
                  </a:lnTo>
                  <a:lnTo>
                    <a:pt x="483106" y="1549676"/>
                  </a:lnTo>
                  <a:lnTo>
                    <a:pt x="478864" y="1548064"/>
                  </a:lnTo>
                  <a:lnTo>
                    <a:pt x="476498" y="1539173"/>
                  </a:lnTo>
                  <a:lnTo>
                    <a:pt x="480276" y="1533012"/>
                  </a:lnTo>
                  <a:lnTo>
                    <a:pt x="481743" y="1524357"/>
                  </a:lnTo>
                  <a:lnTo>
                    <a:pt x="482591" y="1521320"/>
                  </a:lnTo>
                  <a:lnTo>
                    <a:pt x="478206" y="1516463"/>
                  </a:lnTo>
                  <a:lnTo>
                    <a:pt x="480445" y="1512405"/>
                  </a:lnTo>
                  <a:lnTo>
                    <a:pt x="481517" y="1505892"/>
                  </a:lnTo>
                  <a:lnTo>
                    <a:pt x="480221" y="1502086"/>
                  </a:lnTo>
                  <a:lnTo>
                    <a:pt x="485732" y="1501382"/>
                  </a:lnTo>
                  <a:lnTo>
                    <a:pt x="489779" y="1501532"/>
                  </a:lnTo>
                  <a:lnTo>
                    <a:pt x="490602" y="1500313"/>
                  </a:lnTo>
                  <a:lnTo>
                    <a:pt x="494941" y="1493878"/>
                  </a:lnTo>
                  <a:lnTo>
                    <a:pt x="503533" y="1487616"/>
                  </a:lnTo>
                  <a:lnTo>
                    <a:pt x="504089" y="1480860"/>
                  </a:lnTo>
                  <a:lnTo>
                    <a:pt x="505530" y="1474194"/>
                  </a:lnTo>
                  <a:lnTo>
                    <a:pt x="508185" y="1470695"/>
                  </a:lnTo>
                  <a:lnTo>
                    <a:pt x="509537" y="1467638"/>
                  </a:lnTo>
                  <a:lnTo>
                    <a:pt x="509468" y="1462425"/>
                  </a:lnTo>
                  <a:lnTo>
                    <a:pt x="509148" y="1453893"/>
                  </a:lnTo>
                  <a:lnTo>
                    <a:pt x="511347" y="1449677"/>
                  </a:lnTo>
                  <a:lnTo>
                    <a:pt x="511721" y="1445163"/>
                  </a:lnTo>
                  <a:lnTo>
                    <a:pt x="509574" y="1441282"/>
                  </a:lnTo>
                  <a:lnTo>
                    <a:pt x="512704" y="1438202"/>
                  </a:lnTo>
                  <a:lnTo>
                    <a:pt x="519286" y="1432576"/>
                  </a:lnTo>
                  <a:lnTo>
                    <a:pt x="521845" y="1429032"/>
                  </a:lnTo>
                  <a:lnTo>
                    <a:pt x="523079" y="1424671"/>
                  </a:lnTo>
                  <a:lnTo>
                    <a:pt x="523550" y="1423008"/>
                  </a:lnTo>
                  <a:lnTo>
                    <a:pt x="526145" y="1421093"/>
                  </a:lnTo>
                  <a:lnTo>
                    <a:pt x="532453" y="1419290"/>
                  </a:lnTo>
                  <a:lnTo>
                    <a:pt x="538664" y="1416290"/>
                  </a:lnTo>
                  <a:lnTo>
                    <a:pt x="545444" y="1414902"/>
                  </a:lnTo>
                  <a:lnTo>
                    <a:pt x="551671" y="1409282"/>
                  </a:lnTo>
                  <a:lnTo>
                    <a:pt x="555988" y="1407549"/>
                  </a:lnTo>
                  <a:lnTo>
                    <a:pt x="556617" y="1402168"/>
                  </a:lnTo>
                  <a:lnTo>
                    <a:pt x="556658" y="1401824"/>
                  </a:lnTo>
                  <a:lnTo>
                    <a:pt x="554149" y="1396482"/>
                  </a:lnTo>
                  <a:lnTo>
                    <a:pt x="545941" y="1387992"/>
                  </a:lnTo>
                  <a:lnTo>
                    <a:pt x="539669" y="1380785"/>
                  </a:lnTo>
                  <a:lnTo>
                    <a:pt x="535279" y="1379988"/>
                  </a:lnTo>
                  <a:lnTo>
                    <a:pt x="536593" y="1371882"/>
                  </a:lnTo>
                  <a:lnTo>
                    <a:pt x="533351" y="1363236"/>
                  </a:lnTo>
                  <a:lnTo>
                    <a:pt x="531132" y="1348929"/>
                  </a:lnTo>
                  <a:lnTo>
                    <a:pt x="529183" y="1344350"/>
                  </a:lnTo>
                  <a:lnTo>
                    <a:pt x="522317" y="1331752"/>
                  </a:lnTo>
                  <a:lnTo>
                    <a:pt x="517606" y="1323665"/>
                  </a:lnTo>
                  <a:lnTo>
                    <a:pt x="519428" y="1315139"/>
                  </a:lnTo>
                  <a:lnTo>
                    <a:pt x="520195" y="1307856"/>
                  </a:lnTo>
                  <a:lnTo>
                    <a:pt x="522332" y="1299829"/>
                  </a:lnTo>
                  <a:lnTo>
                    <a:pt x="523881" y="1293397"/>
                  </a:lnTo>
                  <a:lnTo>
                    <a:pt x="525951" y="1293833"/>
                  </a:lnTo>
                  <a:lnTo>
                    <a:pt x="528934" y="1292127"/>
                  </a:lnTo>
                  <a:lnTo>
                    <a:pt x="529892" y="1276699"/>
                  </a:lnTo>
                  <a:lnTo>
                    <a:pt x="528761" y="1257941"/>
                  </a:lnTo>
                  <a:lnTo>
                    <a:pt x="525816" y="1252376"/>
                  </a:lnTo>
                  <a:lnTo>
                    <a:pt x="527424" y="1243196"/>
                  </a:lnTo>
                  <a:lnTo>
                    <a:pt x="529379" y="1235527"/>
                  </a:lnTo>
                  <a:lnTo>
                    <a:pt x="530081" y="1232775"/>
                  </a:lnTo>
                  <a:lnTo>
                    <a:pt x="527298" y="1227157"/>
                  </a:lnTo>
                  <a:lnTo>
                    <a:pt x="528133" y="1216920"/>
                  </a:lnTo>
                  <a:lnTo>
                    <a:pt x="529093" y="1206878"/>
                  </a:lnTo>
                  <a:lnTo>
                    <a:pt x="533463" y="1201277"/>
                  </a:lnTo>
                  <a:lnTo>
                    <a:pt x="531156" y="1196237"/>
                  </a:lnTo>
                  <a:lnTo>
                    <a:pt x="528931" y="1190522"/>
                  </a:lnTo>
                  <a:lnTo>
                    <a:pt x="529090" y="1182211"/>
                  </a:lnTo>
                  <a:lnTo>
                    <a:pt x="530151" y="1175331"/>
                  </a:lnTo>
                  <a:lnTo>
                    <a:pt x="530238" y="1174766"/>
                  </a:lnTo>
                  <a:lnTo>
                    <a:pt x="531619" y="1170739"/>
                  </a:lnTo>
                  <a:lnTo>
                    <a:pt x="538756" y="1170367"/>
                  </a:lnTo>
                  <a:lnTo>
                    <a:pt x="543045" y="1168137"/>
                  </a:lnTo>
                  <a:lnTo>
                    <a:pt x="548769" y="1167807"/>
                  </a:lnTo>
                  <a:lnTo>
                    <a:pt x="554714" y="1168933"/>
                  </a:lnTo>
                  <a:lnTo>
                    <a:pt x="556732" y="1172007"/>
                  </a:lnTo>
                  <a:lnTo>
                    <a:pt x="560467" y="1173036"/>
                  </a:lnTo>
                  <a:lnTo>
                    <a:pt x="563977" y="1171205"/>
                  </a:lnTo>
                  <a:lnTo>
                    <a:pt x="568358" y="1172300"/>
                  </a:lnTo>
                  <a:lnTo>
                    <a:pt x="571123" y="1177205"/>
                  </a:lnTo>
                  <a:lnTo>
                    <a:pt x="572349" y="1183082"/>
                  </a:lnTo>
                  <a:lnTo>
                    <a:pt x="576322" y="1187221"/>
                  </a:lnTo>
                  <a:lnTo>
                    <a:pt x="581577" y="1190659"/>
                  </a:lnTo>
                  <a:lnTo>
                    <a:pt x="587886" y="1190609"/>
                  </a:lnTo>
                  <a:lnTo>
                    <a:pt x="589770" y="1187324"/>
                  </a:lnTo>
                  <a:lnTo>
                    <a:pt x="594868" y="1179556"/>
                  </a:lnTo>
                  <a:lnTo>
                    <a:pt x="601489" y="1171549"/>
                  </a:lnTo>
                  <a:lnTo>
                    <a:pt x="602772" y="1162336"/>
                  </a:lnTo>
                  <a:lnTo>
                    <a:pt x="603912" y="1155381"/>
                  </a:lnTo>
                  <a:lnTo>
                    <a:pt x="609030" y="1121132"/>
                  </a:lnTo>
                  <a:lnTo>
                    <a:pt x="613539" y="1091744"/>
                  </a:lnTo>
                  <a:lnTo>
                    <a:pt x="616513" y="1072413"/>
                  </a:lnTo>
                  <a:lnTo>
                    <a:pt x="624787" y="1073862"/>
                  </a:lnTo>
                  <a:lnTo>
                    <a:pt x="722639" y="1089760"/>
                  </a:lnTo>
                  <a:lnTo>
                    <a:pt x="729236" y="1090779"/>
                  </a:lnTo>
                  <a:lnTo>
                    <a:pt x="736070" y="1091830"/>
                  </a:lnTo>
                  <a:lnTo>
                    <a:pt x="763971" y="1096056"/>
                  </a:lnTo>
                  <a:lnTo>
                    <a:pt x="764611" y="1096152"/>
                  </a:lnTo>
                  <a:lnTo>
                    <a:pt x="782366" y="1098782"/>
                  </a:lnTo>
                  <a:lnTo>
                    <a:pt x="875190" y="1112013"/>
                  </a:lnTo>
                  <a:lnTo>
                    <a:pt x="875892" y="1112109"/>
                  </a:lnTo>
                  <a:lnTo>
                    <a:pt x="888426" y="1113947"/>
                  </a:lnTo>
                  <a:lnTo>
                    <a:pt x="891138" y="1114283"/>
                  </a:lnTo>
                  <a:lnTo>
                    <a:pt x="909295" y="1116511"/>
                  </a:lnTo>
                  <a:lnTo>
                    <a:pt x="940396" y="1120488"/>
                  </a:lnTo>
                  <a:lnTo>
                    <a:pt x="967951" y="1124653"/>
                  </a:lnTo>
                  <a:lnTo>
                    <a:pt x="1014233" y="1130346"/>
                  </a:lnTo>
                  <a:lnTo>
                    <a:pt x="1064104" y="1136037"/>
                  </a:lnTo>
                  <a:lnTo>
                    <a:pt x="1108548" y="1140980"/>
                  </a:lnTo>
                  <a:lnTo>
                    <a:pt x="1106987" y="1156355"/>
                  </a:lnTo>
                  <a:lnTo>
                    <a:pt x="1097653" y="1249903"/>
                  </a:lnTo>
                  <a:lnTo>
                    <a:pt x="1096244" y="1264017"/>
                  </a:lnTo>
                  <a:lnTo>
                    <a:pt x="1094732" y="1279188"/>
                  </a:lnTo>
                  <a:lnTo>
                    <a:pt x="1091481" y="1311964"/>
                  </a:lnTo>
                  <a:lnTo>
                    <a:pt x="1088399" y="1342894"/>
                  </a:lnTo>
                  <a:lnTo>
                    <a:pt x="1086177" y="1366111"/>
                  </a:lnTo>
                  <a:lnTo>
                    <a:pt x="1083637" y="1392742"/>
                  </a:lnTo>
                  <a:lnTo>
                    <a:pt x="1079060" y="1439671"/>
                  </a:lnTo>
                  <a:lnTo>
                    <a:pt x="1078378" y="1446689"/>
                  </a:lnTo>
                  <a:lnTo>
                    <a:pt x="1070686" y="1526516"/>
                  </a:lnTo>
                  <a:lnTo>
                    <a:pt x="1069518" y="1538552"/>
                  </a:lnTo>
                  <a:lnTo>
                    <a:pt x="1065135" y="1583860"/>
                  </a:lnTo>
                  <a:lnTo>
                    <a:pt x="1062797" y="1608618"/>
                  </a:lnTo>
                  <a:lnTo>
                    <a:pt x="1057801" y="1661762"/>
                  </a:lnTo>
                  <a:lnTo>
                    <a:pt x="1053698" y="1705013"/>
                  </a:lnTo>
                  <a:lnTo>
                    <a:pt x="1049701" y="1747153"/>
                  </a:lnTo>
                  <a:lnTo>
                    <a:pt x="1046326" y="1782540"/>
                  </a:lnTo>
                  <a:lnTo>
                    <a:pt x="1040976" y="1839637"/>
                  </a:lnTo>
                  <a:lnTo>
                    <a:pt x="993810" y="1834418"/>
                  </a:lnTo>
                  <a:lnTo>
                    <a:pt x="958261" y="1830321"/>
                  </a:lnTo>
                  <a:lnTo>
                    <a:pt x="891466" y="1822512"/>
                  </a:lnTo>
                  <a:lnTo>
                    <a:pt x="826329" y="1814414"/>
                  </a:lnTo>
                  <a:lnTo>
                    <a:pt x="796755" y="1798989"/>
                  </a:lnTo>
                  <a:lnTo>
                    <a:pt x="696293" y="1745485"/>
                  </a:lnTo>
                  <a:lnTo>
                    <a:pt x="599662" y="1693413"/>
                  </a:lnTo>
                  <a:lnTo>
                    <a:pt x="558367" y="1670662"/>
                  </a:lnTo>
                  <a:lnTo>
                    <a:pt x="453886" y="1612119"/>
                  </a:lnTo>
                  <a:lnTo>
                    <a:pt x="454639" y="1608658"/>
                  </a:lnTo>
                  <a:lnTo>
                    <a:pt x="456814" y="1605501"/>
                  </a:lnTo>
                  <a:lnTo>
                    <a:pt x="455156" y="1603469"/>
                  </a:lnTo>
                  <a:close/>
                </a:path>
              </a:pathLst>
            </a:custGeom>
            <a:solidFill>
              <a:srgbClr val="E59A74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h54"/>
            <p:cNvSpPr/>
            <p:nvPr/>
          </p:nvSpPr>
          <p:spPr>
            <a:xfrm>
              <a:off x="4073514" y="2469248"/>
              <a:ext cx="960783" cy="2026450"/>
            </a:xfrm>
            <a:custGeom>
              <a:avLst/>
              <a:pathLst>
                <a:path w="960783" h="2026450">
                  <a:moveTo>
                    <a:pt x="457200" y="1600200"/>
                  </a:moveTo>
                  <a:lnTo>
                    <a:pt x="482845" y="1598493"/>
                  </a:lnTo>
                  <a:lnTo>
                    <a:pt x="511226" y="1596616"/>
                  </a:lnTo>
                  <a:lnTo>
                    <a:pt x="523001" y="1595809"/>
                  </a:lnTo>
                  <a:lnTo>
                    <a:pt x="532236" y="1595120"/>
                  </a:lnTo>
                  <a:lnTo>
                    <a:pt x="548857" y="1593855"/>
                  </a:lnTo>
                  <a:lnTo>
                    <a:pt x="560429" y="1593007"/>
                  </a:lnTo>
                  <a:lnTo>
                    <a:pt x="576128" y="1591831"/>
                  </a:lnTo>
                  <a:lnTo>
                    <a:pt x="587273" y="1590984"/>
                  </a:lnTo>
                  <a:lnTo>
                    <a:pt x="589494" y="1590813"/>
                  </a:lnTo>
                  <a:lnTo>
                    <a:pt x="606169" y="1589514"/>
                  </a:lnTo>
                  <a:lnTo>
                    <a:pt x="633293" y="1587224"/>
                  </a:lnTo>
                  <a:lnTo>
                    <a:pt x="634802" y="1587094"/>
                  </a:lnTo>
                  <a:lnTo>
                    <a:pt x="641437" y="1586518"/>
                  </a:lnTo>
                  <a:lnTo>
                    <a:pt x="662182" y="1584684"/>
                  </a:lnTo>
                  <a:lnTo>
                    <a:pt x="665682" y="1584382"/>
                  </a:lnTo>
                  <a:lnTo>
                    <a:pt x="683513" y="1582820"/>
                  </a:lnTo>
                  <a:lnTo>
                    <a:pt x="703436" y="1580932"/>
                  </a:lnTo>
                  <a:lnTo>
                    <a:pt x="706416" y="1580646"/>
                  </a:lnTo>
                  <a:lnTo>
                    <a:pt x="719821" y="1579344"/>
                  </a:lnTo>
                  <a:lnTo>
                    <a:pt x="751029" y="1576195"/>
                  </a:lnTo>
                  <a:lnTo>
                    <a:pt x="753989" y="1575890"/>
                  </a:lnTo>
                  <a:lnTo>
                    <a:pt x="773179" y="1574175"/>
                  </a:lnTo>
                  <a:lnTo>
                    <a:pt x="777479" y="1573785"/>
                  </a:lnTo>
                  <a:lnTo>
                    <a:pt x="777674" y="1573767"/>
                  </a:lnTo>
                  <a:lnTo>
                    <a:pt x="805365" y="1570791"/>
                  </a:lnTo>
                  <a:lnTo>
                    <a:pt x="816162" y="1569606"/>
                  </a:lnTo>
                  <a:lnTo>
                    <a:pt x="839422" y="1567024"/>
                  </a:lnTo>
                  <a:lnTo>
                    <a:pt x="841247" y="1566819"/>
                  </a:lnTo>
                  <a:lnTo>
                    <a:pt x="860085" y="1564727"/>
                  </a:lnTo>
                  <a:lnTo>
                    <a:pt x="868196" y="1563813"/>
                  </a:lnTo>
                  <a:lnTo>
                    <a:pt x="895435" y="1560973"/>
                  </a:lnTo>
                  <a:lnTo>
                    <a:pt x="902086" y="1560265"/>
                  </a:lnTo>
                  <a:lnTo>
                    <a:pt x="903800" y="1564496"/>
                  </a:lnTo>
                  <a:lnTo>
                    <a:pt x="905429" y="1569904"/>
                  </a:lnTo>
                  <a:lnTo>
                    <a:pt x="912270" y="1572692"/>
                  </a:lnTo>
                  <a:lnTo>
                    <a:pt x="912925" y="1576284"/>
                  </a:lnTo>
                  <a:lnTo>
                    <a:pt x="913605" y="1582937"/>
                  </a:lnTo>
                  <a:lnTo>
                    <a:pt x="909033" y="1588159"/>
                  </a:lnTo>
                  <a:lnTo>
                    <a:pt x="905633" y="1594998"/>
                  </a:lnTo>
                  <a:lnTo>
                    <a:pt x="902525" y="1597247"/>
                  </a:lnTo>
                  <a:lnTo>
                    <a:pt x="899589" y="1599370"/>
                  </a:lnTo>
                  <a:lnTo>
                    <a:pt x="898674" y="1605135"/>
                  </a:lnTo>
                  <a:lnTo>
                    <a:pt x="893141" y="1609092"/>
                  </a:lnTo>
                  <a:lnTo>
                    <a:pt x="889520" y="1617735"/>
                  </a:lnTo>
                  <a:lnTo>
                    <a:pt x="887249" y="1624404"/>
                  </a:lnTo>
                  <a:lnTo>
                    <a:pt x="895207" y="1623397"/>
                  </a:lnTo>
                  <a:lnTo>
                    <a:pt x="913710" y="1621027"/>
                  </a:lnTo>
                  <a:lnTo>
                    <a:pt x="928142" y="1619199"/>
                  </a:lnTo>
                  <a:lnTo>
                    <a:pt x="933954" y="1618455"/>
                  </a:lnTo>
                  <a:lnTo>
                    <a:pt x="950735" y="1616257"/>
                  </a:lnTo>
                  <a:lnTo>
                    <a:pt x="956083" y="1622213"/>
                  </a:lnTo>
                  <a:lnTo>
                    <a:pt x="959913" y="1625023"/>
                  </a:lnTo>
                  <a:lnTo>
                    <a:pt x="960462" y="1627049"/>
                  </a:lnTo>
                  <a:lnTo>
                    <a:pt x="960783" y="1628234"/>
                  </a:lnTo>
                  <a:lnTo>
                    <a:pt x="953536" y="1631778"/>
                  </a:lnTo>
                  <a:lnTo>
                    <a:pt x="953207" y="1635080"/>
                  </a:lnTo>
                  <a:lnTo>
                    <a:pt x="954345" y="1639722"/>
                  </a:lnTo>
                  <a:lnTo>
                    <a:pt x="947335" y="1643921"/>
                  </a:lnTo>
                  <a:lnTo>
                    <a:pt x="941114" y="1649058"/>
                  </a:lnTo>
                  <a:lnTo>
                    <a:pt x="935839" y="1648779"/>
                  </a:lnTo>
                  <a:lnTo>
                    <a:pt x="932518" y="1656604"/>
                  </a:lnTo>
                  <a:lnTo>
                    <a:pt x="938910" y="1661407"/>
                  </a:lnTo>
                  <a:lnTo>
                    <a:pt x="941485" y="1664127"/>
                  </a:lnTo>
                  <a:lnTo>
                    <a:pt x="936118" y="1667121"/>
                  </a:lnTo>
                  <a:lnTo>
                    <a:pt x="935526" y="1673134"/>
                  </a:lnTo>
                  <a:lnTo>
                    <a:pt x="934394" y="1675594"/>
                  </a:lnTo>
                  <a:lnTo>
                    <a:pt x="926321" y="1675479"/>
                  </a:lnTo>
                  <a:lnTo>
                    <a:pt x="926214" y="1682212"/>
                  </a:lnTo>
                  <a:lnTo>
                    <a:pt x="929125" y="1686757"/>
                  </a:lnTo>
                  <a:lnTo>
                    <a:pt x="927342" y="1692208"/>
                  </a:lnTo>
                  <a:lnTo>
                    <a:pt x="924695" y="1691540"/>
                  </a:lnTo>
                  <a:lnTo>
                    <a:pt x="920641" y="1693660"/>
                  </a:lnTo>
                  <a:lnTo>
                    <a:pt x="923740" y="1699149"/>
                  </a:lnTo>
                  <a:lnTo>
                    <a:pt x="921089" y="1706796"/>
                  </a:lnTo>
                  <a:lnTo>
                    <a:pt x="916967" y="1711020"/>
                  </a:lnTo>
                  <a:lnTo>
                    <a:pt x="924222" y="1713240"/>
                  </a:lnTo>
                  <a:lnTo>
                    <a:pt x="925309" y="1718943"/>
                  </a:lnTo>
                  <a:lnTo>
                    <a:pt x="925164" y="1723806"/>
                  </a:lnTo>
                  <a:lnTo>
                    <a:pt x="926699" y="1729392"/>
                  </a:lnTo>
                  <a:lnTo>
                    <a:pt x="919535" y="1728918"/>
                  </a:lnTo>
                  <a:lnTo>
                    <a:pt x="917865" y="1733786"/>
                  </a:lnTo>
                  <a:lnTo>
                    <a:pt x="916800" y="1738987"/>
                  </a:lnTo>
                  <a:lnTo>
                    <a:pt x="910032" y="1741076"/>
                  </a:lnTo>
                  <a:lnTo>
                    <a:pt x="906594" y="1742909"/>
                  </a:lnTo>
                  <a:lnTo>
                    <a:pt x="906148" y="1747091"/>
                  </a:lnTo>
                  <a:lnTo>
                    <a:pt x="913470" y="1753496"/>
                  </a:lnTo>
                  <a:lnTo>
                    <a:pt x="913291" y="1757296"/>
                  </a:lnTo>
                  <a:lnTo>
                    <a:pt x="907507" y="1762267"/>
                  </a:lnTo>
                  <a:lnTo>
                    <a:pt x="907316" y="1762431"/>
                  </a:lnTo>
                  <a:lnTo>
                    <a:pt x="898827" y="1767945"/>
                  </a:lnTo>
                  <a:lnTo>
                    <a:pt x="898182" y="1768023"/>
                  </a:lnTo>
                  <a:lnTo>
                    <a:pt x="892516" y="1768709"/>
                  </a:lnTo>
                  <a:lnTo>
                    <a:pt x="892108" y="1774505"/>
                  </a:lnTo>
                  <a:lnTo>
                    <a:pt x="889162" y="1777865"/>
                  </a:lnTo>
                  <a:lnTo>
                    <a:pt x="885818" y="1786036"/>
                  </a:lnTo>
                  <a:lnTo>
                    <a:pt x="885881" y="1790847"/>
                  </a:lnTo>
                  <a:lnTo>
                    <a:pt x="883761" y="1795049"/>
                  </a:lnTo>
                  <a:lnTo>
                    <a:pt x="882699" y="1797153"/>
                  </a:lnTo>
                  <a:lnTo>
                    <a:pt x="887162" y="1802594"/>
                  </a:lnTo>
                  <a:lnTo>
                    <a:pt x="885644" y="1808220"/>
                  </a:lnTo>
                  <a:lnTo>
                    <a:pt x="885001" y="1816461"/>
                  </a:lnTo>
                  <a:lnTo>
                    <a:pt x="886398" y="1821751"/>
                  </a:lnTo>
                  <a:lnTo>
                    <a:pt x="880032" y="1826360"/>
                  </a:lnTo>
                  <a:lnTo>
                    <a:pt x="878679" y="1832508"/>
                  </a:lnTo>
                  <a:lnTo>
                    <a:pt x="871302" y="1829775"/>
                  </a:lnTo>
                  <a:lnTo>
                    <a:pt x="867875" y="1832816"/>
                  </a:lnTo>
                  <a:lnTo>
                    <a:pt x="869803" y="1839280"/>
                  </a:lnTo>
                  <a:lnTo>
                    <a:pt x="863764" y="1841164"/>
                  </a:lnTo>
                  <a:lnTo>
                    <a:pt x="861504" y="1846808"/>
                  </a:lnTo>
                  <a:lnTo>
                    <a:pt x="856051" y="1848860"/>
                  </a:lnTo>
                  <a:lnTo>
                    <a:pt x="857744" y="1853663"/>
                  </a:lnTo>
                  <a:lnTo>
                    <a:pt x="856825" y="1856679"/>
                  </a:lnTo>
                  <a:lnTo>
                    <a:pt x="852490" y="1858665"/>
                  </a:lnTo>
                  <a:lnTo>
                    <a:pt x="852213" y="1862269"/>
                  </a:lnTo>
                  <a:lnTo>
                    <a:pt x="852178" y="1862727"/>
                  </a:lnTo>
                  <a:lnTo>
                    <a:pt x="852109" y="1863612"/>
                  </a:lnTo>
                  <a:lnTo>
                    <a:pt x="856922" y="1864927"/>
                  </a:lnTo>
                  <a:lnTo>
                    <a:pt x="859921" y="1867423"/>
                  </a:lnTo>
                  <a:lnTo>
                    <a:pt x="858623" y="1873192"/>
                  </a:lnTo>
                  <a:lnTo>
                    <a:pt x="853566" y="1874832"/>
                  </a:lnTo>
                  <a:lnTo>
                    <a:pt x="849946" y="1877455"/>
                  </a:lnTo>
                  <a:lnTo>
                    <a:pt x="847643" y="1880576"/>
                  </a:lnTo>
                  <a:lnTo>
                    <a:pt x="843088" y="1880055"/>
                  </a:lnTo>
                  <a:lnTo>
                    <a:pt x="839218" y="1883420"/>
                  </a:lnTo>
                  <a:lnTo>
                    <a:pt x="844847" y="1885015"/>
                  </a:lnTo>
                  <a:lnTo>
                    <a:pt x="846251" y="1889322"/>
                  </a:lnTo>
                  <a:lnTo>
                    <a:pt x="843017" y="1893459"/>
                  </a:lnTo>
                  <a:lnTo>
                    <a:pt x="844506" y="1899942"/>
                  </a:lnTo>
                  <a:lnTo>
                    <a:pt x="847567" y="1901888"/>
                  </a:lnTo>
                  <a:lnTo>
                    <a:pt x="847895" y="1907122"/>
                  </a:lnTo>
                  <a:lnTo>
                    <a:pt x="841692" y="1906187"/>
                  </a:lnTo>
                  <a:lnTo>
                    <a:pt x="839035" y="1906696"/>
                  </a:lnTo>
                  <a:lnTo>
                    <a:pt x="836073" y="1910421"/>
                  </a:lnTo>
                  <a:lnTo>
                    <a:pt x="843455" y="1913722"/>
                  </a:lnTo>
                  <a:lnTo>
                    <a:pt x="841437" y="1920639"/>
                  </a:lnTo>
                  <a:lnTo>
                    <a:pt x="833560" y="1922638"/>
                  </a:lnTo>
                  <a:lnTo>
                    <a:pt x="838918" y="1927082"/>
                  </a:lnTo>
                  <a:lnTo>
                    <a:pt x="833318" y="1931985"/>
                  </a:lnTo>
                  <a:lnTo>
                    <a:pt x="831860" y="1935944"/>
                  </a:lnTo>
                  <a:lnTo>
                    <a:pt x="831089" y="1938043"/>
                  </a:lnTo>
                  <a:lnTo>
                    <a:pt x="834223" y="1942249"/>
                  </a:lnTo>
                  <a:lnTo>
                    <a:pt x="836392" y="1945839"/>
                  </a:lnTo>
                  <a:lnTo>
                    <a:pt x="839293" y="1949914"/>
                  </a:lnTo>
                  <a:lnTo>
                    <a:pt x="843194" y="1953744"/>
                  </a:lnTo>
                  <a:lnTo>
                    <a:pt x="840751" y="1959493"/>
                  </a:lnTo>
                  <a:lnTo>
                    <a:pt x="843267" y="1967784"/>
                  </a:lnTo>
                  <a:lnTo>
                    <a:pt x="847430" y="1968169"/>
                  </a:lnTo>
                  <a:lnTo>
                    <a:pt x="849707" y="1972997"/>
                  </a:lnTo>
                  <a:lnTo>
                    <a:pt x="848680" y="1979586"/>
                  </a:lnTo>
                  <a:lnTo>
                    <a:pt x="847172" y="1985874"/>
                  </a:lnTo>
                  <a:lnTo>
                    <a:pt x="842071" y="1985972"/>
                  </a:lnTo>
                  <a:lnTo>
                    <a:pt x="839596" y="1990799"/>
                  </a:lnTo>
                  <a:lnTo>
                    <a:pt x="846382" y="1995546"/>
                  </a:lnTo>
                  <a:lnTo>
                    <a:pt x="842793" y="2001306"/>
                  </a:lnTo>
                  <a:lnTo>
                    <a:pt x="842201" y="2002255"/>
                  </a:lnTo>
                  <a:lnTo>
                    <a:pt x="831940" y="2003237"/>
                  </a:lnTo>
                  <a:lnTo>
                    <a:pt x="814084" y="2004917"/>
                  </a:lnTo>
                  <a:lnTo>
                    <a:pt x="811536" y="2005153"/>
                  </a:lnTo>
                  <a:lnTo>
                    <a:pt x="808535" y="2005431"/>
                  </a:lnTo>
                  <a:lnTo>
                    <a:pt x="768312" y="2009172"/>
                  </a:lnTo>
                  <a:lnTo>
                    <a:pt x="748098" y="2010986"/>
                  </a:lnTo>
                  <a:lnTo>
                    <a:pt x="732059" y="2012391"/>
                  </a:lnTo>
                  <a:lnTo>
                    <a:pt x="702985" y="2014617"/>
                  </a:lnTo>
                  <a:lnTo>
                    <a:pt x="679669" y="2016369"/>
                  </a:lnTo>
                  <a:lnTo>
                    <a:pt x="653938" y="2018176"/>
                  </a:lnTo>
                  <a:lnTo>
                    <a:pt x="652097" y="2018320"/>
                  </a:lnTo>
                  <a:lnTo>
                    <a:pt x="630321" y="2019999"/>
                  </a:lnTo>
                  <a:lnTo>
                    <a:pt x="626016" y="2020333"/>
                  </a:lnTo>
                  <a:lnTo>
                    <a:pt x="611559" y="2021441"/>
                  </a:lnTo>
                  <a:lnTo>
                    <a:pt x="599715" y="2022304"/>
                  </a:lnTo>
                  <a:lnTo>
                    <a:pt x="596537" y="2022533"/>
                  </a:lnTo>
                  <a:lnTo>
                    <a:pt x="575411" y="2024025"/>
                  </a:lnTo>
                  <a:lnTo>
                    <a:pt x="566655" y="2024673"/>
                  </a:lnTo>
                  <a:lnTo>
                    <a:pt x="565875" y="2024730"/>
                  </a:lnTo>
                  <a:lnTo>
                    <a:pt x="542025" y="2026450"/>
                  </a:lnTo>
                  <a:lnTo>
                    <a:pt x="540970" y="2009034"/>
                  </a:lnTo>
                  <a:lnTo>
                    <a:pt x="540095" y="1995339"/>
                  </a:lnTo>
                  <a:lnTo>
                    <a:pt x="539627" y="1988025"/>
                  </a:lnTo>
                  <a:lnTo>
                    <a:pt x="538824" y="1975020"/>
                  </a:lnTo>
                  <a:lnTo>
                    <a:pt x="537887" y="1960749"/>
                  </a:lnTo>
                  <a:lnTo>
                    <a:pt x="534693" y="1958391"/>
                  </a:lnTo>
                  <a:lnTo>
                    <a:pt x="527352" y="1958219"/>
                  </a:lnTo>
                  <a:lnTo>
                    <a:pt x="523055" y="1956717"/>
                  </a:lnTo>
                  <a:lnTo>
                    <a:pt x="520083" y="1959597"/>
                  </a:lnTo>
                  <a:lnTo>
                    <a:pt x="517416" y="1959022"/>
                  </a:lnTo>
                  <a:lnTo>
                    <a:pt x="510775" y="1960986"/>
                  </a:lnTo>
                  <a:lnTo>
                    <a:pt x="507157" y="1960906"/>
                  </a:lnTo>
                  <a:lnTo>
                    <a:pt x="505601" y="1962327"/>
                  </a:lnTo>
                  <a:lnTo>
                    <a:pt x="502018" y="1961441"/>
                  </a:lnTo>
                  <a:lnTo>
                    <a:pt x="498715" y="1960207"/>
                  </a:lnTo>
                  <a:lnTo>
                    <a:pt x="491347" y="1953168"/>
                  </a:lnTo>
                  <a:lnTo>
                    <a:pt x="490682" y="1934471"/>
                  </a:lnTo>
                  <a:lnTo>
                    <a:pt x="490063" y="1915685"/>
                  </a:lnTo>
                  <a:lnTo>
                    <a:pt x="489740" y="1905930"/>
                  </a:lnTo>
                  <a:lnTo>
                    <a:pt x="488997" y="1884828"/>
                  </a:lnTo>
                  <a:lnTo>
                    <a:pt x="488254" y="1863866"/>
                  </a:lnTo>
                  <a:lnTo>
                    <a:pt x="487615" y="1845557"/>
                  </a:lnTo>
                  <a:lnTo>
                    <a:pt x="487060" y="1829774"/>
                  </a:lnTo>
                  <a:lnTo>
                    <a:pt x="486690" y="1818134"/>
                  </a:lnTo>
                  <a:lnTo>
                    <a:pt x="486049" y="1798118"/>
                  </a:lnTo>
                  <a:lnTo>
                    <a:pt x="485888" y="1792728"/>
                  </a:lnTo>
                  <a:lnTo>
                    <a:pt x="484714" y="1753996"/>
                  </a:lnTo>
                  <a:lnTo>
                    <a:pt x="484603" y="1750379"/>
                  </a:lnTo>
                  <a:lnTo>
                    <a:pt x="484294" y="1738766"/>
                  </a:lnTo>
                  <a:lnTo>
                    <a:pt x="483901" y="1736572"/>
                  </a:lnTo>
                  <a:lnTo>
                    <a:pt x="483788" y="1735940"/>
                  </a:lnTo>
                  <a:lnTo>
                    <a:pt x="481507" y="1723165"/>
                  </a:lnTo>
                  <a:lnTo>
                    <a:pt x="478086" y="1705777"/>
                  </a:lnTo>
                  <a:lnTo>
                    <a:pt x="475180" y="1690978"/>
                  </a:lnTo>
                  <a:lnTo>
                    <a:pt x="474962" y="1689867"/>
                  </a:lnTo>
                  <a:lnTo>
                    <a:pt x="469561" y="1662951"/>
                  </a:lnTo>
                  <a:lnTo>
                    <a:pt x="466728" y="1648941"/>
                  </a:lnTo>
                  <a:lnTo>
                    <a:pt x="465246" y="1641602"/>
                  </a:lnTo>
                  <a:lnTo>
                    <a:pt x="461833" y="1624680"/>
                  </a:lnTo>
                  <a:close/>
                </a:path>
              </a:pathLst>
            </a:custGeom>
            <a:solidFill>
              <a:srgbClr val="D97C5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h55"/>
            <p:cNvSpPr/>
            <p:nvPr/>
          </p:nvSpPr>
          <p:spPr>
            <a:xfrm>
              <a:off x="1616398" y="2651044"/>
              <a:ext cx="485606" cy="1626758"/>
            </a:xfrm>
            <a:custGeom>
              <a:avLst/>
              <a:pathLst>
                <a:path w="485606" h="1626758">
                  <a:moveTo>
                    <a:pt x="457200" y="1600199"/>
                  </a:moveTo>
                  <a:lnTo>
                    <a:pt x="468729" y="1600190"/>
                  </a:lnTo>
                  <a:lnTo>
                    <a:pt x="478454" y="1612301"/>
                  </a:lnTo>
                  <a:lnTo>
                    <a:pt x="485606" y="1621236"/>
                  </a:lnTo>
                  <a:lnTo>
                    <a:pt x="480415" y="1626758"/>
                  </a:lnTo>
                  <a:lnTo>
                    <a:pt x="475889" y="1623089"/>
                  </a:lnTo>
                  <a:lnTo>
                    <a:pt x="466845" y="1620322"/>
                  </a:lnTo>
                  <a:lnTo>
                    <a:pt x="466143" y="1614583"/>
                  </a:lnTo>
                  <a:lnTo>
                    <a:pt x="459500" y="1604894"/>
                  </a:lnTo>
                  <a:close/>
                </a:path>
              </a:pathLst>
            </a:custGeom>
            <a:solidFill>
              <a:srgbClr val="F9DBA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h56"/>
            <p:cNvSpPr/>
            <p:nvPr/>
          </p:nvSpPr>
          <p:spPr>
            <a:xfrm>
              <a:off x="1606066" y="2703645"/>
              <a:ext cx="476640" cy="1632721"/>
            </a:xfrm>
            <a:custGeom>
              <a:avLst/>
              <a:pathLst>
                <a:path w="476640" h="1632721">
                  <a:moveTo>
                    <a:pt x="457199" y="1600200"/>
                  </a:moveTo>
                  <a:lnTo>
                    <a:pt x="461380" y="1608135"/>
                  </a:lnTo>
                  <a:lnTo>
                    <a:pt x="468857" y="1620676"/>
                  </a:lnTo>
                  <a:lnTo>
                    <a:pt x="476640" y="1631738"/>
                  </a:lnTo>
                  <a:lnTo>
                    <a:pt x="468776" y="1632721"/>
                  </a:lnTo>
                  <a:lnTo>
                    <a:pt x="463462" y="1625947"/>
                  </a:lnTo>
                  <a:lnTo>
                    <a:pt x="455989" y="1613203"/>
                  </a:lnTo>
                  <a:lnTo>
                    <a:pt x="451914" y="1601413"/>
                  </a:lnTo>
                  <a:close/>
                </a:path>
              </a:pathLst>
            </a:custGeom>
            <a:solidFill>
              <a:srgbClr val="F9DBA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h57"/>
            <p:cNvSpPr/>
            <p:nvPr/>
          </p:nvSpPr>
          <p:spPr>
            <a:xfrm>
              <a:off x="1512173" y="2651115"/>
              <a:ext cx="472225" cy="1610617"/>
            </a:xfrm>
            <a:custGeom>
              <a:avLst/>
              <a:pathLst>
                <a:path w="472225" h="1610617">
                  <a:moveTo>
                    <a:pt x="457200" y="1600199"/>
                  </a:moveTo>
                  <a:lnTo>
                    <a:pt x="464838" y="1598342"/>
                  </a:lnTo>
                  <a:lnTo>
                    <a:pt x="472225" y="1605345"/>
                  </a:lnTo>
                  <a:lnTo>
                    <a:pt x="471037" y="1609900"/>
                  </a:lnTo>
                  <a:lnTo>
                    <a:pt x="467160" y="1610617"/>
                  </a:lnTo>
                  <a:lnTo>
                    <a:pt x="459403" y="1606497"/>
                  </a:lnTo>
                  <a:close/>
                </a:path>
              </a:pathLst>
            </a:custGeom>
            <a:solidFill>
              <a:srgbClr val="F9DBA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h58"/>
            <p:cNvSpPr/>
            <p:nvPr/>
          </p:nvSpPr>
          <p:spPr>
            <a:xfrm>
              <a:off x="1498239" y="2548065"/>
              <a:ext cx="512223" cy="1620460"/>
            </a:xfrm>
            <a:custGeom>
              <a:avLst/>
              <a:pathLst>
                <a:path w="512223" h="1620460">
                  <a:moveTo>
                    <a:pt x="457200" y="1600200"/>
                  </a:moveTo>
                  <a:lnTo>
                    <a:pt x="463423" y="1600043"/>
                  </a:lnTo>
                  <a:lnTo>
                    <a:pt x="474634" y="1605549"/>
                  </a:lnTo>
                  <a:lnTo>
                    <a:pt x="492023" y="1609158"/>
                  </a:lnTo>
                  <a:lnTo>
                    <a:pt x="501640" y="1611362"/>
                  </a:lnTo>
                  <a:lnTo>
                    <a:pt x="504455" y="1612005"/>
                  </a:lnTo>
                  <a:lnTo>
                    <a:pt x="512223" y="1614260"/>
                  </a:lnTo>
                  <a:lnTo>
                    <a:pt x="511069" y="1620410"/>
                  </a:lnTo>
                  <a:lnTo>
                    <a:pt x="508062" y="1620460"/>
                  </a:lnTo>
                  <a:lnTo>
                    <a:pt x="498480" y="1617965"/>
                  </a:lnTo>
                  <a:lnTo>
                    <a:pt x="491828" y="1616226"/>
                  </a:lnTo>
                  <a:lnTo>
                    <a:pt x="480674" y="1615103"/>
                  </a:lnTo>
                  <a:lnTo>
                    <a:pt x="474155" y="1616912"/>
                  </a:lnTo>
                  <a:lnTo>
                    <a:pt x="466759" y="1614714"/>
                  </a:lnTo>
                  <a:lnTo>
                    <a:pt x="459462" y="1610727"/>
                  </a:lnTo>
                  <a:lnTo>
                    <a:pt x="460224" y="1605387"/>
                  </a:lnTo>
                  <a:close/>
                </a:path>
              </a:pathLst>
            </a:custGeom>
            <a:solidFill>
              <a:srgbClr val="F9DBA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h59"/>
            <p:cNvSpPr/>
            <p:nvPr/>
          </p:nvSpPr>
          <p:spPr>
            <a:xfrm>
              <a:off x="1453582" y="2534828"/>
              <a:ext cx="493113" cy="1628245"/>
            </a:xfrm>
            <a:custGeom>
              <a:avLst/>
              <a:pathLst>
                <a:path w="493113" h="1628245">
                  <a:moveTo>
                    <a:pt x="457199" y="1600200"/>
                  </a:moveTo>
                  <a:lnTo>
                    <a:pt x="469241" y="1605642"/>
                  </a:lnTo>
                  <a:lnTo>
                    <a:pt x="479069" y="1612034"/>
                  </a:lnTo>
                  <a:lnTo>
                    <a:pt x="487441" y="1612584"/>
                  </a:lnTo>
                  <a:lnTo>
                    <a:pt x="493113" y="1620849"/>
                  </a:lnTo>
                  <a:lnTo>
                    <a:pt x="493097" y="1626154"/>
                  </a:lnTo>
                  <a:lnTo>
                    <a:pt x="484766" y="1627708"/>
                  </a:lnTo>
                  <a:lnTo>
                    <a:pt x="477055" y="1628245"/>
                  </a:lnTo>
                  <a:lnTo>
                    <a:pt x="472176" y="1622917"/>
                  </a:lnTo>
                  <a:lnTo>
                    <a:pt x="470833" y="1618883"/>
                  </a:lnTo>
                  <a:lnTo>
                    <a:pt x="455294" y="1610587"/>
                  </a:lnTo>
                  <a:lnTo>
                    <a:pt x="447347" y="1603962"/>
                  </a:lnTo>
                  <a:close/>
                </a:path>
              </a:pathLst>
            </a:custGeom>
            <a:solidFill>
              <a:srgbClr val="F9DBA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h60"/>
            <p:cNvSpPr/>
            <p:nvPr/>
          </p:nvSpPr>
          <p:spPr>
            <a:xfrm>
              <a:off x="1270504" y="1650381"/>
              <a:ext cx="1271931" cy="2771249"/>
            </a:xfrm>
            <a:custGeom>
              <a:avLst/>
              <a:pathLst>
                <a:path w="1271931" h="2771249">
                  <a:moveTo>
                    <a:pt x="457200" y="1600200"/>
                  </a:moveTo>
                  <a:lnTo>
                    <a:pt x="470259" y="1583934"/>
                  </a:lnTo>
                  <a:lnTo>
                    <a:pt x="487786" y="1565193"/>
                  </a:lnTo>
                  <a:lnTo>
                    <a:pt x="498068" y="1549244"/>
                  </a:lnTo>
                  <a:lnTo>
                    <a:pt x="499483" y="1541906"/>
                  </a:lnTo>
                  <a:lnTo>
                    <a:pt x="498253" y="1536456"/>
                  </a:lnTo>
                  <a:lnTo>
                    <a:pt x="499213" y="1529991"/>
                  </a:lnTo>
                  <a:lnTo>
                    <a:pt x="504656" y="1524966"/>
                  </a:lnTo>
                  <a:lnTo>
                    <a:pt x="510768" y="1513988"/>
                  </a:lnTo>
                  <a:lnTo>
                    <a:pt x="518655" y="1496480"/>
                  </a:lnTo>
                  <a:lnTo>
                    <a:pt x="519147" y="1493330"/>
                  </a:lnTo>
                  <a:lnTo>
                    <a:pt x="520774" y="1482935"/>
                  </a:lnTo>
                  <a:lnTo>
                    <a:pt x="520622" y="1472245"/>
                  </a:lnTo>
                  <a:lnTo>
                    <a:pt x="521039" y="1461814"/>
                  </a:lnTo>
                  <a:lnTo>
                    <a:pt x="520781" y="1459172"/>
                  </a:lnTo>
                  <a:lnTo>
                    <a:pt x="517808" y="1457299"/>
                  </a:lnTo>
                  <a:lnTo>
                    <a:pt x="515060" y="1449064"/>
                  </a:lnTo>
                  <a:lnTo>
                    <a:pt x="519204" y="1443237"/>
                  </a:lnTo>
                  <a:lnTo>
                    <a:pt x="523966" y="1432294"/>
                  </a:lnTo>
                  <a:lnTo>
                    <a:pt x="525285" y="1425150"/>
                  </a:lnTo>
                  <a:lnTo>
                    <a:pt x="543596" y="1431099"/>
                  </a:lnTo>
                  <a:lnTo>
                    <a:pt x="559251" y="1435951"/>
                  </a:lnTo>
                  <a:lnTo>
                    <a:pt x="573686" y="1440390"/>
                  </a:lnTo>
                  <a:lnTo>
                    <a:pt x="585906" y="1443540"/>
                  </a:lnTo>
                  <a:lnTo>
                    <a:pt x="593385" y="1445456"/>
                  </a:lnTo>
                  <a:lnTo>
                    <a:pt x="600946" y="1448043"/>
                  </a:lnTo>
                  <a:lnTo>
                    <a:pt x="611372" y="1450371"/>
                  </a:lnTo>
                  <a:lnTo>
                    <a:pt x="618981" y="1452060"/>
                  </a:lnTo>
                  <a:lnTo>
                    <a:pt x="627614" y="1455410"/>
                  </a:lnTo>
                  <a:lnTo>
                    <a:pt x="649194" y="1461572"/>
                  </a:lnTo>
                  <a:lnTo>
                    <a:pt x="675640" y="1468616"/>
                  </a:lnTo>
                  <a:lnTo>
                    <a:pt x="694255" y="1474001"/>
                  </a:lnTo>
                  <a:lnTo>
                    <a:pt x="710728" y="1478902"/>
                  </a:lnTo>
                  <a:lnTo>
                    <a:pt x="733162" y="1485504"/>
                  </a:lnTo>
                  <a:lnTo>
                    <a:pt x="748211" y="1490007"/>
                  </a:lnTo>
                  <a:lnTo>
                    <a:pt x="768250" y="1495888"/>
                  </a:lnTo>
                  <a:lnTo>
                    <a:pt x="768948" y="1496091"/>
                  </a:lnTo>
                  <a:lnTo>
                    <a:pt x="785644" y="1500536"/>
                  </a:lnTo>
                  <a:lnTo>
                    <a:pt x="804633" y="1506162"/>
                  </a:lnTo>
                  <a:lnTo>
                    <a:pt x="818400" y="1509786"/>
                  </a:lnTo>
                  <a:lnTo>
                    <a:pt x="835055" y="1514132"/>
                  </a:lnTo>
                  <a:lnTo>
                    <a:pt x="852024" y="1518528"/>
                  </a:lnTo>
                  <a:lnTo>
                    <a:pt x="880436" y="1525709"/>
                  </a:lnTo>
                  <a:lnTo>
                    <a:pt x="896656" y="1529820"/>
                  </a:lnTo>
                  <a:lnTo>
                    <a:pt x="893140" y="1544369"/>
                  </a:lnTo>
                  <a:lnTo>
                    <a:pt x="885743" y="1575544"/>
                  </a:lnTo>
                  <a:lnTo>
                    <a:pt x="872951" y="1628399"/>
                  </a:lnTo>
                  <a:lnTo>
                    <a:pt x="863802" y="1667112"/>
                  </a:lnTo>
                  <a:lnTo>
                    <a:pt x="859776" y="1684782"/>
                  </a:lnTo>
                  <a:lnTo>
                    <a:pt x="848414" y="1733456"/>
                  </a:lnTo>
                  <a:lnTo>
                    <a:pt x="842748" y="1757151"/>
                  </a:lnTo>
                  <a:lnTo>
                    <a:pt x="837853" y="1777812"/>
                  </a:lnTo>
                  <a:lnTo>
                    <a:pt x="830978" y="1806251"/>
                  </a:lnTo>
                  <a:lnTo>
                    <a:pt x="825601" y="1828551"/>
                  </a:lnTo>
                  <a:lnTo>
                    <a:pt x="822824" y="1839939"/>
                  </a:lnTo>
                  <a:lnTo>
                    <a:pt x="819023" y="1855549"/>
                  </a:lnTo>
                  <a:lnTo>
                    <a:pt x="818279" y="1858610"/>
                  </a:lnTo>
                  <a:lnTo>
                    <a:pt x="814898" y="1873944"/>
                  </a:lnTo>
                  <a:lnTo>
                    <a:pt x="813475" y="1880405"/>
                  </a:lnTo>
                  <a:lnTo>
                    <a:pt x="812262" y="1885922"/>
                  </a:lnTo>
                  <a:lnTo>
                    <a:pt x="810440" y="1894212"/>
                  </a:lnTo>
                  <a:lnTo>
                    <a:pt x="817604" y="1904512"/>
                  </a:lnTo>
                  <a:lnTo>
                    <a:pt x="841176" y="1938388"/>
                  </a:lnTo>
                  <a:lnTo>
                    <a:pt x="841345" y="1938633"/>
                  </a:lnTo>
                  <a:lnTo>
                    <a:pt x="860470" y="1966050"/>
                  </a:lnTo>
                  <a:lnTo>
                    <a:pt x="864321" y="1971538"/>
                  </a:lnTo>
                  <a:lnTo>
                    <a:pt x="873637" y="1984848"/>
                  </a:lnTo>
                  <a:lnTo>
                    <a:pt x="889277" y="2007047"/>
                  </a:lnTo>
                  <a:lnTo>
                    <a:pt x="923542" y="2055909"/>
                  </a:lnTo>
                  <a:lnTo>
                    <a:pt x="929141" y="2063933"/>
                  </a:lnTo>
                  <a:lnTo>
                    <a:pt x="960527" y="2108475"/>
                  </a:lnTo>
                  <a:lnTo>
                    <a:pt x="975232" y="2129273"/>
                  </a:lnTo>
                  <a:lnTo>
                    <a:pt x="987214" y="2146103"/>
                  </a:lnTo>
                  <a:lnTo>
                    <a:pt x="1021552" y="2194598"/>
                  </a:lnTo>
                  <a:lnTo>
                    <a:pt x="1027811" y="2203425"/>
                  </a:lnTo>
                  <a:lnTo>
                    <a:pt x="1040957" y="2221875"/>
                  </a:lnTo>
                  <a:lnTo>
                    <a:pt x="1082100" y="2279627"/>
                  </a:lnTo>
                  <a:lnTo>
                    <a:pt x="1091176" y="2292419"/>
                  </a:lnTo>
                  <a:lnTo>
                    <a:pt x="1114134" y="2324427"/>
                  </a:lnTo>
                  <a:lnTo>
                    <a:pt x="1130537" y="2347349"/>
                  </a:lnTo>
                  <a:lnTo>
                    <a:pt x="1134383" y="2352699"/>
                  </a:lnTo>
                  <a:lnTo>
                    <a:pt x="1150731" y="2375331"/>
                  </a:lnTo>
                  <a:lnTo>
                    <a:pt x="1170841" y="2403357"/>
                  </a:lnTo>
                  <a:lnTo>
                    <a:pt x="1179224" y="2414947"/>
                  </a:lnTo>
                  <a:lnTo>
                    <a:pt x="1191201" y="2431561"/>
                  </a:lnTo>
                  <a:lnTo>
                    <a:pt x="1200934" y="2444966"/>
                  </a:lnTo>
                  <a:lnTo>
                    <a:pt x="1208950" y="2456109"/>
                  </a:lnTo>
                  <a:lnTo>
                    <a:pt x="1221052" y="2472856"/>
                  </a:lnTo>
                  <a:lnTo>
                    <a:pt x="1235469" y="2492792"/>
                  </a:lnTo>
                  <a:lnTo>
                    <a:pt x="1234702" y="2500075"/>
                  </a:lnTo>
                  <a:lnTo>
                    <a:pt x="1232880" y="2508601"/>
                  </a:lnTo>
                  <a:lnTo>
                    <a:pt x="1237591" y="2516688"/>
                  </a:lnTo>
                  <a:lnTo>
                    <a:pt x="1244457" y="2529286"/>
                  </a:lnTo>
                  <a:lnTo>
                    <a:pt x="1246406" y="2533865"/>
                  </a:lnTo>
                  <a:lnTo>
                    <a:pt x="1248625" y="2548172"/>
                  </a:lnTo>
                  <a:lnTo>
                    <a:pt x="1251867" y="2556818"/>
                  </a:lnTo>
                  <a:lnTo>
                    <a:pt x="1250553" y="2564924"/>
                  </a:lnTo>
                  <a:lnTo>
                    <a:pt x="1254942" y="2565721"/>
                  </a:lnTo>
                  <a:lnTo>
                    <a:pt x="1261214" y="2572928"/>
                  </a:lnTo>
                  <a:lnTo>
                    <a:pt x="1269423" y="2581419"/>
                  </a:lnTo>
                  <a:lnTo>
                    <a:pt x="1271931" y="2586760"/>
                  </a:lnTo>
                  <a:lnTo>
                    <a:pt x="1271891" y="2587105"/>
                  </a:lnTo>
                  <a:lnTo>
                    <a:pt x="1271262" y="2592485"/>
                  </a:lnTo>
                  <a:lnTo>
                    <a:pt x="1266945" y="2594218"/>
                  </a:lnTo>
                  <a:lnTo>
                    <a:pt x="1260717" y="2599838"/>
                  </a:lnTo>
                  <a:lnTo>
                    <a:pt x="1253938" y="2601227"/>
                  </a:lnTo>
                  <a:lnTo>
                    <a:pt x="1247726" y="2604227"/>
                  </a:lnTo>
                  <a:lnTo>
                    <a:pt x="1241419" y="2606029"/>
                  </a:lnTo>
                  <a:lnTo>
                    <a:pt x="1238823" y="2607944"/>
                  </a:lnTo>
                  <a:lnTo>
                    <a:pt x="1238352" y="2609608"/>
                  </a:lnTo>
                  <a:lnTo>
                    <a:pt x="1237118" y="2613968"/>
                  </a:lnTo>
                  <a:lnTo>
                    <a:pt x="1234560" y="2617513"/>
                  </a:lnTo>
                  <a:lnTo>
                    <a:pt x="1227978" y="2623138"/>
                  </a:lnTo>
                  <a:lnTo>
                    <a:pt x="1224848" y="2626218"/>
                  </a:lnTo>
                  <a:lnTo>
                    <a:pt x="1226995" y="2630099"/>
                  </a:lnTo>
                  <a:lnTo>
                    <a:pt x="1226621" y="2634614"/>
                  </a:lnTo>
                  <a:lnTo>
                    <a:pt x="1224422" y="2638829"/>
                  </a:lnTo>
                  <a:lnTo>
                    <a:pt x="1224742" y="2647361"/>
                  </a:lnTo>
                  <a:lnTo>
                    <a:pt x="1224810" y="2652574"/>
                  </a:lnTo>
                  <a:lnTo>
                    <a:pt x="1223458" y="2655631"/>
                  </a:lnTo>
                  <a:lnTo>
                    <a:pt x="1220804" y="2659130"/>
                  </a:lnTo>
                  <a:lnTo>
                    <a:pt x="1219362" y="2665797"/>
                  </a:lnTo>
                  <a:lnTo>
                    <a:pt x="1218807" y="2672552"/>
                  </a:lnTo>
                  <a:lnTo>
                    <a:pt x="1210214" y="2678814"/>
                  </a:lnTo>
                  <a:lnTo>
                    <a:pt x="1205875" y="2685249"/>
                  </a:lnTo>
                  <a:lnTo>
                    <a:pt x="1205053" y="2686468"/>
                  </a:lnTo>
                  <a:lnTo>
                    <a:pt x="1201006" y="2686319"/>
                  </a:lnTo>
                  <a:lnTo>
                    <a:pt x="1195495" y="2687022"/>
                  </a:lnTo>
                  <a:lnTo>
                    <a:pt x="1196791" y="2690828"/>
                  </a:lnTo>
                  <a:lnTo>
                    <a:pt x="1195718" y="2697341"/>
                  </a:lnTo>
                  <a:lnTo>
                    <a:pt x="1193480" y="2701399"/>
                  </a:lnTo>
                  <a:lnTo>
                    <a:pt x="1197865" y="2706256"/>
                  </a:lnTo>
                  <a:lnTo>
                    <a:pt x="1197017" y="2709293"/>
                  </a:lnTo>
                  <a:lnTo>
                    <a:pt x="1195550" y="2717948"/>
                  </a:lnTo>
                  <a:lnTo>
                    <a:pt x="1191772" y="2724109"/>
                  </a:lnTo>
                  <a:lnTo>
                    <a:pt x="1194137" y="2733001"/>
                  </a:lnTo>
                  <a:lnTo>
                    <a:pt x="1198380" y="2734612"/>
                  </a:lnTo>
                  <a:lnTo>
                    <a:pt x="1203948" y="2734888"/>
                  </a:lnTo>
                  <a:lnTo>
                    <a:pt x="1209661" y="2737364"/>
                  </a:lnTo>
                  <a:lnTo>
                    <a:pt x="1210270" y="2737628"/>
                  </a:lnTo>
                  <a:lnTo>
                    <a:pt x="1212406" y="2744462"/>
                  </a:lnTo>
                  <a:lnTo>
                    <a:pt x="1211988" y="2750483"/>
                  </a:lnTo>
                  <a:lnTo>
                    <a:pt x="1212978" y="2753388"/>
                  </a:lnTo>
                  <a:lnTo>
                    <a:pt x="1211325" y="2760240"/>
                  </a:lnTo>
                  <a:lnTo>
                    <a:pt x="1203686" y="2766805"/>
                  </a:lnTo>
                  <a:lnTo>
                    <a:pt x="1202664" y="2767594"/>
                  </a:lnTo>
                  <a:lnTo>
                    <a:pt x="1199015" y="2770412"/>
                  </a:lnTo>
                  <a:lnTo>
                    <a:pt x="1194249" y="2770358"/>
                  </a:lnTo>
                  <a:lnTo>
                    <a:pt x="1188773" y="2770294"/>
                  </a:lnTo>
                  <a:lnTo>
                    <a:pt x="1184965" y="2768704"/>
                  </a:lnTo>
                  <a:lnTo>
                    <a:pt x="1183099" y="2771249"/>
                  </a:lnTo>
                  <a:lnTo>
                    <a:pt x="1153715" y="2768465"/>
                  </a:lnTo>
                  <a:lnTo>
                    <a:pt x="1105181" y="2763779"/>
                  </a:lnTo>
                  <a:lnTo>
                    <a:pt x="1044378" y="2757896"/>
                  </a:lnTo>
                  <a:lnTo>
                    <a:pt x="1038146" y="2757306"/>
                  </a:lnTo>
                  <a:lnTo>
                    <a:pt x="992692" y="2752865"/>
                  </a:lnTo>
                  <a:lnTo>
                    <a:pt x="983642" y="2752022"/>
                  </a:lnTo>
                  <a:lnTo>
                    <a:pt x="959987" y="2749636"/>
                  </a:lnTo>
                  <a:lnTo>
                    <a:pt x="959569" y="2749593"/>
                  </a:lnTo>
                  <a:lnTo>
                    <a:pt x="931537" y="2746859"/>
                  </a:lnTo>
                  <a:lnTo>
                    <a:pt x="931921" y="2740422"/>
                  </a:lnTo>
                  <a:lnTo>
                    <a:pt x="932170" y="2736274"/>
                  </a:lnTo>
                  <a:lnTo>
                    <a:pt x="930028" y="2729096"/>
                  </a:lnTo>
                  <a:lnTo>
                    <a:pt x="927536" y="2726443"/>
                  </a:lnTo>
                  <a:lnTo>
                    <a:pt x="922049" y="2727785"/>
                  </a:lnTo>
                  <a:lnTo>
                    <a:pt x="921792" y="2723842"/>
                  </a:lnTo>
                  <a:lnTo>
                    <a:pt x="923727" y="2713229"/>
                  </a:lnTo>
                  <a:lnTo>
                    <a:pt x="921843" y="2708366"/>
                  </a:lnTo>
                  <a:lnTo>
                    <a:pt x="922103" y="2706227"/>
                  </a:lnTo>
                  <a:lnTo>
                    <a:pt x="923216" y="2704948"/>
                  </a:lnTo>
                  <a:lnTo>
                    <a:pt x="924292" y="2705437"/>
                  </a:lnTo>
                  <a:lnTo>
                    <a:pt x="925204" y="2704345"/>
                  </a:lnTo>
                  <a:lnTo>
                    <a:pt x="926277" y="2699408"/>
                  </a:lnTo>
                  <a:lnTo>
                    <a:pt x="926203" y="2694399"/>
                  </a:lnTo>
                  <a:lnTo>
                    <a:pt x="926072" y="2685143"/>
                  </a:lnTo>
                  <a:lnTo>
                    <a:pt x="924351" y="2674496"/>
                  </a:lnTo>
                  <a:lnTo>
                    <a:pt x="921198" y="2664339"/>
                  </a:lnTo>
                  <a:lnTo>
                    <a:pt x="914986" y="2650347"/>
                  </a:lnTo>
                  <a:lnTo>
                    <a:pt x="906790" y="2636320"/>
                  </a:lnTo>
                  <a:lnTo>
                    <a:pt x="902351" y="2632658"/>
                  </a:lnTo>
                  <a:lnTo>
                    <a:pt x="898559" y="2625030"/>
                  </a:lnTo>
                  <a:lnTo>
                    <a:pt x="891934" y="2621105"/>
                  </a:lnTo>
                  <a:lnTo>
                    <a:pt x="891328" y="2618071"/>
                  </a:lnTo>
                  <a:lnTo>
                    <a:pt x="890278" y="2616592"/>
                  </a:lnTo>
                  <a:lnTo>
                    <a:pt x="884021" y="2607770"/>
                  </a:lnTo>
                  <a:lnTo>
                    <a:pt x="881870" y="2604603"/>
                  </a:lnTo>
                  <a:lnTo>
                    <a:pt x="873825" y="2598806"/>
                  </a:lnTo>
                  <a:lnTo>
                    <a:pt x="867527" y="2591241"/>
                  </a:lnTo>
                  <a:lnTo>
                    <a:pt x="860373" y="2580085"/>
                  </a:lnTo>
                  <a:lnTo>
                    <a:pt x="858058" y="2577802"/>
                  </a:lnTo>
                  <a:lnTo>
                    <a:pt x="856501" y="2576264"/>
                  </a:lnTo>
                  <a:lnTo>
                    <a:pt x="850951" y="2577226"/>
                  </a:lnTo>
                  <a:lnTo>
                    <a:pt x="845591" y="2578700"/>
                  </a:lnTo>
                  <a:lnTo>
                    <a:pt x="842616" y="2579517"/>
                  </a:lnTo>
                  <a:lnTo>
                    <a:pt x="836925" y="2577108"/>
                  </a:lnTo>
                  <a:lnTo>
                    <a:pt x="835500" y="2575728"/>
                  </a:lnTo>
                  <a:lnTo>
                    <a:pt x="833605" y="2573892"/>
                  </a:lnTo>
                  <a:lnTo>
                    <a:pt x="829464" y="2572517"/>
                  </a:lnTo>
                  <a:lnTo>
                    <a:pt x="827185" y="2567071"/>
                  </a:lnTo>
                  <a:lnTo>
                    <a:pt x="831330" y="2564222"/>
                  </a:lnTo>
                  <a:lnTo>
                    <a:pt x="831382" y="2554097"/>
                  </a:lnTo>
                  <a:lnTo>
                    <a:pt x="828608" y="2542628"/>
                  </a:lnTo>
                  <a:lnTo>
                    <a:pt x="824267" y="2534502"/>
                  </a:lnTo>
                  <a:lnTo>
                    <a:pt x="824096" y="2534181"/>
                  </a:lnTo>
                  <a:lnTo>
                    <a:pt x="815934" y="2530881"/>
                  </a:lnTo>
                  <a:lnTo>
                    <a:pt x="808184" y="2529875"/>
                  </a:lnTo>
                  <a:lnTo>
                    <a:pt x="801573" y="2528527"/>
                  </a:lnTo>
                  <a:lnTo>
                    <a:pt x="794778" y="2530922"/>
                  </a:lnTo>
                  <a:lnTo>
                    <a:pt x="790617" y="2525769"/>
                  </a:lnTo>
                  <a:lnTo>
                    <a:pt x="781916" y="2522183"/>
                  </a:lnTo>
                  <a:lnTo>
                    <a:pt x="780924" y="2521774"/>
                  </a:lnTo>
                  <a:lnTo>
                    <a:pt x="770424" y="2513961"/>
                  </a:lnTo>
                  <a:lnTo>
                    <a:pt x="766536" y="2512540"/>
                  </a:lnTo>
                  <a:lnTo>
                    <a:pt x="756411" y="2501614"/>
                  </a:lnTo>
                  <a:lnTo>
                    <a:pt x="754778" y="2494644"/>
                  </a:lnTo>
                  <a:lnTo>
                    <a:pt x="754599" y="2491689"/>
                  </a:lnTo>
                  <a:lnTo>
                    <a:pt x="754467" y="2489512"/>
                  </a:lnTo>
                  <a:lnTo>
                    <a:pt x="750759" y="2485734"/>
                  </a:lnTo>
                  <a:lnTo>
                    <a:pt x="745646" y="2478729"/>
                  </a:lnTo>
                  <a:lnTo>
                    <a:pt x="738492" y="2470275"/>
                  </a:lnTo>
                  <a:lnTo>
                    <a:pt x="736928" y="2469296"/>
                  </a:lnTo>
                  <a:lnTo>
                    <a:pt x="731474" y="2465875"/>
                  </a:lnTo>
                  <a:lnTo>
                    <a:pt x="724171" y="2460878"/>
                  </a:lnTo>
                  <a:lnTo>
                    <a:pt x="717093" y="2460814"/>
                  </a:lnTo>
                  <a:lnTo>
                    <a:pt x="714331" y="2461805"/>
                  </a:lnTo>
                  <a:lnTo>
                    <a:pt x="707220" y="2457463"/>
                  </a:lnTo>
                  <a:lnTo>
                    <a:pt x="702249" y="2456293"/>
                  </a:lnTo>
                  <a:lnTo>
                    <a:pt x="698267" y="2456229"/>
                  </a:lnTo>
                  <a:lnTo>
                    <a:pt x="689460" y="2449506"/>
                  </a:lnTo>
                  <a:lnTo>
                    <a:pt x="682082" y="2445532"/>
                  </a:lnTo>
                  <a:lnTo>
                    <a:pt x="673405" y="2441906"/>
                  </a:lnTo>
                  <a:lnTo>
                    <a:pt x="658053" y="2438487"/>
                  </a:lnTo>
                  <a:lnTo>
                    <a:pt x="641904" y="2437502"/>
                  </a:lnTo>
                  <a:lnTo>
                    <a:pt x="637995" y="2426791"/>
                  </a:lnTo>
                  <a:lnTo>
                    <a:pt x="634698" y="2423419"/>
                  </a:lnTo>
                  <a:lnTo>
                    <a:pt x="631990" y="2420922"/>
                  </a:lnTo>
                  <a:lnTo>
                    <a:pt x="627822" y="2420253"/>
                  </a:lnTo>
                  <a:lnTo>
                    <a:pt x="626262" y="2416391"/>
                  </a:lnTo>
                  <a:lnTo>
                    <a:pt x="633607" y="2403972"/>
                  </a:lnTo>
                  <a:lnTo>
                    <a:pt x="633382" y="2398956"/>
                  </a:lnTo>
                  <a:lnTo>
                    <a:pt x="632449" y="2397775"/>
                  </a:lnTo>
                  <a:lnTo>
                    <a:pt x="637302" y="2383566"/>
                  </a:lnTo>
                  <a:lnTo>
                    <a:pt x="632583" y="2376475"/>
                  </a:lnTo>
                  <a:lnTo>
                    <a:pt x="636547" y="2368344"/>
                  </a:lnTo>
                  <a:lnTo>
                    <a:pt x="639777" y="2361715"/>
                  </a:lnTo>
                  <a:lnTo>
                    <a:pt x="641407" y="2356307"/>
                  </a:lnTo>
                  <a:lnTo>
                    <a:pt x="642041" y="2350626"/>
                  </a:lnTo>
                  <a:lnTo>
                    <a:pt x="638983" y="2346094"/>
                  </a:lnTo>
                  <a:lnTo>
                    <a:pt x="635772" y="2342333"/>
                  </a:lnTo>
                  <a:lnTo>
                    <a:pt x="631230" y="2343180"/>
                  </a:lnTo>
                  <a:lnTo>
                    <a:pt x="623555" y="2335572"/>
                  </a:lnTo>
                  <a:lnTo>
                    <a:pt x="619845" y="2329036"/>
                  </a:lnTo>
                  <a:lnTo>
                    <a:pt x="622819" y="2323837"/>
                  </a:lnTo>
                  <a:lnTo>
                    <a:pt x="626375" y="2316179"/>
                  </a:lnTo>
                  <a:lnTo>
                    <a:pt x="626092" y="2307172"/>
                  </a:lnTo>
                  <a:lnTo>
                    <a:pt x="619798" y="2302529"/>
                  </a:lnTo>
                  <a:lnTo>
                    <a:pt x="617143" y="2301311"/>
                  </a:lnTo>
                  <a:lnTo>
                    <a:pt x="615352" y="2300489"/>
                  </a:lnTo>
                  <a:lnTo>
                    <a:pt x="607650" y="2284204"/>
                  </a:lnTo>
                  <a:lnTo>
                    <a:pt x="604335" y="2275140"/>
                  </a:lnTo>
                  <a:lnTo>
                    <a:pt x="594942" y="2268658"/>
                  </a:lnTo>
                  <a:lnTo>
                    <a:pt x="592153" y="2261921"/>
                  </a:lnTo>
                  <a:lnTo>
                    <a:pt x="592415" y="2252989"/>
                  </a:lnTo>
                  <a:lnTo>
                    <a:pt x="591342" y="2251150"/>
                  </a:lnTo>
                  <a:lnTo>
                    <a:pt x="586956" y="2243621"/>
                  </a:lnTo>
                  <a:lnTo>
                    <a:pt x="582757" y="2237225"/>
                  </a:lnTo>
                  <a:lnTo>
                    <a:pt x="582882" y="2226323"/>
                  </a:lnTo>
                  <a:lnTo>
                    <a:pt x="579733" y="2219807"/>
                  </a:lnTo>
                  <a:lnTo>
                    <a:pt x="575912" y="2217401"/>
                  </a:lnTo>
                  <a:lnTo>
                    <a:pt x="573496" y="2207132"/>
                  </a:lnTo>
                  <a:lnTo>
                    <a:pt x="569811" y="2197608"/>
                  </a:lnTo>
                  <a:lnTo>
                    <a:pt x="562000" y="2187557"/>
                  </a:lnTo>
                  <a:lnTo>
                    <a:pt x="557937" y="2184596"/>
                  </a:lnTo>
                  <a:lnTo>
                    <a:pt x="553759" y="2175588"/>
                  </a:lnTo>
                  <a:lnTo>
                    <a:pt x="555031" y="2164190"/>
                  </a:lnTo>
                  <a:lnTo>
                    <a:pt x="554072" y="2152029"/>
                  </a:lnTo>
                  <a:lnTo>
                    <a:pt x="554198" y="2139493"/>
                  </a:lnTo>
                  <a:lnTo>
                    <a:pt x="560201" y="2134419"/>
                  </a:lnTo>
                  <a:lnTo>
                    <a:pt x="565566" y="2138901"/>
                  </a:lnTo>
                  <a:lnTo>
                    <a:pt x="572113" y="2131391"/>
                  </a:lnTo>
                  <a:lnTo>
                    <a:pt x="576607" y="2120356"/>
                  </a:lnTo>
                  <a:lnTo>
                    <a:pt x="578228" y="2115924"/>
                  </a:lnTo>
                  <a:lnTo>
                    <a:pt x="577238" y="2111147"/>
                  </a:lnTo>
                  <a:lnTo>
                    <a:pt x="574934" y="2099980"/>
                  </a:lnTo>
                  <a:lnTo>
                    <a:pt x="571835" y="2094301"/>
                  </a:lnTo>
                  <a:lnTo>
                    <a:pt x="567601" y="2092828"/>
                  </a:lnTo>
                  <a:lnTo>
                    <a:pt x="559796" y="2093330"/>
                  </a:lnTo>
                  <a:lnTo>
                    <a:pt x="552431" y="2090695"/>
                  </a:lnTo>
                  <a:lnTo>
                    <a:pt x="544644" y="2081043"/>
                  </a:lnTo>
                  <a:lnTo>
                    <a:pt x="541259" y="2072515"/>
                  </a:lnTo>
                  <a:lnTo>
                    <a:pt x="539829" y="2068334"/>
                  </a:lnTo>
                  <a:lnTo>
                    <a:pt x="539036" y="2067675"/>
                  </a:lnTo>
                  <a:lnTo>
                    <a:pt x="536629" y="2065671"/>
                  </a:lnTo>
                  <a:lnTo>
                    <a:pt x="535504" y="2061645"/>
                  </a:lnTo>
                  <a:lnTo>
                    <a:pt x="531792" y="2055018"/>
                  </a:lnTo>
                  <a:lnTo>
                    <a:pt x="531644" y="2047028"/>
                  </a:lnTo>
                  <a:lnTo>
                    <a:pt x="535984" y="2036756"/>
                  </a:lnTo>
                  <a:lnTo>
                    <a:pt x="536395" y="2031967"/>
                  </a:lnTo>
                  <a:lnTo>
                    <a:pt x="535022" y="2023651"/>
                  </a:lnTo>
                  <a:lnTo>
                    <a:pt x="535594" y="2020489"/>
                  </a:lnTo>
                  <a:lnTo>
                    <a:pt x="532032" y="2015495"/>
                  </a:lnTo>
                  <a:lnTo>
                    <a:pt x="530768" y="2011377"/>
                  </a:lnTo>
                  <a:lnTo>
                    <a:pt x="532333" y="2004701"/>
                  </a:lnTo>
                  <a:lnTo>
                    <a:pt x="535456" y="2000902"/>
                  </a:lnTo>
                  <a:lnTo>
                    <a:pt x="537114" y="1994423"/>
                  </a:lnTo>
                  <a:lnTo>
                    <a:pt x="537759" y="1991901"/>
                  </a:lnTo>
                  <a:lnTo>
                    <a:pt x="538066" y="1989170"/>
                  </a:lnTo>
                  <a:lnTo>
                    <a:pt x="538959" y="1981240"/>
                  </a:lnTo>
                  <a:lnTo>
                    <a:pt x="544261" y="1978862"/>
                  </a:lnTo>
                  <a:lnTo>
                    <a:pt x="550730" y="1980053"/>
                  </a:lnTo>
                  <a:lnTo>
                    <a:pt x="551474" y="1982195"/>
                  </a:lnTo>
                  <a:lnTo>
                    <a:pt x="550696" y="1988749"/>
                  </a:lnTo>
                  <a:lnTo>
                    <a:pt x="552268" y="1990361"/>
                  </a:lnTo>
                  <a:lnTo>
                    <a:pt x="551354" y="1991988"/>
                  </a:lnTo>
                  <a:lnTo>
                    <a:pt x="548505" y="1992061"/>
                  </a:lnTo>
                  <a:lnTo>
                    <a:pt x="548164" y="1992070"/>
                  </a:lnTo>
                  <a:lnTo>
                    <a:pt x="547724" y="2006874"/>
                  </a:lnTo>
                  <a:lnTo>
                    <a:pt x="557599" y="2014071"/>
                  </a:lnTo>
                  <a:lnTo>
                    <a:pt x="563121" y="2022596"/>
                  </a:lnTo>
                  <a:lnTo>
                    <a:pt x="567353" y="2021534"/>
                  </a:lnTo>
                  <a:lnTo>
                    <a:pt x="569208" y="2021067"/>
                  </a:lnTo>
                  <a:lnTo>
                    <a:pt x="567762" y="2013798"/>
                  </a:lnTo>
                  <a:lnTo>
                    <a:pt x="568756" y="2006435"/>
                  </a:lnTo>
                  <a:lnTo>
                    <a:pt x="568629" y="2002878"/>
                  </a:lnTo>
                  <a:lnTo>
                    <a:pt x="564789" y="1997830"/>
                  </a:lnTo>
                  <a:lnTo>
                    <a:pt x="562244" y="1993532"/>
                  </a:lnTo>
                  <a:lnTo>
                    <a:pt x="562877" y="1989982"/>
                  </a:lnTo>
                  <a:lnTo>
                    <a:pt x="557862" y="1985722"/>
                  </a:lnTo>
                  <a:lnTo>
                    <a:pt x="556915" y="1981235"/>
                  </a:lnTo>
                  <a:lnTo>
                    <a:pt x="560340" y="1979554"/>
                  </a:lnTo>
                  <a:lnTo>
                    <a:pt x="559978" y="1971181"/>
                  </a:lnTo>
                  <a:lnTo>
                    <a:pt x="559894" y="1969216"/>
                  </a:lnTo>
                  <a:lnTo>
                    <a:pt x="555635" y="1968498"/>
                  </a:lnTo>
                  <a:lnTo>
                    <a:pt x="552832" y="1961162"/>
                  </a:lnTo>
                  <a:lnTo>
                    <a:pt x="558939" y="1959946"/>
                  </a:lnTo>
                  <a:lnTo>
                    <a:pt x="559738" y="1956303"/>
                  </a:lnTo>
                  <a:lnTo>
                    <a:pt x="564235" y="1957249"/>
                  </a:lnTo>
                  <a:lnTo>
                    <a:pt x="571022" y="1953792"/>
                  </a:lnTo>
                  <a:lnTo>
                    <a:pt x="570691" y="1952545"/>
                  </a:lnTo>
                  <a:lnTo>
                    <a:pt x="569032" y="1946275"/>
                  </a:lnTo>
                  <a:lnTo>
                    <a:pt x="561630" y="1939239"/>
                  </a:lnTo>
                  <a:lnTo>
                    <a:pt x="561212" y="1939310"/>
                  </a:lnTo>
                  <a:lnTo>
                    <a:pt x="551682" y="1940916"/>
                  </a:lnTo>
                  <a:lnTo>
                    <a:pt x="551391" y="1940965"/>
                  </a:lnTo>
                  <a:lnTo>
                    <a:pt x="548257" y="1949947"/>
                  </a:lnTo>
                  <a:lnTo>
                    <a:pt x="551490" y="1955528"/>
                  </a:lnTo>
                  <a:lnTo>
                    <a:pt x="547230" y="1958160"/>
                  </a:lnTo>
                  <a:lnTo>
                    <a:pt x="546050" y="1963651"/>
                  </a:lnTo>
                  <a:lnTo>
                    <a:pt x="548727" y="1968098"/>
                  </a:lnTo>
                  <a:lnTo>
                    <a:pt x="550277" y="1973814"/>
                  </a:lnTo>
                  <a:lnTo>
                    <a:pt x="543364" y="1975255"/>
                  </a:lnTo>
                  <a:lnTo>
                    <a:pt x="538423" y="1973401"/>
                  </a:lnTo>
                  <a:lnTo>
                    <a:pt x="533812" y="1966285"/>
                  </a:lnTo>
                  <a:lnTo>
                    <a:pt x="527558" y="1960429"/>
                  </a:lnTo>
                  <a:lnTo>
                    <a:pt x="524891" y="1961336"/>
                  </a:lnTo>
                  <a:lnTo>
                    <a:pt x="521332" y="1954905"/>
                  </a:lnTo>
                  <a:lnTo>
                    <a:pt x="518621" y="1948786"/>
                  </a:lnTo>
                  <a:lnTo>
                    <a:pt x="514350" y="1942359"/>
                  </a:lnTo>
                  <a:lnTo>
                    <a:pt x="507059" y="1938297"/>
                  </a:lnTo>
                  <a:lnTo>
                    <a:pt x="502561" y="1942145"/>
                  </a:lnTo>
                  <a:lnTo>
                    <a:pt x="499439" y="1939815"/>
                  </a:lnTo>
                  <a:lnTo>
                    <a:pt x="507659" y="1927921"/>
                  </a:lnTo>
                  <a:lnTo>
                    <a:pt x="510334" y="1920527"/>
                  </a:lnTo>
                  <a:lnTo>
                    <a:pt x="509183" y="1912143"/>
                  </a:lnTo>
                  <a:lnTo>
                    <a:pt x="510398" y="1907854"/>
                  </a:lnTo>
                  <a:lnTo>
                    <a:pt x="509552" y="1904676"/>
                  </a:lnTo>
                  <a:lnTo>
                    <a:pt x="509503" y="1904492"/>
                  </a:lnTo>
                  <a:lnTo>
                    <a:pt x="504983" y="1902880"/>
                  </a:lnTo>
                  <a:lnTo>
                    <a:pt x="504743" y="1898145"/>
                  </a:lnTo>
                  <a:lnTo>
                    <a:pt x="504927" y="1890994"/>
                  </a:lnTo>
                  <a:lnTo>
                    <a:pt x="500140" y="1878608"/>
                  </a:lnTo>
                  <a:lnTo>
                    <a:pt x="493577" y="1871994"/>
                  </a:lnTo>
                  <a:lnTo>
                    <a:pt x="487743" y="1863184"/>
                  </a:lnTo>
                  <a:lnTo>
                    <a:pt x="487122" y="1858924"/>
                  </a:lnTo>
                  <a:lnTo>
                    <a:pt x="481968" y="1843980"/>
                  </a:lnTo>
                  <a:lnTo>
                    <a:pt x="476616" y="1836891"/>
                  </a:lnTo>
                  <a:lnTo>
                    <a:pt x="475051" y="1833074"/>
                  </a:lnTo>
                  <a:lnTo>
                    <a:pt x="473194" y="1828537"/>
                  </a:lnTo>
                  <a:lnTo>
                    <a:pt x="468565" y="1821197"/>
                  </a:lnTo>
                  <a:lnTo>
                    <a:pt x="467563" y="1817154"/>
                  </a:lnTo>
                  <a:lnTo>
                    <a:pt x="464252" y="1810849"/>
                  </a:lnTo>
                  <a:lnTo>
                    <a:pt x="463588" y="1805192"/>
                  </a:lnTo>
                  <a:lnTo>
                    <a:pt x="469666" y="1798341"/>
                  </a:lnTo>
                  <a:lnTo>
                    <a:pt x="470312" y="1784936"/>
                  </a:lnTo>
                  <a:lnTo>
                    <a:pt x="468530" y="1775469"/>
                  </a:lnTo>
                  <a:lnTo>
                    <a:pt x="468106" y="1765181"/>
                  </a:lnTo>
                  <a:lnTo>
                    <a:pt x="468705" y="1753660"/>
                  </a:lnTo>
                  <a:lnTo>
                    <a:pt x="472560" y="1743604"/>
                  </a:lnTo>
                  <a:lnTo>
                    <a:pt x="480528" y="1732096"/>
                  </a:lnTo>
                  <a:lnTo>
                    <a:pt x="481398" y="1723373"/>
                  </a:lnTo>
                  <a:lnTo>
                    <a:pt x="482571" y="1715530"/>
                  </a:lnTo>
                  <a:lnTo>
                    <a:pt x="480537" y="1709822"/>
                  </a:lnTo>
                  <a:lnTo>
                    <a:pt x="482216" y="1696066"/>
                  </a:lnTo>
                  <a:lnTo>
                    <a:pt x="478200" y="1690796"/>
                  </a:lnTo>
                  <a:lnTo>
                    <a:pt x="475941" y="1682341"/>
                  </a:lnTo>
                  <a:lnTo>
                    <a:pt x="472288" y="1670893"/>
                  </a:lnTo>
                  <a:lnTo>
                    <a:pt x="471734" y="1669149"/>
                  </a:lnTo>
                  <a:lnTo>
                    <a:pt x="469029" y="1667279"/>
                  </a:lnTo>
                  <a:lnTo>
                    <a:pt x="469350" y="1659889"/>
                  </a:lnTo>
                  <a:lnTo>
                    <a:pt x="465889" y="1653862"/>
                  </a:lnTo>
                  <a:lnTo>
                    <a:pt x="462063" y="1650829"/>
                  </a:lnTo>
                  <a:lnTo>
                    <a:pt x="457574" y="1642402"/>
                  </a:lnTo>
                  <a:lnTo>
                    <a:pt x="452037" y="1632860"/>
                  </a:lnTo>
                  <a:lnTo>
                    <a:pt x="450801" y="1630248"/>
                  </a:lnTo>
                  <a:lnTo>
                    <a:pt x="454178" y="1622045"/>
                  </a:lnTo>
                  <a:lnTo>
                    <a:pt x="454595" y="1616473"/>
                  </a:lnTo>
                  <a:lnTo>
                    <a:pt x="452842" y="1607629"/>
                  </a:lnTo>
                  <a:close/>
                </a:path>
              </a:pathLst>
            </a:custGeom>
            <a:solidFill>
              <a:srgbClr val="F9DBA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h61"/>
            <p:cNvSpPr/>
            <p:nvPr/>
          </p:nvSpPr>
          <p:spPr>
            <a:xfrm>
              <a:off x="2654492" y="2190484"/>
              <a:ext cx="1145069" cy="1832540"/>
            </a:xfrm>
            <a:custGeom>
              <a:avLst/>
              <a:pathLst>
                <a:path w="1145069" h="1832540">
                  <a:moveTo>
                    <a:pt x="457200" y="1600200"/>
                  </a:moveTo>
                  <a:lnTo>
                    <a:pt x="465986" y="1522900"/>
                  </a:lnTo>
                  <a:lnTo>
                    <a:pt x="469095" y="1493160"/>
                  </a:lnTo>
                  <a:lnTo>
                    <a:pt x="470793" y="1476957"/>
                  </a:lnTo>
                  <a:lnTo>
                    <a:pt x="472906" y="1456839"/>
                  </a:lnTo>
                  <a:lnTo>
                    <a:pt x="475699" y="1430320"/>
                  </a:lnTo>
                  <a:lnTo>
                    <a:pt x="479628" y="1392492"/>
                  </a:lnTo>
                  <a:lnTo>
                    <a:pt x="480193" y="1387325"/>
                  </a:lnTo>
                  <a:lnTo>
                    <a:pt x="486041" y="1334057"/>
                  </a:lnTo>
                  <a:lnTo>
                    <a:pt x="486158" y="1332944"/>
                  </a:lnTo>
                  <a:lnTo>
                    <a:pt x="488279" y="1312724"/>
                  </a:lnTo>
                  <a:lnTo>
                    <a:pt x="490417" y="1291116"/>
                  </a:lnTo>
                  <a:lnTo>
                    <a:pt x="564916" y="1299046"/>
                  </a:lnTo>
                  <a:lnTo>
                    <a:pt x="595920" y="1301962"/>
                  </a:lnTo>
                  <a:lnTo>
                    <a:pt x="647367" y="1306522"/>
                  </a:lnTo>
                  <a:lnTo>
                    <a:pt x="652001" y="1306965"/>
                  </a:lnTo>
                  <a:lnTo>
                    <a:pt x="694705" y="1310916"/>
                  </a:lnTo>
                  <a:lnTo>
                    <a:pt x="745081" y="1315269"/>
                  </a:lnTo>
                  <a:lnTo>
                    <a:pt x="754764" y="1316067"/>
                  </a:lnTo>
                  <a:lnTo>
                    <a:pt x="757290" y="1316256"/>
                  </a:lnTo>
                  <a:lnTo>
                    <a:pt x="842781" y="1322163"/>
                  </a:lnTo>
                  <a:lnTo>
                    <a:pt x="874002" y="1324114"/>
                  </a:lnTo>
                  <a:lnTo>
                    <a:pt x="882251" y="1324608"/>
                  </a:lnTo>
                  <a:lnTo>
                    <a:pt x="915825" y="1326047"/>
                  </a:lnTo>
                  <a:lnTo>
                    <a:pt x="957399" y="1328255"/>
                  </a:lnTo>
                  <a:lnTo>
                    <a:pt x="1002335" y="1330297"/>
                  </a:lnTo>
                  <a:lnTo>
                    <a:pt x="1020265" y="1331028"/>
                  </a:lnTo>
                  <a:lnTo>
                    <a:pt x="1048950" y="1332112"/>
                  </a:lnTo>
                  <a:lnTo>
                    <a:pt x="1088620" y="1333494"/>
                  </a:lnTo>
                  <a:lnTo>
                    <a:pt x="1091662" y="1333592"/>
                  </a:lnTo>
                  <a:lnTo>
                    <a:pt x="1097687" y="1333782"/>
                  </a:lnTo>
                  <a:lnTo>
                    <a:pt x="1145069" y="1335086"/>
                  </a:lnTo>
                  <a:lnTo>
                    <a:pt x="1144347" y="1366474"/>
                  </a:lnTo>
                  <a:lnTo>
                    <a:pt x="1144192" y="1372936"/>
                  </a:lnTo>
                  <a:lnTo>
                    <a:pt x="1143429" y="1404910"/>
                  </a:lnTo>
                  <a:lnTo>
                    <a:pt x="1143160" y="1416180"/>
                  </a:lnTo>
                  <a:lnTo>
                    <a:pt x="1143128" y="1417526"/>
                  </a:lnTo>
                  <a:lnTo>
                    <a:pt x="1142100" y="1459148"/>
                  </a:lnTo>
                  <a:lnTo>
                    <a:pt x="1141606" y="1481998"/>
                  </a:lnTo>
                  <a:lnTo>
                    <a:pt x="1141011" y="1512401"/>
                  </a:lnTo>
                  <a:lnTo>
                    <a:pt x="1140997" y="1513130"/>
                  </a:lnTo>
                  <a:lnTo>
                    <a:pt x="1140527" y="1537266"/>
                  </a:lnTo>
                  <a:lnTo>
                    <a:pt x="1139998" y="1567122"/>
                  </a:lnTo>
                  <a:lnTo>
                    <a:pt x="1139810" y="1577808"/>
                  </a:lnTo>
                  <a:lnTo>
                    <a:pt x="1138886" y="1621169"/>
                  </a:lnTo>
                  <a:lnTo>
                    <a:pt x="1138669" y="1631391"/>
                  </a:lnTo>
                  <a:lnTo>
                    <a:pt x="1138064" y="1660016"/>
                  </a:lnTo>
                  <a:lnTo>
                    <a:pt x="1137762" y="1674364"/>
                  </a:lnTo>
                  <a:lnTo>
                    <a:pt x="1137745" y="1675150"/>
                  </a:lnTo>
                  <a:lnTo>
                    <a:pt x="1137357" y="1693681"/>
                  </a:lnTo>
                  <a:lnTo>
                    <a:pt x="1136519" y="1740125"/>
                  </a:lnTo>
                  <a:lnTo>
                    <a:pt x="1136486" y="1741944"/>
                  </a:lnTo>
                  <a:lnTo>
                    <a:pt x="1136260" y="1751813"/>
                  </a:lnTo>
                  <a:lnTo>
                    <a:pt x="1135536" y="1783440"/>
                  </a:lnTo>
                  <a:lnTo>
                    <a:pt x="1135166" y="1799683"/>
                  </a:lnTo>
                  <a:lnTo>
                    <a:pt x="1134739" y="1818477"/>
                  </a:lnTo>
                  <a:lnTo>
                    <a:pt x="1134545" y="1827335"/>
                  </a:lnTo>
                  <a:lnTo>
                    <a:pt x="1134396" y="1832540"/>
                  </a:lnTo>
                  <a:lnTo>
                    <a:pt x="1103267" y="1831548"/>
                  </a:lnTo>
                  <a:lnTo>
                    <a:pt x="1069177" y="1830442"/>
                  </a:lnTo>
                  <a:lnTo>
                    <a:pt x="1054892" y="1829419"/>
                  </a:lnTo>
                  <a:lnTo>
                    <a:pt x="1038968" y="1828802"/>
                  </a:lnTo>
                  <a:lnTo>
                    <a:pt x="1030626" y="1828529"/>
                  </a:lnTo>
                  <a:lnTo>
                    <a:pt x="966301" y="1826144"/>
                  </a:lnTo>
                  <a:lnTo>
                    <a:pt x="939006" y="1825136"/>
                  </a:lnTo>
                  <a:lnTo>
                    <a:pt x="906112" y="1823803"/>
                  </a:lnTo>
                  <a:lnTo>
                    <a:pt x="867061" y="1821701"/>
                  </a:lnTo>
                  <a:lnTo>
                    <a:pt x="828477" y="1819187"/>
                  </a:lnTo>
                  <a:lnTo>
                    <a:pt x="825078" y="1818973"/>
                  </a:lnTo>
                  <a:lnTo>
                    <a:pt x="818581" y="1818559"/>
                  </a:lnTo>
                  <a:lnTo>
                    <a:pt x="815525" y="1818363"/>
                  </a:lnTo>
                  <a:lnTo>
                    <a:pt x="798853" y="1817270"/>
                  </a:lnTo>
                  <a:lnTo>
                    <a:pt x="787480" y="1816524"/>
                  </a:lnTo>
                  <a:lnTo>
                    <a:pt x="769368" y="1815311"/>
                  </a:lnTo>
                  <a:lnTo>
                    <a:pt x="769170" y="1815298"/>
                  </a:lnTo>
                  <a:lnTo>
                    <a:pt x="741492" y="1813415"/>
                  </a:lnTo>
                  <a:lnTo>
                    <a:pt x="740614" y="1813356"/>
                  </a:lnTo>
                  <a:lnTo>
                    <a:pt x="707205" y="1811036"/>
                  </a:lnTo>
                  <a:lnTo>
                    <a:pt x="694006" y="1810082"/>
                  </a:lnTo>
                  <a:lnTo>
                    <a:pt x="654989" y="1807138"/>
                  </a:lnTo>
                  <a:lnTo>
                    <a:pt x="654319" y="1806122"/>
                  </a:lnTo>
                  <a:lnTo>
                    <a:pt x="600478" y="1801536"/>
                  </a:lnTo>
                  <a:lnTo>
                    <a:pt x="594456" y="1801000"/>
                  </a:lnTo>
                  <a:lnTo>
                    <a:pt x="543105" y="1796243"/>
                  </a:lnTo>
                  <a:lnTo>
                    <a:pt x="505649" y="1792624"/>
                  </a:lnTo>
                  <a:lnTo>
                    <a:pt x="481820" y="1790233"/>
                  </a:lnTo>
                  <a:lnTo>
                    <a:pt x="439833" y="1785814"/>
                  </a:lnTo>
                  <a:lnTo>
                    <a:pt x="446010" y="1725824"/>
                  </a:lnTo>
                  <a:lnTo>
                    <a:pt x="451080" y="1676874"/>
                  </a:lnTo>
                  <a:lnTo>
                    <a:pt x="454576" y="1643277"/>
                  </a:lnTo>
                  <a:lnTo>
                    <a:pt x="454726" y="1641836"/>
                  </a:lnTo>
                  <a:lnTo>
                    <a:pt x="454347" y="1627949"/>
                  </a:lnTo>
                  <a:close/>
                </a:path>
              </a:pathLst>
            </a:custGeom>
            <a:solidFill>
              <a:srgbClr val="E9A67E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h62"/>
            <p:cNvSpPr/>
            <p:nvPr/>
          </p:nvSpPr>
          <p:spPr>
            <a:xfrm>
              <a:off x="5944500" y="1524735"/>
              <a:ext cx="612813" cy="1611946"/>
            </a:xfrm>
            <a:custGeom>
              <a:avLst/>
              <a:pathLst>
                <a:path w="612813" h="1611946">
                  <a:moveTo>
                    <a:pt x="457200" y="1600200"/>
                  </a:moveTo>
                  <a:lnTo>
                    <a:pt x="474396" y="1579488"/>
                  </a:lnTo>
                  <a:lnTo>
                    <a:pt x="465260" y="1571628"/>
                  </a:lnTo>
                  <a:lnTo>
                    <a:pt x="463133" y="1562918"/>
                  </a:lnTo>
                  <a:lnTo>
                    <a:pt x="462825" y="1561658"/>
                  </a:lnTo>
                  <a:lnTo>
                    <a:pt x="460895" y="1553775"/>
                  </a:lnTo>
                  <a:lnTo>
                    <a:pt x="458224" y="1543257"/>
                  </a:lnTo>
                  <a:lnTo>
                    <a:pt x="455343" y="1531944"/>
                  </a:lnTo>
                  <a:lnTo>
                    <a:pt x="454675" y="1529323"/>
                  </a:lnTo>
                  <a:lnTo>
                    <a:pt x="453874" y="1526207"/>
                  </a:lnTo>
                  <a:lnTo>
                    <a:pt x="448933" y="1507032"/>
                  </a:lnTo>
                  <a:lnTo>
                    <a:pt x="441720" y="1479490"/>
                  </a:lnTo>
                  <a:lnTo>
                    <a:pt x="463999" y="1472436"/>
                  </a:lnTo>
                  <a:lnTo>
                    <a:pt x="473055" y="1469667"/>
                  </a:lnTo>
                  <a:lnTo>
                    <a:pt x="479492" y="1467691"/>
                  </a:lnTo>
                  <a:lnTo>
                    <a:pt x="484185" y="1466245"/>
                  </a:lnTo>
                  <a:lnTo>
                    <a:pt x="495937" y="1462331"/>
                  </a:lnTo>
                  <a:lnTo>
                    <a:pt x="497368" y="1461853"/>
                  </a:lnTo>
                  <a:lnTo>
                    <a:pt x="502088" y="1465335"/>
                  </a:lnTo>
                  <a:lnTo>
                    <a:pt x="504975" y="1463808"/>
                  </a:lnTo>
                  <a:lnTo>
                    <a:pt x="505630" y="1463461"/>
                  </a:lnTo>
                  <a:lnTo>
                    <a:pt x="506987" y="1458524"/>
                  </a:lnTo>
                  <a:lnTo>
                    <a:pt x="518172" y="1455305"/>
                  </a:lnTo>
                  <a:lnTo>
                    <a:pt x="524885" y="1452447"/>
                  </a:lnTo>
                  <a:lnTo>
                    <a:pt x="543086" y="1446244"/>
                  </a:lnTo>
                  <a:lnTo>
                    <a:pt x="552739" y="1442990"/>
                  </a:lnTo>
                  <a:lnTo>
                    <a:pt x="558749" y="1440956"/>
                  </a:lnTo>
                  <a:lnTo>
                    <a:pt x="571551" y="1436603"/>
                  </a:lnTo>
                  <a:lnTo>
                    <a:pt x="583748" y="1432478"/>
                  </a:lnTo>
                  <a:lnTo>
                    <a:pt x="587661" y="1431149"/>
                  </a:lnTo>
                  <a:lnTo>
                    <a:pt x="588420" y="1432950"/>
                  </a:lnTo>
                  <a:lnTo>
                    <a:pt x="597245" y="1456674"/>
                  </a:lnTo>
                  <a:lnTo>
                    <a:pt x="600889" y="1466369"/>
                  </a:lnTo>
                  <a:lnTo>
                    <a:pt x="606160" y="1481581"/>
                  </a:lnTo>
                  <a:lnTo>
                    <a:pt x="609527" y="1492560"/>
                  </a:lnTo>
                  <a:lnTo>
                    <a:pt x="612813" y="1503292"/>
                  </a:lnTo>
                  <a:lnTo>
                    <a:pt x="609375" y="1505167"/>
                  </a:lnTo>
                  <a:lnTo>
                    <a:pt x="612067" y="1511979"/>
                  </a:lnTo>
                  <a:lnTo>
                    <a:pt x="611315" y="1516768"/>
                  </a:lnTo>
                  <a:lnTo>
                    <a:pt x="608425" y="1515658"/>
                  </a:lnTo>
                  <a:lnTo>
                    <a:pt x="602592" y="1518660"/>
                  </a:lnTo>
                  <a:lnTo>
                    <a:pt x="597477" y="1522265"/>
                  </a:lnTo>
                  <a:lnTo>
                    <a:pt x="591298" y="1524862"/>
                  </a:lnTo>
                  <a:lnTo>
                    <a:pt x="588445" y="1527869"/>
                  </a:lnTo>
                  <a:lnTo>
                    <a:pt x="581961" y="1528029"/>
                  </a:lnTo>
                  <a:lnTo>
                    <a:pt x="579616" y="1530917"/>
                  </a:lnTo>
                  <a:lnTo>
                    <a:pt x="578686" y="1531859"/>
                  </a:lnTo>
                  <a:lnTo>
                    <a:pt x="575442" y="1535140"/>
                  </a:lnTo>
                  <a:lnTo>
                    <a:pt x="570718" y="1537181"/>
                  </a:lnTo>
                  <a:lnTo>
                    <a:pt x="568043" y="1540229"/>
                  </a:lnTo>
                  <a:lnTo>
                    <a:pt x="565703" y="1538848"/>
                  </a:lnTo>
                  <a:lnTo>
                    <a:pt x="560245" y="1541903"/>
                  </a:lnTo>
                  <a:lnTo>
                    <a:pt x="555500" y="1545765"/>
                  </a:lnTo>
                  <a:lnTo>
                    <a:pt x="554530" y="1546553"/>
                  </a:lnTo>
                  <a:lnTo>
                    <a:pt x="549388" y="1545949"/>
                  </a:lnTo>
                  <a:lnTo>
                    <a:pt x="544610" y="1548050"/>
                  </a:lnTo>
                  <a:lnTo>
                    <a:pt x="542218" y="1551420"/>
                  </a:lnTo>
                  <a:lnTo>
                    <a:pt x="536346" y="1554219"/>
                  </a:lnTo>
                  <a:lnTo>
                    <a:pt x="533171" y="1552195"/>
                  </a:lnTo>
                  <a:lnTo>
                    <a:pt x="525741" y="1557761"/>
                  </a:lnTo>
                  <a:lnTo>
                    <a:pt x="523522" y="1557659"/>
                  </a:lnTo>
                  <a:lnTo>
                    <a:pt x="520393" y="1557514"/>
                  </a:lnTo>
                  <a:lnTo>
                    <a:pt x="518028" y="1560634"/>
                  </a:lnTo>
                  <a:lnTo>
                    <a:pt x="516959" y="1562042"/>
                  </a:lnTo>
                  <a:lnTo>
                    <a:pt x="515033" y="1566321"/>
                  </a:lnTo>
                  <a:lnTo>
                    <a:pt x="510365" y="1569593"/>
                  </a:lnTo>
                  <a:lnTo>
                    <a:pt x="509646" y="1573873"/>
                  </a:lnTo>
                  <a:lnTo>
                    <a:pt x="509407" y="1575287"/>
                  </a:lnTo>
                  <a:lnTo>
                    <a:pt x="507762" y="1576778"/>
                  </a:lnTo>
                  <a:lnTo>
                    <a:pt x="503782" y="1577272"/>
                  </a:lnTo>
                  <a:lnTo>
                    <a:pt x="500994" y="1577617"/>
                  </a:lnTo>
                  <a:lnTo>
                    <a:pt x="497342" y="1584275"/>
                  </a:lnTo>
                  <a:lnTo>
                    <a:pt x="496721" y="1584598"/>
                  </a:lnTo>
                  <a:lnTo>
                    <a:pt x="494439" y="1585783"/>
                  </a:lnTo>
                  <a:lnTo>
                    <a:pt x="491653" y="1587229"/>
                  </a:lnTo>
                  <a:lnTo>
                    <a:pt x="488237" y="1589196"/>
                  </a:lnTo>
                  <a:lnTo>
                    <a:pt x="490526" y="1590852"/>
                  </a:lnTo>
                  <a:lnTo>
                    <a:pt x="488687" y="1595122"/>
                  </a:lnTo>
                  <a:lnTo>
                    <a:pt x="486034" y="1597449"/>
                  </a:lnTo>
                  <a:lnTo>
                    <a:pt x="481849" y="1598377"/>
                  </a:lnTo>
                  <a:lnTo>
                    <a:pt x="478062" y="1601343"/>
                  </a:lnTo>
                  <a:lnTo>
                    <a:pt x="474945" y="1605316"/>
                  </a:lnTo>
                  <a:lnTo>
                    <a:pt x="472014" y="1606418"/>
                  </a:lnTo>
                  <a:lnTo>
                    <a:pt x="467771" y="1611946"/>
                  </a:lnTo>
                  <a:lnTo>
                    <a:pt x="466877" y="1609747"/>
                  </a:lnTo>
                  <a:lnTo>
                    <a:pt x="466336" y="1608096"/>
                  </a:lnTo>
                  <a:lnTo>
                    <a:pt x="460110" y="1602717"/>
                  </a:lnTo>
                  <a:close/>
                </a:path>
              </a:pathLst>
            </a:custGeom>
            <a:solidFill>
              <a:srgbClr val="FCE8B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h63"/>
            <p:cNvSpPr/>
            <p:nvPr/>
          </p:nvSpPr>
          <p:spPr>
            <a:xfrm>
              <a:off x="5811864" y="1749178"/>
              <a:ext cx="567323" cy="1750156"/>
            </a:xfrm>
            <a:custGeom>
              <a:avLst/>
              <a:pathLst>
                <a:path w="567323" h="1750156">
                  <a:moveTo>
                    <a:pt x="457200" y="1600200"/>
                  </a:moveTo>
                  <a:lnTo>
                    <a:pt x="457831" y="1595313"/>
                  </a:lnTo>
                  <a:lnTo>
                    <a:pt x="459921" y="1590168"/>
                  </a:lnTo>
                  <a:lnTo>
                    <a:pt x="463820" y="1585151"/>
                  </a:lnTo>
                  <a:lnTo>
                    <a:pt x="469558" y="1581651"/>
                  </a:lnTo>
                  <a:lnTo>
                    <a:pt x="469705" y="1581561"/>
                  </a:lnTo>
                  <a:lnTo>
                    <a:pt x="470786" y="1580901"/>
                  </a:lnTo>
                  <a:lnTo>
                    <a:pt x="471557" y="1580430"/>
                  </a:lnTo>
                  <a:lnTo>
                    <a:pt x="479965" y="1579133"/>
                  </a:lnTo>
                  <a:lnTo>
                    <a:pt x="486890" y="1580558"/>
                  </a:lnTo>
                  <a:lnTo>
                    <a:pt x="484139" y="1586156"/>
                  </a:lnTo>
                  <a:lnTo>
                    <a:pt x="484261" y="1592788"/>
                  </a:lnTo>
                  <a:lnTo>
                    <a:pt x="482360" y="1597172"/>
                  </a:lnTo>
                  <a:lnTo>
                    <a:pt x="481408" y="1602573"/>
                  </a:lnTo>
                  <a:lnTo>
                    <a:pt x="479809" y="1605352"/>
                  </a:lnTo>
                  <a:lnTo>
                    <a:pt x="482383" y="1608992"/>
                  </a:lnTo>
                  <a:lnTo>
                    <a:pt x="485839" y="1610283"/>
                  </a:lnTo>
                  <a:lnTo>
                    <a:pt x="485963" y="1615851"/>
                  </a:lnTo>
                  <a:lnTo>
                    <a:pt x="487212" y="1620341"/>
                  </a:lnTo>
                  <a:lnTo>
                    <a:pt x="481964" y="1624448"/>
                  </a:lnTo>
                  <a:lnTo>
                    <a:pt x="485284" y="1628708"/>
                  </a:lnTo>
                  <a:lnTo>
                    <a:pt x="491606" y="1633446"/>
                  </a:lnTo>
                  <a:lnTo>
                    <a:pt x="493669" y="1635101"/>
                  </a:lnTo>
                  <a:lnTo>
                    <a:pt x="498343" y="1638845"/>
                  </a:lnTo>
                  <a:lnTo>
                    <a:pt x="506182" y="1645088"/>
                  </a:lnTo>
                  <a:lnTo>
                    <a:pt x="510065" y="1653901"/>
                  </a:lnTo>
                  <a:lnTo>
                    <a:pt x="510799" y="1660846"/>
                  </a:lnTo>
                  <a:lnTo>
                    <a:pt x="514444" y="1669664"/>
                  </a:lnTo>
                  <a:lnTo>
                    <a:pt x="520817" y="1672658"/>
                  </a:lnTo>
                  <a:lnTo>
                    <a:pt x="526451" y="1680393"/>
                  </a:lnTo>
                  <a:lnTo>
                    <a:pt x="527126" y="1681319"/>
                  </a:lnTo>
                  <a:lnTo>
                    <a:pt x="527882" y="1684476"/>
                  </a:lnTo>
                  <a:lnTo>
                    <a:pt x="536866" y="1690716"/>
                  </a:lnTo>
                  <a:lnTo>
                    <a:pt x="545432" y="1695131"/>
                  </a:lnTo>
                  <a:lnTo>
                    <a:pt x="549869" y="1694683"/>
                  </a:lnTo>
                  <a:lnTo>
                    <a:pt x="551560" y="1692285"/>
                  </a:lnTo>
                  <a:lnTo>
                    <a:pt x="556689" y="1703902"/>
                  </a:lnTo>
                  <a:lnTo>
                    <a:pt x="563904" y="1722682"/>
                  </a:lnTo>
                  <a:lnTo>
                    <a:pt x="567323" y="1732774"/>
                  </a:lnTo>
                  <a:lnTo>
                    <a:pt x="554760" y="1736751"/>
                  </a:lnTo>
                  <a:lnTo>
                    <a:pt x="540352" y="1741058"/>
                  </a:lnTo>
                  <a:lnTo>
                    <a:pt x="527585" y="1744848"/>
                  </a:lnTo>
                  <a:lnTo>
                    <a:pt x="507578" y="1750156"/>
                  </a:lnTo>
                  <a:lnTo>
                    <a:pt x="504165" y="1740379"/>
                  </a:lnTo>
                  <a:lnTo>
                    <a:pt x="503425" y="1738244"/>
                  </a:lnTo>
                  <a:lnTo>
                    <a:pt x="500362" y="1729407"/>
                  </a:lnTo>
                  <a:lnTo>
                    <a:pt x="492328" y="1706393"/>
                  </a:lnTo>
                  <a:lnTo>
                    <a:pt x="479361" y="1669310"/>
                  </a:lnTo>
                  <a:lnTo>
                    <a:pt x="475070" y="1657053"/>
                  </a:lnTo>
                  <a:lnTo>
                    <a:pt x="472992" y="1651123"/>
                  </a:lnTo>
                  <a:lnTo>
                    <a:pt x="469638" y="1641552"/>
                  </a:lnTo>
                  <a:lnTo>
                    <a:pt x="455858" y="1600611"/>
                  </a:lnTo>
                  <a:close/>
                </a:path>
              </a:pathLst>
            </a:custGeom>
            <a:solidFill>
              <a:srgbClr val="EFB88B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h64"/>
            <p:cNvSpPr/>
            <p:nvPr/>
          </p:nvSpPr>
          <p:spPr>
            <a:xfrm>
              <a:off x="5714991" y="1880859"/>
              <a:ext cx="477941" cy="1615321"/>
            </a:xfrm>
            <a:custGeom>
              <a:avLst/>
              <a:pathLst>
                <a:path w="477941" h="1615321">
                  <a:moveTo>
                    <a:pt x="457200" y="1600200"/>
                  </a:moveTo>
                  <a:lnTo>
                    <a:pt x="462489" y="1590707"/>
                  </a:lnTo>
                  <a:lnTo>
                    <a:pt x="467003" y="1593316"/>
                  </a:lnTo>
                  <a:lnTo>
                    <a:pt x="477941" y="1599623"/>
                  </a:lnTo>
                  <a:lnTo>
                    <a:pt x="473251" y="1608151"/>
                  </a:lnTo>
                  <a:lnTo>
                    <a:pt x="469242" y="1615321"/>
                  </a:lnTo>
                  <a:lnTo>
                    <a:pt x="467639" y="1609319"/>
                  </a:lnTo>
                  <a:lnTo>
                    <a:pt x="466772" y="1606073"/>
                  </a:lnTo>
                  <a:lnTo>
                    <a:pt x="460895" y="1603062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h65"/>
            <p:cNvSpPr/>
            <p:nvPr/>
          </p:nvSpPr>
          <p:spPr>
            <a:xfrm>
              <a:off x="5605874" y="3743477"/>
              <a:ext cx="518598" cy="1603043"/>
            </a:xfrm>
            <a:custGeom>
              <a:avLst/>
              <a:pathLst>
                <a:path w="518598" h="1603043">
                  <a:moveTo>
                    <a:pt x="457200" y="1600200"/>
                  </a:moveTo>
                  <a:lnTo>
                    <a:pt x="462261" y="1588498"/>
                  </a:lnTo>
                  <a:lnTo>
                    <a:pt x="470157" y="1581059"/>
                  </a:lnTo>
                  <a:lnTo>
                    <a:pt x="479204" y="1574473"/>
                  </a:lnTo>
                  <a:lnTo>
                    <a:pt x="480306" y="1571770"/>
                  </a:lnTo>
                  <a:lnTo>
                    <a:pt x="493386" y="1561817"/>
                  </a:lnTo>
                  <a:lnTo>
                    <a:pt x="510025" y="1565554"/>
                  </a:lnTo>
                  <a:lnTo>
                    <a:pt x="518598" y="1573909"/>
                  </a:lnTo>
                  <a:lnTo>
                    <a:pt x="508294" y="1580685"/>
                  </a:lnTo>
                  <a:lnTo>
                    <a:pt x="501917" y="1583843"/>
                  </a:lnTo>
                  <a:lnTo>
                    <a:pt x="496831" y="1582528"/>
                  </a:lnTo>
                  <a:lnTo>
                    <a:pt x="489056" y="1586881"/>
                  </a:lnTo>
                  <a:lnTo>
                    <a:pt x="480914" y="1592145"/>
                  </a:lnTo>
                  <a:lnTo>
                    <a:pt x="471552" y="1598447"/>
                  </a:lnTo>
                  <a:lnTo>
                    <a:pt x="457570" y="1603043"/>
                  </a:lnTo>
                  <a:close/>
                </a:path>
              </a:pathLst>
            </a:custGeom>
            <a:solidFill>
              <a:srgbClr val="EDB18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h66"/>
            <p:cNvSpPr/>
            <p:nvPr/>
          </p:nvSpPr>
          <p:spPr>
            <a:xfrm>
              <a:off x="5583631" y="3751328"/>
              <a:ext cx="472755" cy="1605886"/>
            </a:xfrm>
            <a:custGeom>
              <a:avLst/>
              <a:pathLst>
                <a:path w="472755" h="1605886">
                  <a:moveTo>
                    <a:pt x="457200" y="1600200"/>
                  </a:moveTo>
                  <a:lnTo>
                    <a:pt x="459928" y="1594917"/>
                  </a:lnTo>
                  <a:lnTo>
                    <a:pt x="472755" y="1591818"/>
                  </a:lnTo>
                  <a:lnTo>
                    <a:pt x="468849" y="1603419"/>
                  </a:lnTo>
                  <a:lnTo>
                    <a:pt x="456598" y="1605886"/>
                  </a:lnTo>
                  <a:close/>
                </a:path>
              </a:pathLst>
            </a:custGeom>
            <a:solidFill>
              <a:srgbClr val="EDB18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h67"/>
            <p:cNvSpPr/>
            <p:nvPr/>
          </p:nvSpPr>
          <p:spPr>
            <a:xfrm>
              <a:off x="5563616" y="3751483"/>
              <a:ext cx="468254" cy="1605491"/>
            </a:xfrm>
            <a:custGeom>
              <a:avLst/>
              <a:pathLst>
                <a:path w="468254" h="1605491">
                  <a:moveTo>
                    <a:pt x="457200" y="1600200"/>
                  </a:moveTo>
                  <a:lnTo>
                    <a:pt x="461183" y="1593392"/>
                  </a:lnTo>
                  <a:lnTo>
                    <a:pt x="468254" y="1596001"/>
                  </a:lnTo>
                  <a:lnTo>
                    <a:pt x="467790" y="1603217"/>
                  </a:lnTo>
                  <a:lnTo>
                    <a:pt x="459045" y="1605491"/>
                  </a:lnTo>
                  <a:close/>
                </a:path>
              </a:pathLst>
            </a:custGeom>
            <a:solidFill>
              <a:srgbClr val="EDB18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h68"/>
            <p:cNvSpPr/>
            <p:nvPr/>
          </p:nvSpPr>
          <p:spPr>
            <a:xfrm>
              <a:off x="4861569" y="3076856"/>
              <a:ext cx="1366131" cy="2237689"/>
            </a:xfrm>
            <a:custGeom>
              <a:avLst/>
              <a:pathLst>
                <a:path w="1366131" h="2237689">
                  <a:moveTo>
                    <a:pt x="457200" y="1600200"/>
                  </a:moveTo>
                  <a:lnTo>
                    <a:pt x="455776" y="1594665"/>
                  </a:lnTo>
                  <a:lnTo>
                    <a:pt x="464176" y="1593424"/>
                  </a:lnTo>
                  <a:lnTo>
                    <a:pt x="474098" y="1591903"/>
                  </a:lnTo>
                  <a:lnTo>
                    <a:pt x="486123" y="1590078"/>
                  </a:lnTo>
                  <a:lnTo>
                    <a:pt x="501949" y="1587631"/>
                  </a:lnTo>
                  <a:lnTo>
                    <a:pt x="526821" y="1584019"/>
                  </a:lnTo>
                  <a:lnTo>
                    <a:pt x="536969" y="1582497"/>
                  </a:lnTo>
                  <a:lnTo>
                    <a:pt x="541872" y="1581784"/>
                  </a:lnTo>
                  <a:lnTo>
                    <a:pt x="552192" y="1580274"/>
                  </a:lnTo>
                  <a:lnTo>
                    <a:pt x="565400" y="1578325"/>
                  </a:lnTo>
                  <a:lnTo>
                    <a:pt x="583894" y="1575471"/>
                  </a:lnTo>
                  <a:lnTo>
                    <a:pt x="586398" y="1575081"/>
                  </a:lnTo>
                  <a:lnTo>
                    <a:pt x="605183" y="1572098"/>
                  </a:lnTo>
                  <a:lnTo>
                    <a:pt x="610945" y="1571174"/>
                  </a:lnTo>
                  <a:lnTo>
                    <a:pt x="621265" y="1569511"/>
                  </a:lnTo>
                  <a:lnTo>
                    <a:pt x="636201" y="1567083"/>
                  </a:lnTo>
                  <a:lnTo>
                    <a:pt x="651359" y="1564325"/>
                  </a:lnTo>
                  <a:lnTo>
                    <a:pt x="677868" y="1559515"/>
                  </a:lnTo>
                  <a:lnTo>
                    <a:pt x="678890" y="1559328"/>
                  </a:lnTo>
                  <a:lnTo>
                    <a:pt x="695202" y="1556326"/>
                  </a:lnTo>
                  <a:lnTo>
                    <a:pt x="714927" y="1552753"/>
                  </a:lnTo>
                  <a:lnTo>
                    <a:pt x="727010" y="1550636"/>
                  </a:lnTo>
                  <a:lnTo>
                    <a:pt x="730041" y="1550096"/>
                  </a:lnTo>
                  <a:lnTo>
                    <a:pt x="730105" y="1553056"/>
                  </a:lnTo>
                  <a:lnTo>
                    <a:pt x="733201" y="1557542"/>
                  </a:lnTo>
                  <a:lnTo>
                    <a:pt x="739353" y="1563776"/>
                  </a:lnTo>
                  <a:lnTo>
                    <a:pt x="740334" y="1569215"/>
                  </a:lnTo>
                  <a:lnTo>
                    <a:pt x="743191" y="1576493"/>
                  </a:lnTo>
                  <a:lnTo>
                    <a:pt x="749967" y="1582895"/>
                  </a:lnTo>
                  <a:lnTo>
                    <a:pt x="750097" y="1582878"/>
                  </a:lnTo>
                  <a:lnTo>
                    <a:pt x="755463" y="1582152"/>
                  </a:lnTo>
                  <a:lnTo>
                    <a:pt x="791528" y="1577749"/>
                  </a:lnTo>
                  <a:lnTo>
                    <a:pt x="801501" y="1576416"/>
                  </a:lnTo>
                  <a:lnTo>
                    <a:pt x="811630" y="1575051"/>
                  </a:lnTo>
                  <a:lnTo>
                    <a:pt x="828698" y="1572724"/>
                  </a:lnTo>
                  <a:lnTo>
                    <a:pt x="833089" y="1572164"/>
                  </a:lnTo>
                  <a:lnTo>
                    <a:pt x="841213" y="1571123"/>
                  </a:lnTo>
                  <a:lnTo>
                    <a:pt x="861064" y="1568548"/>
                  </a:lnTo>
                  <a:lnTo>
                    <a:pt x="869288" y="1567488"/>
                  </a:lnTo>
                  <a:lnTo>
                    <a:pt x="883342" y="1565657"/>
                  </a:lnTo>
                  <a:lnTo>
                    <a:pt x="895236" y="1564091"/>
                  </a:lnTo>
                  <a:lnTo>
                    <a:pt x="910393" y="1562200"/>
                  </a:lnTo>
                  <a:lnTo>
                    <a:pt x="915546" y="1561551"/>
                  </a:lnTo>
                  <a:lnTo>
                    <a:pt x="933946" y="1559209"/>
                  </a:lnTo>
                  <a:lnTo>
                    <a:pt x="934499" y="1559138"/>
                  </a:lnTo>
                  <a:lnTo>
                    <a:pt x="961547" y="1555541"/>
                  </a:lnTo>
                  <a:lnTo>
                    <a:pt x="981535" y="1552875"/>
                  </a:lnTo>
                  <a:lnTo>
                    <a:pt x="992765" y="1551358"/>
                  </a:lnTo>
                  <a:lnTo>
                    <a:pt x="1006004" y="1549551"/>
                  </a:lnTo>
                  <a:lnTo>
                    <a:pt x="1010343" y="1549072"/>
                  </a:lnTo>
                  <a:lnTo>
                    <a:pt x="1031759" y="1546678"/>
                  </a:lnTo>
                  <a:lnTo>
                    <a:pt x="1031575" y="1552232"/>
                  </a:lnTo>
                  <a:lnTo>
                    <a:pt x="1035581" y="1557259"/>
                  </a:lnTo>
                  <a:lnTo>
                    <a:pt x="1035686" y="1563545"/>
                  </a:lnTo>
                  <a:lnTo>
                    <a:pt x="1040095" y="1569698"/>
                  </a:lnTo>
                  <a:lnTo>
                    <a:pt x="1044078" y="1569520"/>
                  </a:lnTo>
                  <a:lnTo>
                    <a:pt x="1049251" y="1568755"/>
                  </a:lnTo>
                  <a:lnTo>
                    <a:pt x="1053687" y="1566851"/>
                  </a:lnTo>
                  <a:lnTo>
                    <a:pt x="1054723" y="1566406"/>
                  </a:lnTo>
                  <a:lnTo>
                    <a:pt x="1053863" y="1562397"/>
                  </a:lnTo>
                  <a:lnTo>
                    <a:pt x="1054339" y="1556708"/>
                  </a:lnTo>
                  <a:lnTo>
                    <a:pt x="1053523" y="1546272"/>
                  </a:lnTo>
                  <a:lnTo>
                    <a:pt x="1052241" y="1537614"/>
                  </a:lnTo>
                  <a:lnTo>
                    <a:pt x="1047503" y="1531804"/>
                  </a:lnTo>
                  <a:lnTo>
                    <a:pt x="1047495" y="1527141"/>
                  </a:lnTo>
                  <a:lnTo>
                    <a:pt x="1047164" y="1519827"/>
                  </a:lnTo>
                  <a:lnTo>
                    <a:pt x="1050324" y="1514668"/>
                  </a:lnTo>
                  <a:lnTo>
                    <a:pt x="1054825" y="1508464"/>
                  </a:lnTo>
                  <a:lnTo>
                    <a:pt x="1058854" y="1508363"/>
                  </a:lnTo>
                  <a:lnTo>
                    <a:pt x="1059246" y="1508353"/>
                  </a:lnTo>
                  <a:lnTo>
                    <a:pt x="1063404" y="1511016"/>
                  </a:lnTo>
                  <a:lnTo>
                    <a:pt x="1069754" y="1509994"/>
                  </a:lnTo>
                  <a:lnTo>
                    <a:pt x="1074844" y="1510946"/>
                  </a:lnTo>
                  <a:lnTo>
                    <a:pt x="1078649" y="1513188"/>
                  </a:lnTo>
                  <a:lnTo>
                    <a:pt x="1085456" y="1512341"/>
                  </a:lnTo>
                  <a:lnTo>
                    <a:pt x="1089461" y="1513376"/>
                  </a:lnTo>
                  <a:lnTo>
                    <a:pt x="1097269" y="1513446"/>
                  </a:lnTo>
                  <a:lnTo>
                    <a:pt x="1100591" y="1511733"/>
                  </a:lnTo>
                  <a:lnTo>
                    <a:pt x="1102805" y="1511301"/>
                  </a:lnTo>
                  <a:lnTo>
                    <a:pt x="1109709" y="1511459"/>
                  </a:lnTo>
                  <a:lnTo>
                    <a:pt x="1111724" y="1512498"/>
                  </a:lnTo>
                  <a:lnTo>
                    <a:pt x="1112303" y="1524689"/>
                  </a:lnTo>
                  <a:lnTo>
                    <a:pt x="1115040" y="1534028"/>
                  </a:lnTo>
                  <a:lnTo>
                    <a:pt x="1115950" y="1535907"/>
                  </a:lnTo>
                  <a:lnTo>
                    <a:pt x="1116474" y="1536989"/>
                  </a:lnTo>
                  <a:lnTo>
                    <a:pt x="1118404" y="1538428"/>
                  </a:lnTo>
                  <a:lnTo>
                    <a:pt x="1121146" y="1548215"/>
                  </a:lnTo>
                  <a:lnTo>
                    <a:pt x="1123156" y="1555393"/>
                  </a:lnTo>
                  <a:lnTo>
                    <a:pt x="1127458" y="1565493"/>
                  </a:lnTo>
                  <a:lnTo>
                    <a:pt x="1144150" y="1604636"/>
                  </a:lnTo>
                  <a:lnTo>
                    <a:pt x="1146834" y="1608108"/>
                  </a:lnTo>
                  <a:lnTo>
                    <a:pt x="1149121" y="1615334"/>
                  </a:lnTo>
                  <a:lnTo>
                    <a:pt x="1150524" y="1619769"/>
                  </a:lnTo>
                  <a:lnTo>
                    <a:pt x="1158016" y="1632568"/>
                  </a:lnTo>
                  <a:lnTo>
                    <a:pt x="1165600" y="1645506"/>
                  </a:lnTo>
                  <a:lnTo>
                    <a:pt x="1174947" y="1659688"/>
                  </a:lnTo>
                  <a:lnTo>
                    <a:pt x="1183638" y="1672851"/>
                  </a:lnTo>
                  <a:lnTo>
                    <a:pt x="1191406" y="1684017"/>
                  </a:lnTo>
                  <a:lnTo>
                    <a:pt x="1195843" y="1690387"/>
                  </a:lnTo>
                  <a:lnTo>
                    <a:pt x="1204023" y="1699158"/>
                  </a:lnTo>
                  <a:lnTo>
                    <a:pt x="1221164" y="1719250"/>
                  </a:lnTo>
                  <a:lnTo>
                    <a:pt x="1229442" y="1728033"/>
                  </a:lnTo>
                  <a:lnTo>
                    <a:pt x="1240613" y="1739860"/>
                  </a:lnTo>
                  <a:lnTo>
                    <a:pt x="1249235" y="1748058"/>
                  </a:lnTo>
                  <a:lnTo>
                    <a:pt x="1258713" y="1763421"/>
                  </a:lnTo>
                  <a:lnTo>
                    <a:pt x="1253116" y="1770867"/>
                  </a:lnTo>
                  <a:lnTo>
                    <a:pt x="1252780" y="1780373"/>
                  </a:lnTo>
                  <a:lnTo>
                    <a:pt x="1254869" y="1789879"/>
                  </a:lnTo>
                  <a:lnTo>
                    <a:pt x="1258222" y="1799222"/>
                  </a:lnTo>
                  <a:lnTo>
                    <a:pt x="1265723" y="1813883"/>
                  </a:lnTo>
                  <a:lnTo>
                    <a:pt x="1280795" y="1834291"/>
                  </a:lnTo>
                  <a:lnTo>
                    <a:pt x="1290452" y="1847338"/>
                  </a:lnTo>
                  <a:lnTo>
                    <a:pt x="1299410" y="1863333"/>
                  </a:lnTo>
                  <a:lnTo>
                    <a:pt x="1301873" y="1867859"/>
                  </a:lnTo>
                  <a:lnTo>
                    <a:pt x="1312758" y="1887841"/>
                  </a:lnTo>
                  <a:lnTo>
                    <a:pt x="1321461" y="1900622"/>
                  </a:lnTo>
                  <a:lnTo>
                    <a:pt x="1328449" y="1910872"/>
                  </a:lnTo>
                  <a:lnTo>
                    <a:pt x="1331377" y="1917513"/>
                  </a:lnTo>
                  <a:lnTo>
                    <a:pt x="1334644" y="1921710"/>
                  </a:lnTo>
                  <a:lnTo>
                    <a:pt x="1340640" y="1933219"/>
                  </a:lnTo>
                  <a:lnTo>
                    <a:pt x="1347194" y="1945790"/>
                  </a:lnTo>
                  <a:lnTo>
                    <a:pt x="1350683" y="1955896"/>
                  </a:lnTo>
                  <a:lnTo>
                    <a:pt x="1350743" y="1956072"/>
                  </a:lnTo>
                  <a:lnTo>
                    <a:pt x="1350798" y="1956430"/>
                  </a:lnTo>
                  <a:lnTo>
                    <a:pt x="1352533" y="1967750"/>
                  </a:lnTo>
                  <a:lnTo>
                    <a:pt x="1354032" y="1975467"/>
                  </a:lnTo>
                  <a:lnTo>
                    <a:pt x="1354632" y="1980772"/>
                  </a:lnTo>
                  <a:lnTo>
                    <a:pt x="1354741" y="1988319"/>
                  </a:lnTo>
                  <a:lnTo>
                    <a:pt x="1355405" y="1998690"/>
                  </a:lnTo>
                  <a:lnTo>
                    <a:pt x="1356240" y="2011849"/>
                  </a:lnTo>
                  <a:lnTo>
                    <a:pt x="1356802" y="2020786"/>
                  </a:lnTo>
                  <a:lnTo>
                    <a:pt x="1357794" y="2040288"/>
                  </a:lnTo>
                  <a:lnTo>
                    <a:pt x="1357832" y="2041055"/>
                  </a:lnTo>
                  <a:lnTo>
                    <a:pt x="1359751" y="2054755"/>
                  </a:lnTo>
                  <a:lnTo>
                    <a:pt x="1360771" y="2062050"/>
                  </a:lnTo>
                  <a:lnTo>
                    <a:pt x="1363831" y="2073671"/>
                  </a:lnTo>
                  <a:lnTo>
                    <a:pt x="1363550" y="2080752"/>
                  </a:lnTo>
                  <a:lnTo>
                    <a:pt x="1363335" y="2082901"/>
                  </a:lnTo>
                  <a:lnTo>
                    <a:pt x="1362291" y="2093339"/>
                  </a:lnTo>
                  <a:lnTo>
                    <a:pt x="1359438" y="2091523"/>
                  </a:lnTo>
                  <a:lnTo>
                    <a:pt x="1352635" y="2087094"/>
                  </a:lnTo>
                  <a:lnTo>
                    <a:pt x="1350231" y="2097013"/>
                  </a:lnTo>
                  <a:lnTo>
                    <a:pt x="1347306" y="2103378"/>
                  </a:lnTo>
                  <a:lnTo>
                    <a:pt x="1347570" y="2112680"/>
                  </a:lnTo>
                  <a:lnTo>
                    <a:pt x="1347487" y="2113526"/>
                  </a:lnTo>
                  <a:lnTo>
                    <a:pt x="1346635" y="2122176"/>
                  </a:lnTo>
                  <a:lnTo>
                    <a:pt x="1351253" y="2130705"/>
                  </a:lnTo>
                  <a:lnTo>
                    <a:pt x="1358884" y="2124885"/>
                  </a:lnTo>
                  <a:lnTo>
                    <a:pt x="1363181" y="2111371"/>
                  </a:lnTo>
                  <a:lnTo>
                    <a:pt x="1366131" y="2119400"/>
                  </a:lnTo>
                  <a:lnTo>
                    <a:pt x="1361254" y="2134423"/>
                  </a:lnTo>
                  <a:lnTo>
                    <a:pt x="1360574" y="2136511"/>
                  </a:lnTo>
                  <a:lnTo>
                    <a:pt x="1351144" y="2160578"/>
                  </a:lnTo>
                  <a:lnTo>
                    <a:pt x="1339120" y="2182717"/>
                  </a:lnTo>
                  <a:lnTo>
                    <a:pt x="1324826" y="2202719"/>
                  </a:lnTo>
                  <a:lnTo>
                    <a:pt x="1293098" y="2229687"/>
                  </a:lnTo>
                  <a:lnTo>
                    <a:pt x="1278605" y="2237689"/>
                  </a:lnTo>
                  <a:lnTo>
                    <a:pt x="1272694" y="2233818"/>
                  </a:lnTo>
                  <a:lnTo>
                    <a:pt x="1283642" y="2223614"/>
                  </a:lnTo>
                  <a:lnTo>
                    <a:pt x="1303296" y="2209323"/>
                  </a:lnTo>
                  <a:lnTo>
                    <a:pt x="1326287" y="2184640"/>
                  </a:lnTo>
                  <a:lnTo>
                    <a:pt x="1334843" y="2171561"/>
                  </a:lnTo>
                  <a:lnTo>
                    <a:pt x="1335298" y="2163738"/>
                  </a:lnTo>
                  <a:lnTo>
                    <a:pt x="1334930" y="2158381"/>
                  </a:lnTo>
                  <a:lnTo>
                    <a:pt x="1329581" y="2158760"/>
                  </a:lnTo>
                  <a:lnTo>
                    <a:pt x="1317970" y="2163550"/>
                  </a:lnTo>
                  <a:lnTo>
                    <a:pt x="1312094" y="2169475"/>
                  </a:lnTo>
                  <a:lnTo>
                    <a:pt x="1308084" y="2171011"/>
                  </a:lnTo>
                  <a:lnTo>
                    <a:pt x="1300118" y="2167920"/>
                  </a:lnTo>
                  <a:lnTo>
                    <a:pt x="1295193" y="2170087"/>
                  </a:lnTo>
                  <a:lnTo>
                    <a:pt x="1293343" y="2170899"/>
                  </a:lnTo>
                  <a:lnTo>
                    <a:pt x="1289554" y="2175897"/>
                  </a:lnTo>
                  <a:lnTo>
                    <a:pt x="1279492" y="2180116"/>
                  </a:lnTo>
                  <a:lnTo>
                    <a:pt x="1271828" y="2182628"/>
                  </a:lnTo>
                  <a:lnTo>
                    <a:pt x="1263549" y="2176355"/>
                  </a:lnTo>
                  <a:lnTo>
                    <a:pt x="1259053" y="2169423"/>
                  </a:lnTo>
                  <a:lnTo>
                    <a:pt x="1259756" y="2158324"/>
                  </a:lnTo>
                  <a:lnTo>
                    <a:pt x="1258331" y="2149218"/>
                  </a:lnTo>
                  <a:lnTo>
                    <a:pt x="1249479" y="2138888"/>
                  </a:lnTo>
                  <a:lnTo>
                    <a:pt x="1243924" y="2128250"/>
                  </a:lnTo>
                  <a:lnTo>
                    <a:pt x="1236898" y="2120392"/>
                  </a:lnTo>
                  <a:lnTo>
                    <a:pt x="1228966" y="2118335"/>
                  </a:lnTo>
                  <a:lnTo>
                    <a:pt x="1224358" y="2110109"/>
                  </a:lnTo>
                  <a:lnTo>
                    <a:pt x="1217342" y="2108275"/>
                  </a:lnTo>
                  <a:lnTo>
                    <a:pt x="1213753" y="2107334"/>
                  </a:lnTo>
                  <a:lnTo>
                    <a:pt x="1196419" y="2101345"/>
                  </a:lnTo>
                  <a:lnTo>
                    <a:pt x="1193945" y="2103941"/>
                  </a:lnTo>
                  <a:lnTo>
                    <a:pt x="1190800" y="2107238"/>
                  </a:lnTo>
                  <a:lnTo>
                    <a:pt x="1183744" y="2102374"/>
                  </a:lnTo>
                  <a:lnTo>
                    <a:pt x="1181167" y="2097192"/>
                  </a:lnTo>
                  <a:lnTo>
                    <a:pt x="1178471" y="2091767"/>
                  </a:lnTo>
                  <a:lnTo>
                    <a:pt x="1169676" y="2074513"/>
                  </a:lnTo>
                  <a:lnTo>
                    <a:pt x="1162123" y="2054022"/>
                  </a:lnTo>
                  <a:lnTo>
                    <a:pt x="1161856" y="2053744"/>
                  </a:lnTo>
                  <a:lnTo>
                    <a:pt x="1151187" y="2042610"/>
                  </a:lnTo>
                  <a:lnTo>
                    <a:pt x="1147238" y="2041462"/>
                  </a:lnTo>
                  <a:lnTo>
                    <a:pt x="1140949" y="2042816"/>
                  </a:lnTo>
                  <a:lnTo>
                    <a:pt x="1134848" y="2047863"/>
                  </a:lnTo>
                  <a:lnTo>
                    <a:pt x="1128880" y="2047315"/>
                  </a:lnTo>
                  <a:lnTo>
                    <a:pt x="1122126" y="2043685"/>
                  </a:lnTo>
                  <a:lnTo>
                    <a:pt x="1112485" y="2029974"/>
                  </a:lnTo>
                  <a:lnTo>
                    <a:pt x="1108427" y="2018558"/>
                  </a:lnTo>
                  <a:lnTo>
                    <a:pt x="1107204" y="2011471"/>
                  </a:lnTo>
                  <a:lnTo>
                    <a:pt x="1104806" y="2007879"/>
                  </a:lnTo>
                  <a:lnTo>
                    <a:pt x="1099706" y="2000238"/>
                  </a:lnTo>
                  <a:lnTo>
                    <a:pt x="1091913" y="1990805"/>
                  </a:lnTo>
                  <a:lnTo>
                    <a:pt x="1080082" y="1976458"/>
                  </a:lnTo>
                  <a:lnTo>
                    <a:pt x="1067036" y="1957103"/>
                  </a:lnTo>
                  <a:lnTo>
                    <a:pt x="1057398" y="1947170"/>
                  </a:lnTo>
                  <a:lnTo>
                    <a:pt x="1052476" y="1943020"/>
                  </a:lnTo>
                  <a:lnTo>
                    <a:pt x="1046763" y="1938198"/>
                  </a:lnTo>
                  <a:lnTo>
                    <a:pt x="1039301" y="1927892"/>
                  </a:lnTo>
                  <a:lnTo>
                    <a:pt x="1041866" y="1927647"/>
                  </a:lnTo>
                  <a:lnTo>
                    <a:pt x="1049508" y="1926837"/>
                  </a:lnTo>
                  <a:lnTo>
                    <a:pt x="1055221" y="1916503"/>
                  </a:lnTo>
                  <a:lnTo>
                    <a:pt x="1057667" y="1909784"/>
                  </a:lnTo>
                  <a:lnTo>
                    <a:pt x="1058293" y="1908059"/>
                  </a:lnTo>
                  <a:lnTo>
                    <a:pt x="1060635" y="1901607"/>
                  </a:lnTo>
                  <a:lnTo>
                    <a:pt x="1064256" y="1898674"/>
                  </a:lnTo>
                  <a:lnTo>
                    <a:pt x="1068286" y="1892170"/>
                  </a:lnTo>
                  <a:lnTo>
                    <a:pt x="1065601" y="1887437"/>
                  </a:lnTo>
                  <a:lnTo>
                    <a:pt x="1060890" y="1886818"/>
                  </a:lnTo>
                  <a:lnTo>
                    <a:pt x="1053411" y="1885089"/>
                  </a:lnTo>
                  <a:lnTo>
                    <a:pt x="1052310" y="1886839"/>
                  </a:lnTo>
                  <a:lnTo>
                    <a:pt x="1050527" y="1889675"/>
                  </a:lnTo>
                  <a:lnTo>
                    <a:pt x="1047348" y="1894958"/>
                  </a:lnTo>
                  <a:lnTo>
                    <a:pt x="1048057" y="1900752"/>
                  </a:lnTo>
                  <a:lnTo>
                    <a:pt x="1045728" y="1905302"/>
                  </a:lnTo>
                  <a:lnTo>
                    <a:pt x="1043733" y="1910203"/>
                  </a:lnTo>
                  <a:lnTo>
                    <a:pt x="1041538" y="1915587"/>
                  </a:lnTo>
                  <a:lnTo>
                    <a:pt x="1038736" y="1917704"/>
                  </a:lnTo>
                  <a:lnTo>
                    <a:pt x="1036830" y="1909842"/>
                  </a:lnTo>
                  <a:lnTo>
                    <a:pt x="1034923" y="1903581"/>
                  </a:lnTo>
                  <a:lnTo>
                    <a:pt x="1028929" y="1897199"/>
                  </a:lnTo>
                  <a:lnTo>
                    <a:pt x="1021557" y="1890787"/>
                  </a:lnTo>
                  <a:lnTo>
                    <a:pt x="1020503" y="1880571"/>
                  </a:lnTo>
                  <a:lnTo>
                    <a:pt x="1020209" y="1870188"/>
                  </a:lnTo>
                  <a:lnTo>
                    <a:pt x="1016089" y="1860652"/>
                  </a:lnTo>
                  <a:lnTo>
                    <a:pt x="1013761" y="1852341"/>
                  </a:lnTo>
                  <a:lnTo>
                    <a:pt x="1013696" y="1852107"/>
                  </a:lnTo>
                  <a:lnTo>
                    <a:pt x="1022597" y="1841478"/>
                  </a:lnTo>
                  <a:lnTo>
                    <a:pt x="1024477" y="1830931"/>
                  </a:lnTo>
                  <a:lnTo>
                    <a:pt x="1026203" y="1818602"/>
                  </a:lnTo>
                  <a:lnTo>
                    <a:pt x="1026647" y="1816857"/>
                  </a:lnTo>
                  <a:lnTo>
                    <a:pt x="1028373" y="1810064"/>
                  </a:lnTo>
                  <a:lnTo>
                    <a:pt x="1028032" y="1802524"/>
                  </a:lnTo>
                  <a:lnTo>
                    <a:pt x="1025202" y="1793319"/>
                  </a:lnTo>
                  <a:lnTo>
                    <a:pt x="1023665" y="1784597"/>
                  </a:lnTo>
                  <a:lnTo>
                    <a:pt x="1023631" y="1784405"/>
                  </a:lnTo>
                  <a:lnTo>
                    <a:pt x="1018420" y="1782278"/>
                  </a:lnTo>
                  <a:lnTo>
                    <a:pt x="1016706" y="1772622"/>
                  </a:lnTo>
                  <a:lnTo>
                    <a:pt x="1013840" y="1766915"/>
                  </a:lnTo>
                  <a:lnTo>
                    <a:pt x="1017134" y="1759256"/>
                  </a:lnTo>
                  <a:lnTo>
                    <a:pt x="1012393" y="1754179"/>
                  </a:lnTo>
                  <a:lnTo>
                    <a:pt x="1008016" y="1749086"/>
                  </a:lnTo>
                  <a:lnTo>
                    <a:pt x="1007491" y="1748475"/>
                  </a:lnTo>
                  <a:lnTo>
                    <a:pt x="1006474" y="1742682"/>
                  </a:lnTo>
                  <a:lnTo>
                    <a:pt x="998706" y="1738615"/>
                  </a:lnTo>
                  <a:lnTo>
                    <a:pt x="1001037" y="1736177"/>
                  </a:lnTo>
                  <a:lnTo>
                    <a:pt x="997115" y="1731431"/>
                  </a:lnTo>
                  <a:lnTo>
                    <a:pt x="986200" y="1732305"/>
                  </a:lnTo>
                  <a:lnTo>
                    <a:pt x="978627" y="1732665"/>
                  </a:lnTo>
                  <a:lnTo>
                    <a:pt x="977550" y="1739521"/>
                  </a:lnTo>
                  <a:lnTo>
                    <a:pt x="973482" y="1739642"/>
                  </a:lnTo>
                  <a:lnTo>
                    <a:pt x="969380" y="1732128"/>
                  </a:lnTo>
                  <a:lnTo>
                    <a:pt x="968797" y="1725814"/>
                  </a:lnTo>
                  <a:lnTo>
                    <a:pt x="964871" y="1723958"/>
                  </a:lnTo>
                  <a:lnTo>
                    <a:pt x="958255" y="1722738"/>
                  </a:lnTo>
                  <a:lnTo>
                    <a:pt x="957797" y="1722654"/>
                  </a:lnTo>
                  <a:lnTo>
                    <a:pt x="956062" y="1716151"/>
                  </a:lnTo>
                  <a:lnTo>
                    <a:pt x="952178" y="1710652"/>
                  </a:lnTo>
                  <a:lnTo>
                    <a:pt x="947331" y="1706724"/>
                  </a:lnTo>
                  <a:lnTo>
                    <a:pt x="941445" y="1707283"/>
                  </a:lnTo>
                  <a:lnTo>
                    <a:pt x="939425" y="1703782"/>
                  </a:lnTo>
                  <a:lnTo>
                    <a:pt x="928330" y="1699096"/>
                  </a:lnTo>
                  <a:lnTo>
                    <a:pt x="926505" y="1690348"/>
                  </a:lnTo>
                  <a:lnTo>
                    <a:pt x="924121" y="1681917"/>
                  </a:lnTo>
                  <a:lnTo>
                    <a:pt x="923974" y="1681398"/>
                  </a:lnTo>
                  <a:lnTo>
                    <a:pt x="916077" y="1679407"/>
                  </a:lnTo>
                  <a:lnTo>
                    <a:pt x="909828" y="1677531"/>
                  </a:lnTo>
                  <a:lnTo>
                    <a:pt x="903714" y="1670621"/>
                  </a:lnTo>
                  <a:lnTo>
                    <a:pt x="897863" y="1662986"/>
                  </a:lnTo>
                  <a:lnTo>
                    <a:pt x="890876" y="1656570"/>
                  </a:lnTo>
                  <a:lnTo>
                    <a:pt x="878080" y="1651656"/>
                  </a:lnTo>
                  <a:lnTo>
                    <a:pt x="861691" y="1646953"/>
                  </a:lnTo>
                  <a:lnTo>
                    <a:pt x="854253" y="1642038"/>
                  </a:lnTo>
                  <a:lnTo>
                    <a:pt x="853225" y="1641358"/>
                  </a:lnTo>
                  <a:lnTo>
                    <a:pt x="846512" y="1641969"/>
                  </a:lnTo>
                  <a:lnTo>
                    <a:pt x="845161" y="1642510"/>
                  </a:lnTo>
                  <a:lnTo>
                    <a:pt x="840148" y="1644515"/>
                  </a:lnTo>
                  <a:lnTo>
                    <a:pt x="834721" y="1647717"/>
                  </a:lnTo>
                  <a:lnTo>
                    <a:pt x="831431" y="1646871"/>
                  </a:lnTo>
                  <a:lnTo>
                    <a:pt x="823277" y="1651849"/>
                  </a:lnTo>
                  <a:lnTo>
                    <a:pt x="816081" y="1659277"/>
                  </a:lnTo>
                  <a:lnTo>
                    <a:pt x="819022" y="1663628"/>
                  </a:lnTo>
                  <a:lnTo>
                    <a:pt x="819592" y="1664471"/>
                  </a:lnTo>
                  <a:lnTo>
                    <a:pt x="821145" y="1669024"/>
                  </a:lnTo>
                  <a:lnTo>
                    <a:pt x="820026" y="1672612"/>
                  </a:lnTo>
                  <a:lnTo>
                    <a:pt x="811944" y="1673316"/>
                  </a:lnTo>
                  <a:lnTo>
                    <a:pt x="806585" y="1671590"/>
                  </a:lnTo>
                  <a:lnTo>
                    <a:pt x="799875" y="1674624"/>
                  </a:lnTo>
                  <a:lnTo>
                    <a:pt x="795863" y="1678148"/>
                  </a:lnTo>
                  <a:lnTo>
                    <a:pt x="798648" y="1687398"/>
                  </a:lnTo>
                  <a:lnTo>
                    <a:pt x="794936" y="1691104"/>
                  </a:lnTo>
                  <a:lnTo>
                    <a:pt x="785905" y="1695615"/>
                  </a:lnTo>
                  <a:lnTo>
                    <a:pt x="778208" y="1705887"/>
                  </a:lnTo>
                  <a:lnTo>
                    <a:pt x="768211" y="1712237"/>
                  </a:lnTo>
                  <a:lnTo>
                    <a:pt x="751448" y="1723816"/>
                  </a:lnTo>
                  <a:lnTo>
                    <a:pt x="738425" y="1719077"/>
                  </a:lnTo>
                  <a:lnTo>
                    <a:pt x="731278" y="1717362"/>
                  </a:lnTo>
                  <a:lnTo>
                    <a:pt x="726777" y="1716279"/>
                  </a:lnTo>
                  <a:lnTo>
                    <a:pt x="717216" y="1720619"/>
                  </a:lnTo>
                  <a:lnTo>
                    <a:pt x="710088" y="1709431"/>
                  </a:lnTo>
                  <a:lnTo>
                    <a:pt x="707136" y="1699425"/>
                  </a:lnTo>
                  <a:lnTo>
                    <a:pt x="709145" y="1689263"/>
                  </a:lnTo>
                  <a:lnTo>
                    <a:pt x="708616" y="1688964"/>
                  </a:lnTo>
                  <a:lnTo>
                    <a:pt x="704230" y="1686475"/>
                  </a:lnTo>
                  <a:lnTo>
                    <a:pt x="697432" y="1686212"/>
                  </a:lnTo>
                  <a:lnTo>
                    <a:pt x="687304" y="1679755"/>
                  </a:lnTo>
                  <a:lnTo>
                    <a:pt x="683657" y="1676623"/>
                  </a:lnTo>
                  <a:lnTo>
                    <a:pt x="672749" y="1673376"/>
                  </a:lnTo>
                  <a:lnTo>
                    <a:pt x="659138" y="1665445"/>
                  </a:lnTo>
                  <a:lnTo>
                    <a:pt x="637901" y="1657616"/>
                  </a:lnTo>
                  <a:lnTo>
                    <a:pt x="637442" y="1657446"/>
                  </a:lnTo>
                  <a:lnTo>
                    <a:pt x="627296" y="1654999"/>
                  </a:lnTo>
                  <a:lnTo>
                    <a:pt x="617279" y="1653234"/>
                  </a:lnTo>
                  <a:lnTo>
                    <a:pt x="612501" y="1652389"/>
                  </a:lnTo>
                  <a:lnTo>
                    <a:pt x="593322" y="1651220"/>
                  </a:lnTo>
                  <a:lnTo>
                    <a:pt x="591710" y="1651120"/>
                  </a:lnTo>
                  <a:lnTo>
                    <a:pt x="567930" y="1652878"/>
                  </a:lnTo>
                  <a:lnTo>
                    <a:pt x="550376" y="1657076"/>
                  </a:lnTo>
                  <a:lnTo>
                    <a:pt x="544993" y="1658356"/>
                  </a:lnTo>
                  <a:lnTo>
                    <a:pt x="537912" y="1660933"/>
                  </a:lnTo>
                  <a:lnTo>
                    <a:pt x="513346" y="1669819"/>
                  </a:lnTo>
                  <a:lnTo>
                    <a:pt x="505633" y="1671976"/>
                  </a:lnTo>
                  <a:lnTo>
                    <a:pt x="501540" y="1673117"/>
                  </a:lnTo>
                  <a:lnTo>
                    <a:pt x="495987" y="1673651"/>
                  </a:lnTo>
                  <a:lnTo>
                    <a:pt x="485594" y="1677768"/>
                  </a:lnTo>
                  <a:lnTo>
                    <a:pt x="475334" y="1681355"/>
                  </a:lnTo>
                  <a:lnTo>
                    <a:pt x="481410" y="1672518"/>
                  </a:lnTo>
                  <a:lnTo>
                    <a:pt x="482687" y="1664951"/>
                  </a:lnTo>
                  <a:lnTo>
                    <a:pt x="489120" y="1659826"/>
                  </a:lnTo>
                  <a:lnTo>
                    <a:pt x="483674" y="1658050"/>
                  </a:lnTo>
                  <a:lnTo>
                    <a:pt x="479698" y="1652366"/>
                  </a:lnTo>
                  <a:lnTo>
                    <a:pt x="480451" y="1646914"/>
                  </a:lnTo>
                  <a:lnTo>
                    <a:pt x="482834" y="1639802"/>
                  </a:lnTo>
                  <a:lnTo>
                    <a:pt x="482120" y="1633309"/>
                  </a:lnTo>
                  <a:lnTo>
                    <a:pt x="477094" y="1629619"/>
                  </a:lnTo>
                  <a:lnTo>
                    <a:pt x="467745" y="1625291"/>
                  </a:lnTo>
                  <a:lnTo>
                    <a:pt x="465314" y="1621999"/>
                  </a:lnTo>
                  <a:lnTo>
                    <a:pt x="453964" y="1611362"/>
                  </a:lnTo>
                  <a:close/>
                </a:path>
              </a:pathLst>
            </a:custGeom>
            <a:solidFill>
              <a:srgbClr val="EDB18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h69"/>
            <p:cNvSpPr/>
            <p:nvPr/>
          </p:nvSpPr>
          <p:spPr>
            <a:xfrm>
              <a:off x="4997319" y="2549253"/>
              <a:ext cx="1005690" cy="2110499"/>
            </a:xfrm>
            <a:custGeom>
              <a:avLst/>
              <a:pathLst>
                <a:path w="1005690" h="2110499">
                  <a:moveTo>
                    <a:pt x="457200" y="1600200"/>
                  </a:moveTo>
                  <a:lnTo>
                    <a:pt x="470350" y="1598045"/>
                  </a:lnTo>
                  <a:lnTo>
                    <a:pt x="479331" y="1596561"/>
                  </a:lnTo>
                  <a:lnTo>
                    <a:pt x="481435" y="1596142"/>
                  </a:lnTo>
                  <a:lnTo>
                    <a:pt x="490067" y="1594420"/>
                  </a:lnTo>
                  <a:lnTo>
                    <a:pt x="491319" y="1594186"/>
                  </a:lnTo>
                  <a:lnTo>
                    <a:pt x="513329" y="1590034"/>
                  </a:lnTo>
                  <a:lnTo>
                    <a:pt x="519870" y="1588816"/>
                  </a:lnTo>
                  <a:lnTo>
                    <a:pt x="520159" y="1588762"/>
                  </a:lnTo>
                  <a:lnTo>
                    <a:pt x="531737" y="1586592"/>
                  </a:lnTo>
                  <a:lnTo>
                    <a:pt x="536828" y="1585653"/>
                  </a:lnTo>
                  <a:lnTo>
                    <a:pt x="540297" y="1585011"/>
                  </a:lnTo>
                  <a:lnTo>
                    <a:pt x="545143" y="1584113"/>
                  </a:lnTo>
                  <a:lnTo>
                    <a:pt x="555746" y="1582120"/>
                  </a:lnTo>
                  <a:lnTo>
                    <a:pt x="567007" y="1580067"/>
                  </a:lnTo>
                  <a:lnTo>
                    <a:pt x="585730" y="1576509"/>
                  </a:lnTo>
                  <a:lnTo>
                    <a:pt x="604985" y="1572912"/>
                  </a:lnTo>
                  <a:lnTo>
                    <a:pt x="617398" y="1570568"/>
                  </a:lnTo>
                  <a:lnTo>
                    <a:pt x="624289" y="1569259"/>
                  </a:lnTo>
                  <a:lnTo>
                    <a:pt x="655917" y="1563189"/>
                  </a:lnTo>
                  <a:lnTo>
                    <a:pt x="662938" y="1561520"/>
                  </a:lnTo>
                  <a:lnTo>
                    <a:pt x="669511" y="1559951"/>
                  </a:lnTo>
                  <a:lnTo>
                    <a:pt x="685375" y="1556141"/>
                  </a:lnTo>
                  <a:lnTo>
                    <a:pt x="706623" y="1551230"/>
                  </a:lnTo>
                  <a:lnTo>
                    <a:pt x="706066" y="1557107"/>
                  </a:lnTo>
                  <a:lnTo>
                    <a:pt x="705123" y="1561147"/>
                  </a:lnTo>
                  <a:lnTo>
                    <a:pt x="699974" y="1567301"/>
                  </a:lnTo>
                  <a:lnTo>
                    <a:pt x="695531" y="1572153"/>
                  </a:lnTo>
                  <a:lnTo>
                    <a:pt x="692983" y="1576528"/>
                  </a:lnTo>
                  <a:lnTo>
                    <a:pt x="689813" y="1581393"/>
                  </a:lnTo>
                  <a:lnTo>
                    <a:pt x="690856" y="1584999"/>
                  </a:lnTo>
                  <a:lnTo>
                    <a:pt x="688217" y="1589455"/>
                  </a:lnTo>
                  <a:lnTo>
                    <a:pt x="688836" y="1590807"/>
                  </a:lnTo>
                  <a:lnTo>
                    <a:pt x="690468" y="1594369"/>
                  </a:lnTo>
                  <a:lnTo>
                    <a:pt x="690698" y="1594871"/>
                  </a:lnTo>
                  <a:lnTo>
                    <a:pt x="697599" y="1598194"/>
                  </a:lnTo>
                  <a:lnTo>
                    <a:pt x="704037" y="1601321"/>
                  </a:lnTo>
                  <a:lnTo>
                    <a:pt x="711216" y="1602626"/>
                  </a:lnTo>
                  <a:lnTo>
                    <a:pt x="717527" y="1607782"/>
                  </a:lnTo>
                  <a:lnTo>
                    <a:pt x="718261" y="1608382"/>
                  </a:lnTo>
                  <a:lnTo>
                    <a:pt x="723715" y="1611897"/>
                  </a:lnTo>
                  <a:lnTo>
                    <a:pt x="723985" y="1612070"/>
                  </a:lnTo>
                  <a:lnTo>
                    <a:pt x="729786" y="1613519"/>
                  </a:lnTo>
                  <a:lnTo>
                    <a:pt x="730146" y="1613382"/>
                  </a:lnTo>
                  <a:lnTo>
                    <a:pt x="736532" y="1610952"/>
                  </a:lnTo>
                  <a:lnTo>
                    <a:pt x="741972" y="1611137"/>
                  </a:lnTo>
                  <a:lnTo>
                    <a:pt x="746781" y="1619250"/>
                  </a:lnTo>
                  <a:lnTo>
                    <a:pt x="749567" y="1623865"/>
                  </a:lnTo>
                  <a:lnTo>
                    <a:pt x="755300" y="1630569"/>
                  </a:lnTo>
                  <a:lnTo>
                    <a:pt x="756059" y="1631469"/>
                  </a:lnTo>
                  <a:lnTo>
                    <a:pt x="760022" y="1636169"/>
                  </a:lnTo>
                  <a:lnTo>
                    <a:pt x="761591" y="1639575"/>
                  </a:lnTo>
                  <a:lnTo>
                    <a:pt x="765185" y="1647371"/>
                  </a:lnTo>
                  <a:lnTo>
                    <a:pt x="774006" y="1654019"/>
                  </a:lnTo>
                  <a:lnTo>
                    <a:pt x="780358" y="1661298"/>
                  </a:lnTo>
                  <a:lnTo>
                    <a:pt x="780780" y="1661781"/>
                  </a:lnTo>
                  <a:lnTo>
                    <a:pt x="784882" y="1667583"/>
                  </a:lnTo>
                  <a:lnTo>
                    <a:pt x="785758" y="1668821"/>
                  </a:lnTo>
                  <a:lnTo>
                    <a:pt x="790376" y="1668916"/>
                  </a:lnTo>
                  <a:lnTo>
                    <a:pt x="800227" y="1675718"/>
                  </a:lnTo>
                  <a:lnTo>
                    <a:pt x="812074" y="1679179"/>
                  </a:lnTo>
                  <a:lnTo>
                    <a:pt x="822752" y="1688232"/>
                  </a:lnTo>
                  <a:lnTo>
                    <a:pt x="826088" y="1692998"/>
                  </a:lnTo>
                  <a:lnTo>
                    <a:pt x="828421" y="1696329"/>
                  </a:lnTo>
                  <a:lnTo>
                    <a:pt x="833334" y="1701245"/>
                  </a:lnTo>
                  <a:lnTo>
                    <a:pt x="838412" y="1701773"/>
                  </a:lnTo>
                  <a:lnTo>
                    <a:pt x="839315" y="1701867"/>
                  </a:lnTo>
                  <a:lnTo>
                    <a:pt x="848388" y="1706356"/>
                  </a:lnTo>
                  <a:lnTo>
                    <a:pt x="849937" y="1708035"/>
                  </a:lnTo>
                  <a:lnTo>
                    <a:pt x="853345" y="1711728"/>
                  </a:lnTo>
                  <a:lnTo>
                    <a:pt x="860620" y="1714130"/>
                  </a:lnTo>
                  <a:lnTo>
                    <a:pt x="862468" y="1720363"/>
                  </a:lnTo>
                  <a:lnTo>
                    <a:pt x="862756" y="1728846"/>
                  </a:lnTo>
                  <a:lnTo>
                    <a:pt x="872472" y="1731779"/>
                  </a:lnTo>
                  <a:lnTo>
                    <a:pt x="873758" y="1738694"/>
                  </a:lnTo>
                  <a:lnTo>
                    <a:pt x="873883" y="1739367"/>
                  </a:lnTo>
                  <a:lnTo>
                    <a:pt x="883207" y="1742174"/>
                  </a:lnTo>
                  <a:lnTo>
                    <a:pt x="883462" y="1742930"/>
                  </a:lnTo>
                  <a:lnTo>
                    <a:pt x="885283" y="1748345"/>
                  </a:lnTo>
                  <a:lnTo>
                    <a:pt x="896254" y="1752090"/>
                  </a:lnTo>
                  <a:lnTo>
                    <a:pt x="900899" y="1752822"/>
                  </a:lnTo>
                  <a:lnTo>
                    <a:pt x="902463" y="1753068"/>
                  </a:lnTo>
                  <a:lnTo>
                    <a:pt x="909284" y="1756684"/>
                  </a:lnTo>
                  <a:lnTo>
                    <a:pt x="914245" y="1759310"/>
                  </a:lnTo>
                  <a:lnTo>
                    <a:pt x="916189" y="1767963"/>
                  </a:lnTo>
                  <a:lnTo>
                    <a:pt x="920894" y="1772758"/>
                  </a:lnTo>
                  <a:lnTo>
                    <a:pt x="926904" y="1779893"/>
                  </a:lnTo>
                  <a:lnTo>
                    <a:pt x="929735" y="1790328"/>
                  </a:lnTo>
                  <a:lnTo>
                    <a:pt x="929903" y="1790950"/>
                  </a:lnTo>
                  <a:lnTo>
                    <a:pt x="933859" y="1800958"/>
                  </a:lnTo>
                  <a:lnTo>
                    <a:pt x="934659" y="1806875"/>
                  </a:lnTo>
                  <a:lnTo>
                    <a:pt x="935859" y="1807450"/>
                  </a:lnTo>
                  <a:lnTo>
                    <a:pt x="942702" y="1810722"/>
                  </a:lnTo>
                  <a:lnTo>
                    <a:pt x="947591" y="1811422"/>
                  </a:lnTo>
                  <a:lnTo>
                    <a:pt x="948613" y="1811568"/>
                  </a:lnTo>
                  <a:lnTo>
                    <a:pt x="958696" y="1819364"/>
                  </a:lnTo>
                  <a:lnTo>
                    <a:pt x="959966" y="1825900"/>
                  </a:lnTo>
                  <a:lnTo>
                    <a:pt x="962799" y="1828645"/>
                  </a:lnTo>
                  <a:lnTo>
                    <a:pt x="968141" y="1833817"/>
                  </a:lnTo>
                  <a:lnTo>
                    <a:pt x="970053" y="1840831"/>
                  </a:lnTo>
                  <a:lnTo>
                    <a:pt x="968359" y="1846128"/>
                  </a:lnTo>
                  <a:lnTo>
                    <a:pt x="969219" y="1847272"/>
                  </a:lnTo>
                  <a:lnTo>
                    <a:pt x="973312" y="1852715"/>
                  </a:lnTo>
                  <a:lnTo>
                    <a:pt x="975458" y="1860367"/>
                  </a:lnTo>
                  <a:lnTo>
                    <a:pt x="983860" y="1862120"/>
                  </a:lnTo>
                  <a:lnTo>
                    <a:pt x="986700" y="1859351"/>
                  </a:lnTo>
                  <a:lnTo>
                    <a:pt x="994268" y="1863143"/>
                  </a:lnTo>
                  <a:lnTo>
                    <a:pt x="1000760" y="1864617"/>
                  </a:lnTo>
                  <a:lnTo>
                    <a:pt x="1005367" y="1864882"/>
                  </a:lnTo>
                  <a:lnTo>
                    <a:pt x="1005690" y="1869386"/>
                  </a:lnTo>
                  <a:lnTo>
                    <a:pt x="1000305" y="1876287"/>
                  </a:lnTo>
                  <a:lnTo>
                    <a:pt x="997940" y="1880746"/>
                  </a:lnTo>
                  <a:lnTo>
                    <a:pt x="993214" y="1888982"/>
                  </a:lnTo>
                  <a:lnTo>
                    <a:pt x="990496" y="1895201"/>
                  </a:lnTo>
                  <a:lnTo>
                    <a:pt x="987576" y="1902411"/>
                  </a:lnTo>
                  <a:lnTo>
                    <a:pt x="982959" y="1908360"/>
                  </a:lnTo>
                  <a:lnTo>
                    <a:pt x="982765" y="1909946"/>
                  </a:lnTo>
                  <a:lnTo>
                    <a:pt x="982594" y="1911339"/>
                  </a:lnTo>
                  <a:lnTo>
                    <a:pt x="985015" y="1920532"/>
                  </a:lnTo>
                  <a:lnTo>
                    <a:pt x="982511" y="1929672"/>
                  </a:lnTo>
                  <a:lnTo>
                    <a:pt x="982714" y="1931700"/>
                  </a:lnTo>
                  <a:lnTo>
                    <a:pt x="982994" y="1934501"/>
                  </a:lnTo>
                  <a:lnTo>
                    <a:pt x="980516" y="1941955"/>
                  </a:lnTo>
                  <a:lnTo>
                    <a:pt x="977206" y="1950118"/>
                  </a:lnTo>
                  <a:lnTo>
                    <a:pt x="976302" y="1957093"/>
                  </a:lnTo>
                  <a:lnTo>
                    <a:pt x="979313" y="1962421"/>
                  </a:lnTo>
                  <a:lnTo>
                    <a:pt x="979175" y="1963635"/>
                  </a:lnTo>
                  <a:lnTo>
                    <a:pt x="978429" y="1970188"/>
                  </a:lnTo>
                  <a:lnTo>
                    <a:pt x="977019" y="1975350"/>
                  </a:lnTo>
                  <a:lnTo>
                    <a:pt x="972052" y="1985300"/>
                  </a:lnTo>
                  <a:lnTo>
                    <a:pt x="968786" y="1987440"/>
                  </a:lnTo>
                  <a:lnTo>
                    <a:pt x="970087" y="1993832"/>
                  </a:lnTo>
                  <a:lnTo>
                    <a:pt x="969379" y="2001108"/>
                  </a:lnTo>
                  <a:lnTo>
                    <a:pt x="970804" y="2004077"/>
                  </a:lnTo>
                  <a:lnTo>
                    <a:pt x="971527" y="2005583"/>
                  </a:lnTo>
                  <a:lnTo>
                    <a:pt x="973475" y="2013977"/>
                  </a:lnTo>
                  <a:lnTo>
                    <a:pt x="971818" y="2025365"/>
                  </a:lnTo>
                  <a:lnTo>
                    <a:pt x="970913" y="2032095"/>
                  </a:lnTo>
                  <a:lnTo>
                    <a:pt x="973958" y="2039062"/>
                  </a:lnTo>
                  <a:lnTo>
                    <a:pt x="967054" y="2038904"/>
                  </a:lnTo>
                  <a:lnTo>
                    <a:pt x="964841" y="2039337"/>
                  </a:lnTo>
                  <a:lnTo>
                    <a:pt x="961519" y="2041049"/>
                  </a:lnTo>
                  <a:lnTo>
                    <a:pt x="953711" y="2040980"/>
                  </a:lnTo>
                  <a:lnTo>
                    <a:pt x="949706" y="2039945"/>
                  </a:lnTo>
                  <a:lnTo>
                    <a:pt x="942899" y="2040791"/>
                  </a:lnTo>
                  <a:lnTo>
                    <a:pt x="939094" y="2038550"/>
                  </a:lnTo>
                  <a:lnTo>
                    <a:pt x="934003" y="2037598"/>
                  </a:lnTo>
                  <a:lnTo>
                    <a:pt x="927654" y="2038619"/>
                  </a:lnTo>
                  <a:lnTo>
                    <a:pt x="923496" y="2035957"/>
                  </a:lnTo>
                  <a:lnTo>
                    <a:pt x="923103" y="2035967"/>
                  </a:lnTo>
                  <a:lnTo>
                    <a:pt x="919075" y="2036067"/>
                  </a:lnTo>
                  <a:lnTo>
                    <a:pt x="914573" y="2042272"/>
                  </a:lnTo>
                  <a:lnTo>
                    <a:pt x="911413" y="2047430"/>
                  </a:lnTo>
                  <a:lnTo>
                    <a:pt x="911744" y="2054744"/>
                  </a:lnTo>
                  <a:lnTo>
                    <a:pt x="911753" y="2059407"/>
                  </a:lnTo>
                  <a:lnTo>
                    <a:pt x="916491" y="2065217"/>
                  </a:lnTo>
                  <a:lnTo>
                    <a:pt x="917773" y="2073875"/>
                  </a:lnTo>
                  <a:lnTo>
                    <a:pt x="918588" y="2084312"/>
                  </a:lnTo>
                  <a:lnTo>
                    <a:pt x="918112" y="2090001"/>
                  </a:lnTo>
                  <a:lnTo>
                    <a:pt x="918972" y="2094010"/>
                  </a:lnTo>
                  <a:lnTo>
                    <a:pt x="917936" y="2094455"/>
                  </a:lnTo>
                  <a:lnTo>
                    <a:pt x="913501" y="2096359"/>
                  </a:lnTo>
                  <a:lnTo>
                    <a:pt x="908327" y="2097123"/>
                  </a:lnTo>
                  <a:lnTo>
                    <a:pt x="904345" y="2097302"/>
                  </a:lnTo>
                  <a:lnTo>
                    <a:pt x="899936" y="2091149"/>
                  </a:lnTo>
                  <a:lnTo>
                    <a:pt x="899830" y="2084863"/>
                  </a:lnTo>
                  <a:lnTo>
                    <a:pt x="895824" y="2079836"/>
                  </a:lnTo>
                  <a:lnTo>
                    <a:pt x="896008" y="2074281"/>
                  </a:lnTo>
                  <a:lnTo>
                    <a:pt x="874593" y="2076676"/>
                  </a:lnTo>
                  <a:lnTo>
                    <a:pt x="870231" y="2077158"/>
                  </a:lnTo>
                  <a:lnTo>
                    <a:pt x="857015" y="2078962"/>
                  </a:lnTo>
                  <a:lnTo>
                    <a:pt x="845785" y="2080479"/>
                  </a:lnTo>
                  <a:lnTo>
                    <a:pt x="825797" y="2083144"/>
                  </a:lnTo>
                  <a:lnTo>
                    <a:pt x="798748" y="2086742"/>
                  </a:lnTo>
                  <a:lnTo>
                    <a:pt x="798196" y="2086813"/>
                  </a:lnTo>
                  <a:lnTo>
                    <a:pt x="779796" y="2089154"/>
                  </a:lnTo>
                  <a:lnTo>
                    <a:pt x="774642" y="2089803"/>
                  </a:lnTo>
                  <a:lnTo>
                    <a:pt x="759486" y="2091695"/>
                  </a:lnTo>
                  <a:lnTo>
                    <a:pt x="747592" y="2093261"/>
                  </a:lnTo>
                  <a:lnTo>
                    <a:pt x="733537" y="2095091"/>
                  </a:lnTo>
                  <a:lnTo>
                    <a:pt x="725313" y="2096152"/>
                  </a:lnTo>
                  <a:lnTo>
                    <a:pt x="705463" y="2098727"/>
                  </a:lnTo>
                  <a:lnTo>
                    <a:pt x="697339" y="2099768"/>
                  </a:lnTo>
                  <a:lnTo>
                    <a:pt x="692948" y="2100328"/>
                  </a:lnTo>
                  <a:lnTo>
                    <a:pt x="675880" y="2102654"/>
                  </a:lnTo>
                  <a:lnTo>
                    <a:pt x="665751" y="2104019"/>
                  </a:lnTo>
                  <a:lnTo>
                    <a:pt x="655777" y="2105352"/>
                  </a:lnTo>
                  <a:lnTo>
                    <a:pt x="619713" y="2109755"/>
                  </a:lnTo>
                  <a:lnTo>
                    <a:pt x="614347" y="2110481"/>
                  </a:lnTo>
                  <a:lnTo>
                    <a:pt x="614216" y="2110499"/>
                  </a:lnTo>
                  <a:lnTo>
                    <a:pt x="607441" y="2104097"/>
                  </a:lnTo>
                  <a:lnTo>
                    <a:pt x="604584" y="2096819"/>
                  </a:lnTo>
                  <a:lnTo>
                    <a:pt x="603602" y="2091379"/>
                  </a:lnTo>
                  <a:lnTo>
                    <a:pt x="597450" y="2085146"/>
                  </a:lnTo>
                  <a:lnTo>
                    <a:pt x="594355" y="2080659"/>
                  </a:lnTo>
                  <a:lnTo>
                    <a:pt x="594291" y="2077700"/>
                  </a:lnTo>
                  <a:lnTo>
                    <a:pt x="592371" y="2071395"/>
                  </a:lnTo>
                  <a:lnTo>
                    <a:pt x="590941" y="2068893"/>
                  </a:lnTo>
                  <a:lnTo>
                    <a:pt x="588806" y="2065157"/>
                  </a:lnTo>
                  <a:lnTo>
                    <a:pt x="579792" y="2056909"/>
                  </a:lnTo>
                  <a:lnTo>
                    <a:pt x="578383" y="2048090"/>
                  </a:lnTo>
                  <a:lnTo>
                    <a:pt x="579641" y="2043290"/>
                  </a:lnTo>
                  <a:lnTo>
                    <a:pt x="579487" y="2041605"/>
                  </a:lnTo>
                  <a:lnTo>
                    <a:pt x="579340" y="2039997"/>
                  </a:lnTo>
                  <a:lnTo>
                    <a:pt x="578095" y="2035033"/>
                  </a:lnTo>
                  <a:lnTo>
                    <a:pt x="579596" y="2026160"/>
                  </a:lnTo>
                  <a:lnTo>
                    <a:pt x="578316" y="2021731"/>
                  </a:lnTo>
                  <a:lnTo>
                    <a:pt x="579449" y="2015099"/>
                  </a:lnTo>
                  <a:lnTo>
                    <a:pt x="580004" y="2011840"/>
                  </a:lnTo>
                  <a:lnTo>
                    <a:pt x="577832" y="2008934"/>
                  </a:lnTo>
                  <a:lnTo>
                    <a:pt x="576886" y="2002891"/>
                  </a:lnTo>
                  <a:lnTo>
                    <a:pt x="568447" y="1994981"/>
                  </a:lnTo>
                  <a:lnTo>
                    <a:pt x="568432" y="1990243"/>
                  </a:lnTo>
                  <a:lnTo>
                    <a:pt x="567186" y="1986651"/>
                  </a:lnTo>
                  <a:lnTo>
                    <a:pt x="566474" y="1984600"/>
                  </a:lnTo>
                  <a:lnTo>
                    <a:pt x="564049" y="1977609"/>
                  </a:lnTo>
                  <a:lnTo>
                    <a:pt x="565936" y="1970473"/>
                  </a:lnTo>
                  <a:lnTo>
                    <a:pt x="569360" y="1960561"/>
                  </a:lnTo>
                  <a:lnTo>
                    <a:pt x="569340" y="1957482"/>
                  </a:lnTo>
                  <a:lnTo>
                    <a:pt x="569279" y="1948636"/>
                  </a:lnTo>
                  <a:lnTo>
                    <a:pt x="569257" y="1945477"/>
                  </a:lnTo>
                  <a:lnTo>
                    <a:pt x="567123" y="1939736"/>
                  </a:lnTo>
                  <a:lnTo>
                    <a:pt x="572523" y="1932558"/>
                  </a:lnTo>
                  <a:lnTo>
                    <a:pt x="578905" y="1927191"/>
                  </a:lnTo>
                  <a:lnTo>
                    <a:pt x="579737" y="1925557"/>
                  </a:lnTo>
                  <a:lnTo>
                    <a:pt x="582030" y="1921048"/>
                  </a:lnTo>
                  <a:lnTo>
                    <a:pt x="574595" y="1917026"/>
                  </a:lnTo>
                  <a:lnTo>
                    <a:pt x="568577" y="1914225"/>
                  </a:lnTo>
                  <a:lnTo>
                    <a:pt x="570625" y="1910524"/>
                  </a:lnTo>
                  <a:lnTo>
                    <a:pt x="570562" y="1908539"/>
                  </a:lnTo>
                  <a:lnTo>
                    <a:pt x="570310" y="1900552"/>
                  </a:lnTo>
                  <a:lnTo>
                    <a:pt x="566191" y="1893200"/>
                  </a:lnTo>
                  <a:lnTo>
                    <a:pt x="565993" y="1892846"/>
                  </a:lnTo>
                  <a:lnTo>
                    <a:pt x="565114" y="1891276"/>
                  </a:lnTo>
                  <a:lnTo>
                    <a:pt x="557497" y="1885167"/>
                  </a:lnTo>
                  <a:lnTo>
                    <a:pt x="556380" y="1882227"/>
                  </a:lnTo>
                  <a:lnTo>
                    <a:pt x="554143" y="1876343"/>
                  </a:lnTo>
                  <a:lnTo>
                    <a:pt x="550110" y="1867930"/>
                  </a:lnTo>
                  <a:lnTo>
                    <a:pt x="548647" y="1865522"/>
                  </a:lnTo>
                  <a:lnTo>
                    <a:pt x="543465" y="1856990"/>
                  </a:lnTo>
                  <a:lnTo>
                    <a:pt x="540392" y="1853170"/>
                  </a:lnTo>
                  <a:lnTo>
                    <a:pt x="540048" y="1852120"/>
                  </a:lnTo>
                  <a:lnTo>
                    <a:pt x="530768" y="1823795"/>
                  </a:lnTo>
                  <a:lnTo>
                    <a:pt x="529934" y="1821238"/>
                  </a:lnTo>
                  <a:lnTo>
                    <a:pt x="518345" y="1785689"/>
                  </a:lnTo>
                  <a:lnTo>
                    <a:pt x="516220" y="1779165"/>
                  </a:lnTo>
                  <a:lnTo>
                    <a:pt x="514395" y="1773559"/>
                  </a:lnTo>
                  <a:lnTo>
                    <a:pt x="509593" y="1758868"/>
                  </a:lnTo>
                  <a:lnTo>
                    <a:pt x="505122" y="1745184"/>
                  </a:lnTo>
                  <a:lnTo>
                    <a:pt x="499916" y="1729246"/>
                  </a:lnTo>
                  <a:lnTo>
                    <a:pt x="497487" y="1721806"/>
                  </a:lnTo>
                  <a:lnTo>
                    <a:pt x="493010" y="1707886"/>
                  </a:lnTo>
                  <a:lnTo>
                    <a:pt x="491312" y="1702603"/>
                  </a:lnTo>
                  <a:lnTo>
                    <a:pt x="484834" y="1683433"/>
                  </a:lnTo>
                  <a:lnTo>
                    <a:pt x="477267" y="1661017"/>
                  </a:lnTo>
                  <a:lnTo>
                    <a:pt x="475258" y="1655138"/>
                  </a:lnTo>
                  <a:lnTo>
                    <a:pt x="472626" y="1647436"/>
                  </a:lnTo>
                  <a:lnTo>
                    <a:pt x="471200" y="1643260"/>
                  </a:lnTo>
                  <a:lnTo>
                    <a:pt x="466070" y="1628233"/>
                  </a:lnTo>
                  <a:lnTo>
                    <a:pt x="461815" y="1615061"/>
                  </a:lnTo>
                  <a:lnTo>
                    <a:pt x="459358" y="1607453"/>
                  </a:lnTo>
                  <a:close/>
                </a:path>
              </a:pathLst>
            </a:custGeom>
            <a:solidFill>
              <a:srgbClr val="DE896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h70"/>
            <p:cNvSpPr/>
            <p:nvPr/>
          </p:nvSpPr>
          <p:spPr>
            <a:xfrm>
              <a:off x="3087354" y="3831264"/>
              <a:ext cx="607050" cy="1711162"/>
            </a:xfrm>
            <a:custGeom>
              <a:avLst/>
              <a:pathLst>
                <a:path w="607050" h="1711162">
                  <a:moveTo>
                    <a:pt x="457200" y="1600200"/>
                  </a:moveTo>
                  <a:lnTo>
                    <a:pt x="461571" y="1595867"/>
                  </a:lnTo>
                  <a:lnTo>
                    <a:pt x="464411" y="1591952"/>
                  </a:lnTo>
                  <a:lnTo>
                    <a:pt x="467488" y="1591342"/>
                  </a:lnTo>
                  <a:lnTo>
                    <a:pt x="470845" y="1587814"/>
                  </a:lnTo>
                  <a:lnTo>
                    <a:pt x="472700" y="1582329"/>
                  </a:lnTo>
                  <a:lnTo>
                    <a:pt x="476205" y="1577983"/>
                  </a:lnTo>
                  <a:lnTo>
                    <a:pt x="478819" y="1576421"/>
                  </a:lnTo>
                  <a:lnTo>
                    <a:pt x="478766" y="1571045"/>
                  </a:lnTo>
                  <a:lnTo>
                    <a:pt x="475181" y="1566267"/>
                  </a:lnTo>
                  <a:lnTo>
                    <a:pt x="469356" y="1558290"/>
                  </a:lnTo>
                  <a:lnTo>
                    <a:pt x="466955" y="1551474"/>
                  </a:lnTo>
                  <a:lnTo>
                    <a:pt x="466928" y="1541738"/>
                  </a:lnTo>
                  <a:lnTo>
                    <a:pt x="470975" y="1539970"/>
                  </a:lnTo>
                  <a:lnTo>
                    <a:pt x="477626" y="1542568"/>
                  </a:lnTo>
                  <a:lnTo>
                    <a:pt x="485406" y="1546963"/>
                  </a:lnTo>
                  <a:lnTo>
                    <a:pt x="489787" y="1551106"/>
                  </a:lnTo>
                  <a:lnTo>
                    <a:pt x="498297" y="1556441"/>
                  </a:lnTo>
                  <a:lnTo>
                    <a:pt x="503425" y="1560301"/>
                  </a:lnTo>
                  <a:lnTo>
                    <a:pt x="507848" y="1559692"/>
                  </a:lnTo>
                  <a:lnTo>
                    <a:pt x="514745" y="1562270"/>
                  </a:lnTo>
                  <a:lnTo>
                    <a:pt x="529042" y="1568953"/>
                  </a:lnTo>
                  <a:lnTo>
                    <a:pt x="543728" y="1576322"/>
                  </a:lnTo>
                  <a:lnTo>
                    <a:pt x="557316" y="1586593"/>
                  </a:lnTo>
                  <a:lnTo>
                    <a:pt x="563014" y="1591944"/>
                  </a:lnTo>
                  <a:lnTo>
                    <a:pt x="568308" y="1597429"/>
                  </a:lnTo>
                  <a:lnTo>
                    <a:pt x="569296" y="1607303"/>
                  </a:lnTo>
                  <a:lnTo>
                    <a:pt x="570731" y="1613387"/>
                  </a:lnTo>
                  <a:lnTo>
                    <a:pt x="575380" y="1612158"/>
                  </a:lnTo>
                  <a:lnTo>
                    <a:pt x="579948" y="1612458"/>
                  </a:lnTo>
                  <a:lnTo>
                    <a:pt x="583879" y="1618694"/>
                  </a:lnTo>
                  <a:lnTo>
                    <a:pt x="585820" y="1625932"/>
                  </a:lnTo>
                  <a:lnTo>
                    <a:pt x="589579" y="1629639"/>
                  </a:lnTo>
                  <a:lnTo>
                    <a:pt x="601773" y="1637147"/>
                  </a:lnTo>
                  <a:lnTo>
                    <a:pt x="606638" y="1639747"/>
                  </a:lnTo>
                  <a:lnTo>
                    <a:pt x="607050" y="1643422"/>
                  </a:lnTo>
                  <a:lnTo>
                    <a:pt x="601314" y="1651520"/>
                  </a:lnTo>
                  <a:lnTo>
                    <a:pt x="594432" y="1657565"/>
                  </a:lnTo>
                  <a:lnTo>
                    <a:pt x="586497" y="1663449"/>
                  </a:lnTo>
                  <a:lnTo>
                    <a:pt x="576435" y="1667997"/>
                  </a:lnTo>
                  <a:lnTo>
                    <a:pt x="571440" y="1670503"/>
                  </a:lnTo>
                  <a:lnTo>
                    <a:pt x="566158" y="1671158"/>
                  </a:lnTo>
                  <a:lnTo>
                    <a:pt x="558992" y="1669132"/>
                  </a:lnTo>
                  <a:lnTo>
                    <a:pt x="553740" y="1671772"/>
                  </a:lnTo>
                  <a:lnTo>
                    <a:pt x="549029" y="1676704"/>
                  </a:lnTo>
                  <a:lnTo>
                    <a:pt x="545652" y="1677484"/>
                  </a:lnTo>
                  <a:lnTo>
                    <a:pt x="539259" y="1683244"/>
                  </a:lnTo>
                  <a:lnTo>
                    <a:pt x="533456" y="1684666"/>
                  </a:lnTo>
                  <a:lnTo>
                    <a:pt x="528947" y="1692919"/>
                  </a:lnTo>
                  <a:lnTo>
                    <a:pt x="526027" y="1700411"/>
                  </a:lnTo>
                  <a:lnTo>
                    <a:pt x="524039" y="1704923"/>
                  </a:lnTo>
                  <a:lnTo>
                    <a:pt x="521781" y="1708353"/>
                  </a:lnTo>
                  <a:lnTo>
                    <a:pt x="518272" y="1711162"/>
                  </a:lnTo>
                  <a:lnTo>
                    <a:pt x="510866" y="1704286"/>
                  </a:lnTo>
                  <a:lnTo>
                    <a:pt x="500556" y="1698153"/>
                  </a:lnTo>
                  <a:lnTo>
                    <a:pt x="491232" y="1694778"/>
                  </a:lnTo>
                  <a:lnTo>
                    <a:pt x="486158" y="1686710"/>
                  </a:lnTo>
                  <a:lnTo>
                    <a:pt x="484840" y="1676699"/>
                  </a:lnTo>
                  <a:lnTo>
                    <a:pt x="484405" y="1666823"/>
                  </a:lnTo>
                  <a:lnTo>
                    <a:pt x="484992" y="1661831"/>
                  </a:lnTo>
                  <a:lnTo>
                    <a:pt x="484288" y="1655685"/>
                  </a:lnTo>
                  <a:lnTo>
                    <a:pt x="480592" y="1647078"/>
                  </a:lnTo>
                  <a:lnTo>
                    <a:pt x="478017" y="1642138"/>
                  </a:lnTo>
                  <a:lnTo>
                    <a:pt x="474253" y="1637832"/>
                  </a:lnTo>
                  <a:lnTo>
                    <a:pt x="470835" y="1628999"/>
                  </a:lnTo>
                  <a:lnTo>
                    <a:pt x="468805" y="1622380"/>
                  </a:lnTo>
                  <a:lnTo>
                    <a:pt x="465863" y="1617882"/>
                  </a:lnTo>
                  <a:lnTo>
                    <a:pt x="462070" y="1616731"/>
                  </a:lnTo>
                  <a:lnTo>
                    <a:pt x="461200" y="1614295"/>
                  </a:lnTo>
                  <a:lnTo>
                    <a:pt x="456413" y="1606328"/>
                  </a:lnTo>
                  <a:close/>
                </a:path>
              </a:pathLst>
            </a:custGeom>
            <a:solidFill>
              <a:srgbClr val="FFF7B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h71"/>
            <p:cNvSpPr/>
            <p:nvPr/>
          </p:nvSpPr>
          <p:spPr>
            <a:xfrm>
              <a:off x="2991615" y="3682216"/>
              <a:ext cx="542860" cy="1646195"/>
            </a:xfrm>
            <a:custGeom>
              <a:avLst/>
              <a:pathLst>
                <a:path w="542860" h="1646195">
                  <a:moveTo>
                    <a:pt x="457200" y="1600200"/>
                  </a:moveTo>
                  <a:lnTo>
                    <a:pt x="458397" y="1592846"/>
                  </a:lnTo>
                  <a:lnTo>
                    <a:pt x="464683" y="1587404"/>
                  </a:lnTo>
                  <a:lnTo>
                    <a:pt x="471433" y="1589382"/>
                  </a:lnTo>
                  <a:lnTo>
                    <a:pt x="477554" y="1597535"/>
                  </a:lnTo>
                  <a:lnTo>
                    <a:pt x="482859" y="1604990"/>
                  </a:lnTo>
                  <a:lnTo>
                    <a:pt x="491543" y="1603443"/>
                  </a:lnTo>
                  <a:lnTo>
                    <a:pt x="499165" y="1600187"/>
                  </a:lnTo>
                  <a:lnTo>
                    <a:pt x="509742" y="1602037"/>
                  </a:lnTo>
                  <a:lnTo>
                    <a:pt x="516061" y="1608217"/>
                  </a:lnTo>
                  <a:lnTo>
                    <a:pt x="523766" y="1612585"/>
                  </a:lnTo>
                  <a:lnTo>
                    <a:pt x="533084" y="1619580"/>
                  </a:lnTo>
                  <a:lnTo>
                    <a:pt x="539857" y="1621918"/>
                  </a:lnTo>
                  <a:lnTo>
                    <a:pt x="542860" y="1628522"/>
                  </a:lnTo>
                  <a:lnTo>
                    <a:pt x="541771" y="1634207"/>
                  </a:lnTo>
                  <a:lnTo>
                    <a:pt x="537502" y="1638050"/>
                  </a:lnTo>
                  <a:lnTo>
                    <a:pt x="528184" y="1642066"/>
                  </a:lnTo>
                  <a:lnTo>
                    <a:pt x="518853" y="1641284"/>
                  </a:lnTo>
                  <a:lnTo>
                    <a:pt x="510823" y="1644705"/>
                  </a:lnTo>
                  <a:lnTo>
                    <a:pt x="500331" y="1646195"/>
                  </a:lnTo>
                  <a:lnTo>
                    <a:pt x="493701" y="1643248"/>
                  </a:lnTo>
                  <a:lnTo>
                    <a:pt x="491331" y="1635852"/>
                  </a:lnTo>
                  <a:lnTo>
                    <a:pt x="488232" y="1625556"/>
                  </a:lnTo>
                  <a:lnTo>
                    <a:pt x="487495" y="1623345"/>
                  </a:lnTo>
                  <a:lnTo>
                    <a:pt x="485555" y="1618605"/>
                  </a:lnTo>
                  <a:lnTo>
                    <a:pt x="481651" y="1617223"/>
                  </a:lnTo>
                  <a:lnTo>
                    <a:pt x="478340" y="1619599"/>
                  </a:lnTo>
                  <a:lnTo>
                    <a:pt x="476259" y="1618481"/>
                  </a:lnTo>
                  <a:lnTo>
                    <a:pt x="466738" y="1613359"/>
                  </a:lnTo>
                  <a:lnTo>
                    <a:pt x="459096" y="1604085"/>
                  </a:lnTo>
                  <a:close/>
                </a:path>
              </a:pathLst>
            </a:custGeom>
            <a:solidFill>
              <a:srgbClr val="FFF7B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h72"/>
            <p:cNvSpPr/>
            <p:nvPr/>
          </p:nvSpPr>
          <p:spPr>
            <a:xfrm>
              <a:off x="3001126" y="3727989"/>
              <a:ext cx="472921" cy="1607171"/>
            </a:xfrm>
            <a:custGeom>
              <a:avLst/>
              <a:pathLst>
                <a:path w="472921" h="1607171">
                  <a:moveTo>
                    <a:pt x="457199" y="1600200"/>
                  </a:moveTo>
                  <a:lnTo>
                    <a:pt x="463540" y="1596464"/>
                  </a:lnTo>
                  <a:lnTo>
                    <a:pt x="468400" y="1595447"/>
                  </a:lnTo>
                  <a:lnTo>
                    <a:pt x="471620" y="1598783"/>
                  </a:lnTo>
                  <a:lnTo>
                    <a:pt x="472921" y="1605426"/>
                  </a:lnTo>
                  <a:lnTo>
                    <a:pt x="467795" y="1607025"/>
                  </a:lnTo>
                  <a:lnTo>
                    <a:pt x="458341" y="1607171"/>
                  </a:lnTo>
                  <a:lnTo>
                    <a:pt x="453985" y="1603376"/>
                  </a:lnTo>
                  <a:close/>
                </a:path>
              </a:pathLst>
            </a:custGeom>
            <a:solidFill>
              <a:srgbClr val="FFF7B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h73"/>
            <p:cNvSpPr/>
            <p:nvPr/>
          </p:nvSpPr>
          <p:spPr>
            <a:xfrm>
              <a:off x="2950251" y="3679737"/>
              <a:ext cx="487692" cy="1623599"/>
            </a:xfrm>
            <a:custGeom>
              <a:avLst/>
              <a:pathLst>
                <a:path w="487692" h="1623599">
                  <a:moveTo>
                    <a:pt x="457200" y="1600200"/>
                  </a:moveTo>
                  <a:lnTo>
                    <a:pt x="462604" y="1598611"/>
                  </a:lnTo>
                  <a:lnTo>
                    <a:pt x="471044" y="1599873"/>
                  </a:lnTo>
                  <a:lnTo>
                    <a:pt x="478986" y="1604347"/>
                  </a:lnTo>
                  <a:lnTo>
                    <a:pt x="483670" y="1608613"/>
                  </a:lnTo>
                  <a:lnTo>
                    <a:pt x="487692" y="1614329"/>
                  </a:lnTo>
                  <a:lnTo>
                    <a:pt x="485173" y="1621097"/>
                  </a:lnTo>
                  <a:lnTo>
                    <a:pt x="479492" y="1623099"/>
                  </a:lnTo>
                  <a:lnTo>
                    <a:pt x="477408" y="1623594"/>
                  </a:lnTo>
                  <a:lnTo>
                    <a:pt x="470681" y="1623599"/>
                  </a:lnTo>
                  <a:lnTo>
                    <a:pt x="467368" y="1618227"/>
                  </a:lnTo>
                  <a:lnTo>
                    <a:pt x="466397" y="1611814"/>
                  </a:lnTo>
                  <a:lnTo>
                    <a:pt x="463733" y="1608110"/>
                  </a:lnTo>
                  <a:lnTo>
                    <a:pt x="457608" y="1603829"/>
                  </a:lnTo>
                  <a:close/>
                </a:path>
              </a:pathLst>
            </a:custGeom>
            <a:solidFill>
              <a:srgbClr val="FFF7B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h74"/>
            <p:cNvSpPr/>
            <p:nvPr/>
          </p:nvSpPr>
          <p:spPr>
            <a:xfrm>
              <a:off x="2921172" y="3646593"/>
              <a:ext cx="522639" cy="1617926"/>
            </a:xfrm>
            <a:custGeom>
              <a:avLst/>
              <a:pathLst>
                <a:path w="522639" h="1617926">
                  <a:moveTo>
                    <a:pt x="457200" y="1600200"/>
                  </a:moveTo>
                  <a:lnTo>
                    <a:pt x="459959" y="1597195"/>
                  </a:lnTo>
                  <a:lnTo>
                    <a:pt x="458043" y="1591862"/>
                  </a:lnTo>
                  <a:lnTo>
                    <a:pt x="464883" y="1593263"/>
                  </a:lnTo>
                  <a:lnTo>
                    <a:pt x="473674" y="1596255"/>
                  </a:lnTo>
                  <a:lnTo>
                    <a:pt x="484000" y="1598463"/>
                  </a:lnTo>
                  <a:lnTo>
                    <a:pt x="486805" y="1597478"/>
                  </a:lnTo>
                  <a:lnTo>
                    <a:pt x="490102" y="1596318"/>
                  </a:lnTo>
                  <a:lnTo>
                    <a:pt x="492542" y="1596532"/>
                  </a:lnTo>
                  <a:lnTo>
                    <a:pt x="498043" y="1602376"/>
                  </a:lnTo>
                  <a:lnTo>
                    <a:pt x="498418" y="1602413"/>
                  </a:lnTo>
                  <a:lnTo>
                    <a:pt x="507222" y="1603278"/>
                  </a:lnTo>
                  <a:lnTo>
                    <a:pt x="518534" y="1603163"/>
                  </a:lnTo>
                  <a:lnTo>
                    <a:pt x="522639" y="1605687"/>
                  </a:lnTo>
                  <a:lnTo>
                    <a:pt x="519931" y="1611383"/>
                  </a:lnTo>
                  <a:lnTo>
                    <a:pt x="513409" y="1616385"/>
                  </a:lnTo>
                  <a:lnTo>
                    <a:pt x="505059" y="1617926"/>
                  </a:lnTo>
                  <a:lnTo>
                    <a:pt x="495936" y="1615068"/>
                  </a:lnTo>
                  <a:lnTo>
                    <a:pt x="487230" y="1611476"/>
                  </a:lnTo>
                  <a:lnTo>
                    <a:pt x="480741" y="1609305"/>
                  </a:lnTo>
                  <a:lnTo>
                    <a:pt x="470441" y="1609829"/>
                  </a:lnTo>
                  <a:lnTo>
                    <a:pt x="461164" y="1609398"/>
                  </a:lnTo>
                  <a:lnTo>
                    <a:pt x="454236" y="1607041"/>
                  </a:lnTo>
                  <a:close/>
                </a:path>
              </a:pathLst>
            </a:custGeom>
            <a:solidFill>
              <a:srgbClr val="FFF7B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h75"/>
            <p:cNvSpPr/>
            <p:nvPr/>
          </p:nvSpPr>
          <p:spPr>
            <a:xfrm>
              <a:off x="2805131" y="3582153"/>
              <a:ext cx="527745" cy="1646817"/>
            </a:xfrm>
            <a:custGeom>
              <a:avLst/>
              <a:pathLst>
                <a:path w="527745" h="1646817">
                  <a:moveTo>
                    <a:pt x="457200" y="1600200"/>
                  </a:moveTo>
                  <a:lnTo>
                    <a:pt x="469363" y="1601088"/>
                  </a:lnTo>
                  <a:lnTo>
                    <a:pt x="474004" y="1596376"/>
                  </a:lnTo>
                  <a:lnTo>
                    <a:pt x="476729" y="1591247"/>
                  </a:lnTo>
                  <a:lnTo>
                    <a:pt x="482884" y="1587258"/>
                  </a:lnTo>
                  <a:lnTo>
                    <a:pt x="485525" y="1586935"/>
                  </a:lnTo>
                  <a:lnTo>
                    <a:pt x="491452" y="1595242"/>
                  </a:lnTo>
                  <a:lnTo>
                    <a:pt x="497967" y="1605404"/>
                  </a:lnTo>
                  <a:lnTo>
                    <a:pt x="503263" y="1611606"/>
                  </a:lnTo>
                  <a:lnTo>
                    <a:pt x="503216" y="1619520"/>
                  </a:lnTo>
                  <a:lnTo>
                    <a:pt x="507232" y="1623226"/>
                  </a:lnTo>
                  <a:lnTo>
                    <a:pt x="512579" y="1621110"/>
                  </a:lnTo>
                  <a:lnTo>
                    <a:pt x="517437" y="1621842"/>
                  </a:lnTo>
                  <a:lnTo>
                    <a:pt x="518065" y="1628906"/>
                  </a:lnTo>
                  <a:lnTo>
                    <a:pt x="520315" y="1634733"/>
                  </a:lnTo>
                  <a:lnTo>
                    <a:pt x="527745" y="1641024"/>
                  </a:lnTo>
                  <a:lnTo>
                    <a:pt x="527442" y="1641560"/>
                  </a:lnTo>
                  <a:lnTo>
                    <a:pt x="525752" y="1644554"/>
                  </a:lnTo>
                  <a:lnTo>
                    <a:pt x="522952" y="1646817"/>
                  </a:lnTo>
                  <a:lnTo>
                    <a:pt x="516176" y="1644417"/>
                  </a:lnTo>
                  <a:lnTo>
                    <a:pt x="513755" y="1645780"/>
                  </a:lnTo>
                  <a:lnTo>
                    <a:pt x="510460" y="1646408"/>
                  </a:lnTo>
                  <a:lnTo>
                    <a:pt x="505293" y="1642547"/>
                  </a:lnTo>
                  <a:lnTo>
                    <a:pt x="500489" y="1639327"/>
                  </a:lnTo>
                  <a:lnTo>
                    <a:pt x="493423" y="1637878"/>
                  </a:lnTo>
                  <a:lnTo>
                    <a:pt x="489836" y="1637098"/>
                  </a:lnTo>
                  <a:lnTo>
                    <a:pt x="484998" y="1637443"/>
                  </a:lnTo>
                  <a:lnTo>
                    <a:pt x="478012" y="1638022"/>
                  </a:lnTo>
                  <a:lnTo>
                    <a:pt x="477826" y="1638037"/>
                  </a:lnTo>
                  <a:lnTo>
                    <a:pt x="476116" y="1637978"/>
                  </a:lnTo>
                  <a:lnTo>
                    <a:pt x="472435" y="1631726"/>
                  </a:lnTo>
                  <a:lnTo>
                    <a:pt x="470757" y="1627923"/>
                  </a:lnTo>
                  <a:lnTo>
                    <a:pt x="465851" y="1623599"/>
                  </a:lnTo>
                  <a:lnTo>
                    <a:pt x="465082" y="1620289"/>
                  </a:lnTo>
                  <a:lnTo>
                    <a:pt x="458481" y="1612396"/>
                  </a:lnTo>
                  <a:lnTo>
                    <a:pt x="458171" y="1607818"/>
                  </a:lnTo>
                  <a:lnTo>
                    <a:pt x="452062" y="1600292"/>
                  </a:lnTo>
                  <a:close/>
                </a:path>
              </a:pathLst>
            </a:custGeom>
            <a:solidFill>
              <a:srgbClr val="FFF7B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h76"/>
            <p:cNvSpPr/>
            <p:nvPr/>
          </p:nvSpPr>
          <p:spPr>
            <a:xfrm>
              <a:off x="2621852" y="3500333"/>
              <a:ext cx="512273" cy="1630072"/>
            </a:xfrm>
            <a:custGeom>
              <a:avLst/>
              <a:pathLst>
                <a:path w="512273" h="1630072">
                  <a:moveTo>
                    <a:pt x="457200" y="1600200"/>
                  </a:moveTo>
                  <a:lnTo>
                    <a:pt x="461186" y="1596607"/>
                  </a:lnTo>
                  <a:lnTo>
                    <a:pt x="462353" y="1591411"/>
                  </a:lnTo>
                  <a:lnTo>
                    <a:pt x="464964" y="1589307"/>
                  </a:lnTo>
                  <a:lnTo>
                    <a:pt x="475123" y="1585306"/>
                  </a:lnTo>
                  <a:lnTo>
                    <a:pt x="478332" y="1582930"/>
                  </a:lnTo>
                  <a:lnTo>
                    <a:pt x="482569" y="1583691"/>
                  </a:lnTo>
                  <a:lnTo>
                    <a:pt x="486552" y="1586478"/>
                  </a:lnTo>
                  <a:lnTo>
                    <a:pt x="488830" y="1583494"/>
                  </a:lnTo>
                  <a:lnTo>
                    <a:pt x="495329" y="1585501"/>
                  </a:lnTo>
                  <a:lnTo>
                    <a:pt x="498496" y="1584310"/>
                  </a:lnTo>
                  <a:lnTo>
                    <a:pt x="503372" y="1587243"/>
                  </a:lnTo>
                  <a:lnTo>
                    <a:pt x="509341" y="1591880"/>
                  </a:lnTo>
                  <a:lnTo>
                    <a:pt x="512273" y="1599805"/>
                  </a:lnTo>
                  <a:lnTo>
                    <a:pt x="510162" y="1607292"/>
                  </a:lnTo>
                  <a:lnTo>
                    <a:pt x="508563" y="1609578"/>
                  </a:lnTo>
                  <a:lnTo>
                    <a:pt x="509310" y="1614996"/>
                  </a:lnTo>
                  <a:lnTo>
                    <a:pt x="509330" y="1621060"/>
                  </a:lnTo>
                  <a:lnTo>
                    <a:pt x="504395" y="1625329"/>
                  </a:lnTo>
                  <a:lnTo>
                    <a:pt x="498154" y="1630072"/>
                  </a:lnTo>
                  <a:lnTo>
                    <a:pt x="488617" y="1626971"/>
                  </a:lnTo>
                  <a:lnTo>
                    <a:pt x="483085" y="1625157"/>
                  </a:lnTo>
                  <a:lnTo>
                    <a:pt x="479817" y="1624817"/>
                  </a:lnTo>
                  <a:lnTo>
                    <a:pt x="474015" y="1618849"/>
                  </a:lnTo>
                  <a:lnTo>
                    <a:pt x="467079" y="1614521"/>
                  </a:lnTo>
                  <a:lnTo>
                    <a:pt x="461533" y="1611728"/>
                  </a:lnTo>
                  <a:lnTo>
                    <a:pt x="457413" y="1606032"/>
                  </a:lnTo>
                  <a:close/>
                </a:path>
              </a:pathLst>
            </a:custGeom>
            <a:solidFill>
              <a:srgbClr val="FFF7B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h77"/>
            <p:cNvSpPr/>
            <p:nvPr/>
          </p:nvSpPr>
          <p:spPr>
            <a:xfrm>
              <a:off x="2571811" y="3525172"/>
              <a:ext cx="477838" cy="1605415"/>
            </a:xfrm>
            <a:custGeom>
              <a:avLst/>
              <a:pathLst>
                <a:path w="477838" h="1605415">
                  <a:moveTo>
                    <a:pt x="457200" y="1600200"/>
                  </a:moveTo>
                  <a:lnTo>
                    <a:pt x="458688" y="1591082"/>
                  </a:lnTo>
                  <a:lnTo>
                    <a:pt x="462283" y="1587376"/>
                  </a:lnTo>
                  <a:lnTo>
                    <a:pt x="468448" y="1584898"/>
                  </a:lnTo>
                  <a:lnTo>
                    <a:pt x="469964" y="1583306"/>
                  </a:lnTo>
                  <a:lnTo>
                    <a:pt x="470670" y="1579323"/>
                  </a:lnTo>
                  <a:lnTo>
                    <a:pt x="475192" y="1578908"/>
                  </a:lnTo>
                  <a:lnTo>
                    <a:pt x="476817" y="1580001"/>
                  </a:lnTo>
                  <a:lnTo>
                    <a:pt x="477838" y="1582067"/>
                  </a:lnTo>
                  <a:lnTo>
                    <a:pt x="475860" y="1583959"/>
                  </a:lnTo>
                  <a:lnTo>
                    <a:pt x="474527" y="1588399"/>
                  </a:lnTo>
                  <a:lnTo>
                    <a:pt x="475658" y="1592481"/>
                  </a:lnTo>
                  <a:lnTo>
                    <a:pt x="470740" y="1594255"/>
                  </a:lnTo>
                  <a:lnTo>
                    <a:pt x="467224" y="1594901"/>
                  </a:lnTo>
                  <a:lnTo>
                    <a:pt x="465342" y="1597294"/>
                  </a:lnTo>
                  <a:lnTo>
                    <a:pt x="463924" y="1600186"/>
                  </a:lnTo>
                  <a:lnTo>
                    <a:pt x="462599" y="1605415"/>
                  </a:lnTo>
                  <a:lnTo>
                    <a:pt x="459687" y="1603744"/>
                  </a:lnTo>
                  <a:close/>
                </a:path>
              </a:pathLst>
            </a:custGeom>
            <a:solidFill>
              <a:srgbClr val="FFF7B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h78"/>
            <p:cNvSpPr/>
            <p:nvPr/>
          </p:nvSpPr>
          <p:spPr>
            <a:xfrm>
              <a:off x="2018065" y="1344581"/>
              <a:ext cx="998027" cy="1990670"/>
            </a:xfrm>
            <a:custGeom>
              <a:avLst/>
              <a:pathLst>
                <a:path w="998027" h="1990670">
                  <a:moveTo>
                    <a:pt x="457200" y="1600200"/>
                  </a:moveTo>
                  <a:lnTo>
                    <a:pt x="460557" y="1596302"/>
                  </a:lnTo>
                  <a:lnTo>
                    <a:pt x="460985" y="1589717"/>
                  </a:lnTo>
                  <a:lnTo>
                    <a:pt x="467195" y="1585434"/>
                  </a:lnTo>
                  <a:lnTo>
                    <a:pt x="470164" y="1581756"/>
                  </a:lnTo>
                  <a:lnTo>
                    <a:pt x="476756" y="1571065"/>
                  </a:lnTo>
                  <a:lnTo>
                    <a:pt x="481517" y="1562489"/>
                  </a:lnTo>
                  <a:lnTo>
                    <a:pt x="486447" y="1559755"/>
                  </a:lnTo>
                  <a:lnTo>
                    <a:pt x="494268" y="1557555"/>
                  </a:lnTo>
                  <a:lnTo>
                    <a:pt x="499288" y="1551812"/>
                  </a:lnTo>
                  <a:lnTo>
                    <a:pt x="502115" y="1548574"/>
                  </a:lnTo>
                  <a:lnTo>
                    <a:pt x="506331" y="1542015"/>
                  </a:lnTo>
                  <a:lnTo>
                    <a:pt x="505501" y="1535479"/>
                  </a:lnTo>
                  <a:lnTo>
                    <a:pt x="508296" y="1529414"/>
                  </a:lnTo>
                  <a:lnTo>
                    <a:pt x="514470" y="1524749"/>
                  </a:lnTo>
                  <a:lnTo>
                    <a:pt x="517832" y="1520831"/>
                  </a:lnTo>
                  <a:lnTo>
                    <a:pt x="526432" y="1504684"/>
                  </a:lnTo>
                  <a:lnTo>
                    <a:pt x="527235" y="1503027"/>
                  </a:lnTo>
                  <a:lnTo>
                    <a:pt x="529780" y="1497773"/>
                  </a:lnTo>
                  <a:lnTo>
                    <a:pt x="540410" y="1483597"/>
                  </a:lnTo>
                  <a:lnTo>
                    <a:pt x="550803" y="1469989"/>
                  </a:lnTo>
                  <a:lnTo>
                    <a:pt x="555376" y="1464668"/>
                  </a:lnTo>
                  <a:lnTo>
                    <a:pt x="551566" y="1455491"/>
                  </a:lnTo>
                  <a:lnTo>
                    <a:pt x="552284" y="1448908"/>
                  </a:lnTo>
                  <a:lnTo>
                    <a:pt x="548579" y="1442475"/>
                  </a:lnTo>
                  <a:lnTo>
                    <a:pt x="542565" y="1440766"/>
                  </a:lnTo>
                  <a:lnTo>
                    <a:pt x="537725" y="1434100"/>
                  </a:lnTo>
                  <a:lnTo>
                    <a:pt x="533770" y="1431468"/>
                  </a:lnTo>
                  <a:lnTo>
                    <a:pt x="533068" y="1429933"/>
                  </a:lnTo>
                  <a:lnTo>
                    <a:pt x="529431" y="1421975"/>
                  </a:lnTo>
                  <a:lnTo>
                    <a:pt x="528497" y="1415214"/>
                  </a:lnTo>
                  <a:lnTo>
                    <a:pt x="527011" y="1410193"/>
                  </a:lnTo>
                  <a:lnTo>
                    <a:pt x="526493" y="1401700"/>
                  </a:lnTo>
                  <a:lnTo>
                    <a:pt x="523827" y="1398069"/>
                  </a:lnTo>
                  <a:lnTo>
                    <a:pt x="529233" y="1391880"/>
                  </a:lnTo>
                  <a:lnTo>
                    <a:pt x="530944" y="1388610"/>
                  </a:lnTo>
                  <a:lnTo>
                    <a:pt x="528437" y="1384394"/>
                  </a:lnTo>
                  <a:lnTo>
                    <a:pt x="529730" y="1377822"/>
                  </a:lnTo>
                  <a:lnTo>
                    <a:pt x="528300" y="1371138"/>
                  </a:lnTo>
                  <a:lnTo>
                    <a:pt x="524173" y="1363792"/>
                  </a:lnTo>
                  <a:lnTo>
                    <a:pt x="527935" y="1357398"/>
                  </a:lnTo>
                  <a:lnTo>
                    <a:pt x="528269" y="1355414"/>
                  </a:lnTo>
                  <a:lnTo>
                    <a:pt x="529221" y="1349780"/>
                  </a:lnTo>
                  <a:lnTo>
                    <a:pt x="531076" y="1341241"/>
                  </a:lnTo>
                  <a:lnTo>
                    <a:pt x="546675" y="1269759"/>
                  </a:lnTo>
                  <a:lnTo>
                    <a:pt x="547409" y="1266407"/>
                  </a:lnTo>
                  <a:lnTo>
                    <a:pt x="550181" y="1253643"/>
                  </a:lnTo>
                  <a:lnTo>
                    <a:pt x="553016" y="1240609"/>
                  </a:lnTo>
                  <a:lnTo>
                    <a:pt x="562851" y="1195532"/>
                  </a:lnTo>
                  <a:lnTo>
                    <a:pt x="569412" y="1165998"/>
                  </a:lnTo>
                  <a:lnTo>
                    <a:pt x="571258" y="1157704"/>
                  </a:lnTo>
                  <a:lnTo>
                    <a:pt x="573417" y="1148017"/>
                  </a:lnTo>
                  <a:lnTo>
                    <a:pt x="581961" y="1111799"/>
                  </a:lnTo>
                  <a:lnTo>
                    <a:pt x="588460" y="1083275"/>
                  </a:lnTo>
                  <a:lnTo>
                    <a:pt x="593693" y="1060154"/>
                  </a:lnTo>
                  <a:lnTo>
                    <a:pt x="597907" y="1041573"/>
                  </a:lnTo>
                  <a:lnTo>
                    <a:pt x="619733" y="1046221"/>
                  </a:lnTo>
                  <a:lnTo>
                    <a:pt x="646693" y="1051950"/>
                  </a:lnTo>
                  <a:lnTo>
                    <a:pt x="675972" y="1057951"/>
                  </a:lnTo>
                  <a:lnTo>
                    <a:pt x="663151" y="1118897"/>
                  </a:lnTo>
                  <a:lnTo>
                    <a:pt x="662618" y="1121438"/>
                  </a:lnTo>
                  <a:lnTo>
                    <a:pt x="658248" y="1142386"/>
                  </a:lnTo>
                  <a:lnTo>
                    <a:pt x="655855" y="1153839"/>
                  </a:lnTo>
                  <a:lnTo>
                    <a:pt x="653528" y="1164986"/>
                  </a:lnTo>
                  <a:lnTo>
                    <a:pt x="650322" y="1180261"/>
                  </a:lnTo>
                  <a:lnTo>
                    <a:pt x="650791" y="1182306"/>
                  </a:lnTo>
                  <a:lnTo>
                    <a:pt x="651138" y="1183815"/>
                  </a:lnTo>
                  <a:lnTo>
                    <a:pt x="654978" y="1194183"/>
                  </a:lnTo>
                  <a:lnTo>
                    <a:pt x="658386" y="1201894"/>
                  </a:lnTo>
                  <a:lnTo>
                    <a:pt x="662193" y="1206244"/>
                  </a:lnTo>
                  <a:lnTo>
                    <a:pt x="661662" y="1213016"/>
                  </a:lnTo>
                  <a:lnTo>
                    <a:pt x="669159" y="1222712"/>
                  </a:lnTo>
                  <a:lnTo>
                    <a:pt x="667096" y="1227634"/>
                  </a:lnTo>
                  <a:lnTo>
                    <a:pt x="669750" y="1232151"/>
                  </a:lnTo>
                  <a:lnTo>
                    <a:pt x="666379" y="1237477"/>
                  </a:lnTo>
                  <a:lnTo>
                    <a:pt x="665638" y="1242884"/>
                  </a:lnTo>
                  <a:lnTo>
                    <a:pt x="671125" y="1250463"/>
                  </a:lnTo>
                  <a:lnTo>
                    <a:pt x="665743" y="1252511"/>
                  </a:lnTo>
                  <a:lnTo>
                    <a:pt x="663338" y="1257053"/>
                  </a:lnTo>
                  <a:lnTo>
                    <a:pt x="672905" y="1265421"/>
                  </a:lnTo>
                  <a:lnTo>
                    <a:pt x="675445" y="1272654"/>
                  </a:lnTo>
                  <a:lnTo>
                    <a:pt x="679754" y="1277225"/>
                  </a:lnTo>
                  <a:lnTo>
                    <a:pt x="687442" y="1281234"/>
                  </a:lnTo>
                  <a:lnTo>
                    <a:pt x="690920" y="1283095"/>
                  </a:lnTo>
                  <a:lnTo>
                    <a:pt x="692680" y="1289293"/>
                  </a:lnTo>
                  <a:lnTo>
                    <a:pt x="694834" y="1294178"/>
                  </a:lnTo>
                  <a:lnTo>
                    <a:pt x="699269" y="1300590"/>
                  </a:lnTo>
                  <a:lnTo>
                    <a:pt x="703277" y="1310232"/>
                  </a:lnTo>
                  <a:lnTo>
                    <a:pt x="706462" y="1315818"/>
                  </a:lnTo>
                  <a:lnTo>
                    <a:pt x="708552" y="1322637"/>
                  </a:lnTo>
                  <a:lnTo>
                    <a:pt x="713471" y="1328483"/>
                  </a:lnTo>
                  <a:lnTo>
                    <a:pt x="715856" y="1331311"/>
                  </a:lnTo>
                  <a:lnTo>
                    <a:pt x="713458" y="1336727"/>
                  </a:lnTo>
                  <a:lnTo>
                    <a:pt x="717361" y="1344599"/>
                  </a:lnTo>
                  <a:lnTo>
                    <a:pt x="724133" y="1350070"/>
                  </a:lnTo>
                  <a:lnTo>
                    <a:pt x="725116" y="1355319"/>
                  </a:lnTo>
                  <a:lnTo>
                    <a:pt x="730832" y="1356209"/>
                  </a:lnTo>
                  <a:lnTo>
                    <a:pt x="732489" y="1357581"/>
                  </a:lnTo>
                  <a:lnTo>
                    <a:pt x="736237" y="1360681"/>
                  </a:lnTo>
                  <a:lnTo>
                    <a:pt x="735421" y="1367477"/>
                  </a:lnTo>
                  <a:lnTo>
                    <a:pt x="737830" y="1368632"/>
                  </a:lnTo>
                  <a:lnTo>
                    <a:pt x="741306" y="1370296"/>
                  </a:lnTo>
                  <a:lnTo>
                    <a:pt x="749277" y="1371152"/>
                  </a:lnTo>
                  <a:lnTo>
                    <a:pt x="757456" y="1370132"/>
                  </a:lnTo>
                  <a:lnTo>
                    <a:pt x="759236" y="1372203"/>
                  </a:lnTo>
                  <a:lnTo>
                    <a:pt x="760309" y="1373451"/>
                  </a:lnTo>
                  <a:lnTo>
                    <a:pt x="757868" y="1381780"/>
                  </a:lnTo>
                  <a:lnTo>
                    <a:pt x="754608" y="1390021"/>
                  </a:lnTo>
                  <a:lnTo>
                    <a:pt x="750090" y="1390397"/>
                  </a:lnTo>
                  <a:lnTo>
                    <a:pt x="749674" y="1401340"/>
                  </a:lnTo>
                  <a:lnTo>
                    <a:pt x="745954" y="1403793"/>
                  </a:lnTo>
                  <a:lnTo>
                    <a:pt x="743462" y="1413021"/>
                  </a:lnTo>
                  <a:lnTo>
                    <a:pt x="741823" y="1417408"/>
                  </a:lnTo>
                  <a:lnTo>
                    <a:pt x="740285" y="1421779"/>
                  </a:lnTo>
                  <a:lnTo>
                    <a:pt x="739195" y="1429593"/>
                  </a:lnTo>
                  <a:lnTo>
                    <a:pt x="733256" y="1429295"/>
                  </a:lnTo>
                  <a:lnTo>
                    <a:pt x="731743" y="1434400"/>
                  </a:lnTo>
                  <a:lnTo>
                    <a:pt x="736280" y="1438805"/>
                  </a:lnTo>
                  <a:lnTo>
                    <a:pt x="733076" y="1446689"/>
                  </a:lnTo>
                  <a:lnTo>
                    <a:pt x="735440" y="1452430"/>
                  </a:lnTo>
                  <a:lnTo>
                    <a:pt x="738132" y="1456339"/>
                  </a:lnTo>
                  <a:lnTo>
                    <a:pt x="736093" y="1462310"/>
                  </a:lnTo>
                  <a:lnTo>
                    <a:pt x="737557" y="1466270"/>
                  </a:lnTo>
                  <a:lnTo>
                    <a:pt x="734012" y="1469045"/>
                  </a:lnTo>
                  <a:lnTo>
                    <a:pt x="725589" y="1469967"/>
                  </a:lnTo>
                  <a:lnTo>
                    <a:pt x="720480" y="1476142"/>
                  </a:lnTo>
                  <a:lnTo>
                    <a:pt x="724080" y="1484127"/>
                  </a:lnTo>
                  <a:lnTo>
                    <a:pt x="723336" y="1490731"/>
                  </a:lnTo>
                  <a:lnTo>
                    <a:pt x="719848" y="1492430"/>
                  </a:lnTo>
                  <a:lnTo>
                    <a:pt x="718666" y="1497766"/>
                  </a:lnTo>
                  <a:lnTo>
                    <a:pt x="719407" y="1500630"/>
                  </a:lnTo>
                  <a:lnTo>
                    <a:pt x="720309" y="1504106"/>
                  </a:lnTo>
                  <a:lnTo>
                    <a:pt x="724197" y="1506747"/>
                  </a:lnTo>
                  <a:lnTo>
                    <a:pt x="730590" y="1514407"/>
                  </a:lnTo>
                  <a:lnTo>
                    <a:pt x="737950" y="1517267"/>
                  </a:lnTo>
                  <a:lnTo>
                    <a:pt x="741544" y="1510663"/>
                  </a:lnTo>
                  <a:lnTo>
                    <a:pt x="747292" y="1510712"/>
                  </a:lnTo>
                  <a:lnTo>
                    <a:pt x="757381" y="1505100"/>
                  </a:lnTo>
                  <a:lnTo>
                    <a:pt x="764277" y="1499984"/>
                  </a:lnTo>
                  <a:lnTo>
                    <a:pt x="765131" y="1494800"/>
                  </a:lnTo>
                  <a:lnTo>
                    <a:pt x="768982" y="1494907"/>
                  </a:lnTo>
                  <a:lnTo>
                    <a:pt x="770572" y="1497473"/>
                  </a:lnTo>
                  <a:lnTo>
                    <a:pt x="773961" y="1502930"/>
                  </a:lnTo>
                  <a:lnTo>
                    <a:pt x="776718" y="1506008"/>
                  </a:lnTo>
                  <a:lnTo>
                    <a:pt x="780925" y="1509463"/>
                  </a:lnTo>
                  <a:lnTo>
                    <a:pt x="779576" y="1519227"/>
                  </a:lnTo>
                  <a:lnTo>
                    <a:pt x="782341" y="1525076"/>
                  </a:lnTo>
                  <a:lnTo>
                    <a:pt x="780929" y="1531540"/>
                  </a:lnTo>
                  <a:lnTo>
                    <a:pt x="782680" y="1537243"/>
                  </a:lnTo>
                  <a:lnTo>
                    <a:pt x="781143" y="1544545"/>
                  </a:lnTo>
                  <a:lnTo>
                    <a:pt x="786584" y="1556939"/>
                  </a:lnTo>
                  <a:lnTo>
                    <a:pt x="790852" y="1571115"/>
                  </a:lnTo>
                  <a:lnTo>
                    <a:pt x="795761" y="1575555"/>
                  </a:lnTo>
                  <a:lnTo>
                    <a:pt x="799996" y="1581412"/>
                  </a:lnTo>
                  <a:lnTo>
                    <a:pt x="800150" y="1588048"/>
                  </a:lnTo>
                  <a:lnTo>
                    <a:pt x="798081" y="1594455"/>
                  </a:lnTo>
                  <a:lnTo>
                    <a:pt x="794987" y="1599333"/>
                  </a:lnTo>
                  <a:lnTo>
                    <a:pt x="798102" y="1608487"/>
                  </a:lnTo>
                  <a:lnTo>
                    <a:pt x="801861" y="1610096"/>
                  </a:lnTo>
                  <a:lnTo>
                    <a:pt x="807686" y="1615603"/>
                  </a:lnTo>
                  <a:lnTo>
                    <a:pt x="812882" y="1613437"/>
                  </a:lnTo>
                  <a:lnTo>
                    <a:pt x="821751" y="1622256"/>
                  </a:lnTo>
                  <a:lnTo>
                    <a:pt x="823253" y="1629598"/>
                  </a:lnTo>
                  <a:lnTo>
                    <a:pt x="826179" y="1640080"/>
                  </a:lnTo>
                  <a:lnTo>
                    <a:pt x="824124" y="1646320"/>
                  </a:lnTo>
                  <a:lnTo>
                    <a:pt x="827682" y="1654337"/>
                  </a:lnTo>
                  <a:lnTo>
                    <a:pt x="826757" y="1660088"/>
                  </a:lnTo>
                  <a:lnTo>
                    <a:pt x="830535" y="1667648"/>
                  </a:lnTo>
                  <a:lnTo>
                    <a:pt x="835884" y="1673104"/>
                  </a:lnTo>
                  <a:lnTo>
                    <a:pt x="841172" y="1670810"/>
                  </a:lnTo>
                  <a:lnTo>
                    <a:pt x="841646" y="1670604"/>
                  </a:lnTo>
                  <a:lnTo>
                    <a:pt x="841779" y="1666203"/>
                  </a:lnTo>
                  <a:lnTo>
                    <a:pt x="851009" y="1660520"/>
                  </a:lnTo>
                  <a:lnTo>
                    <a:pt x="853463" y="1660422"/>
                  </a:lnTo>
                  <a:lnTo>
                    <a:pt x="862481" y="1663361"/>
                  </a:lnTo>
                  <a:lnTo>
                    <a:pt x="873507" y="1666472"/>
                  </a:lnTo>
                  <a:lnTo>
                    <a:pt x="880403" y="1671573"/>
                  </a:lnTo>
                  <a:lnTo>
                    <a:pt x="884410" y="1662004"/>
                  </a:lnTo>
                  <a:lnTo>
                    <a:pt x="891501" y="1658098"/>
                  </a:lnTo>
                  <a:lnTo>
                    <a:pt x="896665" y="1662032"/>
                  </a:lnTo>
                  <a:lnTo>
                    <a:pt x="904824" y="1665160"/>
                  </a:lnTo>
                  <a:lnTo>
                    <a:pt x="912939" y="1665225"/>
                  </a:lnTo>
                  <a:lnTo>
                    <a:pt x="927712" y="1664110"/>
                  </a:lnTo>
                  <a:lnTo>
                    <a:pt x="932239" y="1671367"/>
                  </a:lnTo>
                  <a:lnTo>
                    <a:pt x="942172" y="1666716"/>
                  </a:lnTo>
                  <a:lnTo>
                    <a:pt x="949731" y="1668201"/>
                  </a:lnTo>
                  <a:lnTo>
                    <a:pt x="954443" y="1669123"/>
                  </a:lnTo>
                  <a:lnTo>
                    <a:pt x="958749" y="1666255"/>
                  </a:lnTo>
                  <a:lnTo>
                    <a:pt x="964829" y="1654991"/>
                  </a:lnTo>
                  <a:lnTo>
                    <a:pt x="966151" y="1653128"/>
                  </a:lnTo>
                  <a:lnTo>
                    <a:pt x="968169" y="1650282"/>
                  </a:lnTo>
                  <a:lnTo>
                    <a:pt x="973461" y="1646683"/>
                  </a:lnTo>
                  <a:lnTo>
                    <a:pt x="974078" y="1647266"/>
                  </a:lnTo>
                  <a:lnTo>
                    <a:pt x="978277" y="1651221"/>
                  </a:lnTo>
                  <a:lnTo>
                    <a:pt x="982101" y="1658828"/>
                  </a:lnTo>
                  <a:lnTo>
                    <a:pt x="985227" y="1664911"/>
                  </a:lnTo>
                  <a:lnTo>
                    <a:pt x="986397" y="1671074"/>
                  </a:lnTo>
                  <a:lnTo>
                    <a:pt x="990784" y="1676710"/>
                  </a:lnTo>
                  <a:lnTo>
                    <a:pt x="991901" y="1682155"/>
                  </a:lnTo>
                  <a:lnTo>
                    <a:pt x="998027" y="1685463"/>
                  </a:lnTo>
                  <a:lnTo>
                    <a:pt x="996347" y="1697697"/>
                  </a:lnTo>
                  <a:lnTo>
                    <a:pt x="992051" y="1729805"/>
                  </a:lnTo>
                  <a:lnTo>
                    <a:pt x="989965" y="1746038"/>
                  </a:lnTo>
                  <a:lnTo>
                    <a:pt x="988775" y="1755310"/>
                  </a:lnTo>
                  <a:lnTo>
                    <a:pt x="985139" y="1782534"/>
                  </a:lnTo>
                  <a:lnTo>
                    <a:pt x="982104" y="1805599"/>
                  </a:lnTo>
                  <a:lnTo>
                    <a:pt x="979101" y="1828483"/>
                  </a:lnTo>
                  <a:lnTo>
                    <a:pt x="975125" y="1858527"/>
                  </a:lnTo>
                  <a:lnTo>
                    <a:pt x="974261" y="1865065"/>
                  </a:lnTo>
                  <a:lnTo>
                    <a:pt x="973364" y="1871850"/>
                  </a:lnTo>
                  <a:lnTo>
                    <a:pt x="969425" y="1901704"/>
                  </a:lnTo>
                  <a:lnTo>
                    <a:pt x="965828" y="1927442"/>
                  </a:lnTo>
                  <a:lnTo>
                    <a:pt x="962999" y="1947728"/>
                  </a:lnTo>
                  <a:lnTo>
                    <a:pt x="957368" y="1990670"/>
                  </a:lnTo>
                  <a:lnTo>
                    <a:pt x="927460" y="1986629"/>
                  </a:lnTo>
                  <a:lnTo>
                    <a:pt x="918565" y="1985523"/>
                  </a:lnTo>
                  <a:lnTo>
                    <a:pt x="915239" y="1985059"/>
                  </a:lnTo>
                  <a:lnTo>
                    <a:pt x="893069" y="1981929"/>
                  </a:lnTo>
                  <a:lnTo>
                    <a:pt x="860332" y="1977334"/>
                  </a:lnTo>
                  <a:lnTo>
                    <a:pt x="855827" y="1976524"/>
                  </a:lnTo>
                  <a:lnTo>
                    <a:pt x="846233" y="1974788"/>
                  </a:lnTo>
                  <a:lnTo>
                    <a:pt x="811340" y="1969513"/>
                  </a:lnTo>
                  <a:lnTo>
                    <a:pt x="779204" y="1964688"/>
                  </a:lnTo>
                  <a:lnTo>
                    <a:pt x="756587" y="1961276"/>
                  </a:lnTo>
                  <a:lnTo>
                    <a:pt x="734053" y="1957918"/>
                  </a:lnTo>
                  <a:lnTo>
                    <a:pt x="704773" y="1953570"/>
                  </a:lnTo>
                  <a:lnTo>
                    <a:pt x="684575" y="1949438"/>
                  </a:lnTo>
                  <a:lnTo>
                    <a:pt x="662812" y="1945559"/>
                  </a:lnTo>
                  <a:lnTo>
                    <a:pt x="634149" y="1940393"/>
                  </a:lnTo>
                  <a:lnTo>
                    <a:pt x="607022" y="1934748"/>
                  </a:lnTo>
                  <a:lnTo>
                    <a:pt x="594429" y="1932571"/>
                  </a:lnTo>
                  <a:lnTo>
                    <a:pt x="569438" y="1928185"/>
                  </a:lnTo>
                  <a:lnTo>
                    <a:pt x="541278" y="1922607"/>
                  </a:lnTo>
                  <a:lnTo>
                    <a:pt x="519215" y="1918370"/>
                  </a:lnTo>
                  <a:lnTo>
                    <a:pt x="477516" y="1909950"/>
                  </a:lnTo>
                  <a:lnTo>
                    <a:pt x="451113" y="1904519"/>
                  </a:lnTo>
                  <a:lnTo>
                    <a:pt x="415885" y="1896816"/>
                  </a:lnTo>
                  <a:lnTo>
                    <a:pt x="415168" y="1896658"/>
                  </a:lnTo>
                  <a:lnTo>
                    <a:pt x="424628" y="1850327"/>
                  </a:lnTo>
                  <a:lnTo>
                    <a:pt x="435464" y="1797872"/>
                  </a:lnTo>
                  <a:lnTo>
                    <a:pt x="440939" y="1771240"/>
                  </a:lnTo>
                  <a:lnTo>
                    <a:pt x="455446" y="1701420"/>
                  </a:lnTo>
                  <a:lnTo>
                    <a:pt x="457706" y="1691140"/>
                  </a:lnTo>
                  <a:lnTo>
                    <a:pt x="461562" y="1673631"/>
                  </a:lnTo>
                  <a:lnTo>
                    <a:pt x="466346" y="1667325"/>
                  </a:lnTo>
                  <a:lnTo>
                    <a:pt x="467542" y="1665746"/>
                  </a:lnTo>
                  <a:lnTo>
                    <a:pt x="471183" y="1655362"/>
                  </a:lnTo>
                  <a:lnTo>
                    <a:pt x="474330" y="1650101"/>
                  </a:lnTo>
                  <a:lnTo>
                    <a:pt x="472287" y="1642513"/>
                  </a:lnTo>
                  <a:lnTo>
                    <a:pt x="480908" y="1635755"/>
                  </a:lnTo>
                  <a:lnTo>
                    <a:pt x="481117" y="1635591"/>
                  </a:lnTo>
                  <a:lnTo>
                    <a:pt x="481168" y="1632388"/>
                  </a:lnTo>
                  <a:lnTo>
                    <a:pt x="476104" y="1629435"/>
                  </a:lnTo>
                  <a:lnTo>
                    <a:pt x="476611" y="1624235"/>
                  </a:lnTo>
                  <a:lnTo>
                    <a:pt x="469083" y="1622421"/>
                  </a:lnTo>
                  <a:lnTo>
                    <a:pt x="464788" y="1616340"/>
                  </a:lnTo>
                  <a:lnTo>
                    <a:pt x="460038" y="1617703"/>
                  </a:lnTo>
                  <a:lnTo>
                    <a:pt x="456772" y="1613228"/>
                  </a:lnTo>
                  <a:lnTo>
                    <a:pt x="457413" y="1612332"/>
                  </a:lnTo>
                  <a:lnTo>
                    <a:pt x="459962" y="1608771"/>
                  </a:lnTo>
                  <a:lnTo>
                    <a:pt x="458649" y="1604454"/>
                  </a:lnTo>
                  <a:close/>
                </a:path>
              </a:pathLst>
            </a:custGeom>
            <a:solidFill>
              <a:srgbClr val="ECB185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h79"/>
            <p:cNvSpPr/>
            <p:nvPr/>
          </p:nvSpPr>
          <p:spPr>
            <a:xfrm>
              <a:off x="4339973" y="1985995"/>
              <a:ext cx="859621" cy="1970929"/>
            </a:xfrm>
            <a:custGeom>
              <a:avLst/>
              <a:pathLst>
                <a:path w="859621" h="1970929">
                  <a:moveTo>
                    <a:pt x="457200" y="1600200"/>
                  </a:moveTo>
                  <a:lnTo>
                    <a:pt x="457485" y="1594102"/>
                  </a:lnTo>
                  <a:lnTo>
                    <a:pt x="457609" y="1591437"/>
                  </a:lnTo>
                  <a:lnTo>
                    <a:pt x="459156" y="1584717"/>
                  </a:lnTo>
                  <a:lnTo>
                    <a:pt x="463199" y="1577315"/>
                  </a:lnTo>
                  <a:lnTo>
                    <a:pt x="467316" y="1574278"/>
                  </a:lnTo>
                  <a:lnTo>
                    <a:pt x="466001" y="1567790"/>
                  </a:lnTo>
                  <a:lnTo>
                    <a:pt x="466406" y="1560450"/>
                  </a:lnTo>
                  <a:lnTo>
                    <a:pt x="463609" y="1557735"/>
                  </a:lnTo>
                  <a:lnTo>
                    <a:pt x="464910" y="1551592"/>
                  </a:lnTo>
                  <a:lnTo>
                    <a:pt x="467763" y="1547428"/>
                  </a:lnTo>
                  <a:lnTo>
                    <a:pt x="476061" y="1543435"/>
                  </a:lnTo>
                  <a:lnTo>
                    <a:pt x="481779" y="1542960"/>
                  </a:lnTo>
                  <a:lnTo>
                    <a:pt x="481911" y="1542843"/>
                  </a:lnTo>
                  <a:lnTo>
                    <a:pt x="487523" y="1537903"/>
                  </a:lnTo>
                  <a:lnTo>
                    <a:pt x="487423" y="1534567"/>
                  </a:lnTo>
                  <a:lnTo>
                    <a:pt x="487326" y="1531371"/>
                  </a:lnTo>
                  <a:lnTo>
                    <a:pt x="488872" y="1524381"/>
                  </a:lnTo>
                  <a:lnTo>
                    <a:pt x="488218" y="1519277"/>
                  </a:lnTo>
                  <a:lnTo>
                    <a:pt x="492121" y="1512938"/>
                  </a:lnTo>
                  <a:lnTo>
                    <a:pt x="497074" y="1506917"/>
                  </a:lnTo>
                  <a:lnTo>
                    <a:pt x="499623" y="1501392"/>
                  </a:lnTo>
                  <a:lnTo>
                    <a:pt x="499410" y="1493253"/>
                  </a:lnTo>
                  <a:lnTo>
                    <a:pt x="498134" y="1487063"/>
                  </a:lnTo>
                  <a:lnTo>
                    <a:pt x="498062" y="1486714"/>
                  </a:lnTo>
                  <a:lnTo>
                    <a:pt x="497094" y="1482021"/>
                  </a:lnTo>
                  <a:lnTo>
                    <a:pt x="492640" y="1476070"/>
                  </a:lnTo>
                  <a:lnTo>
                    <a:pt x="488539" y="1476073"/>
                  </a:lnTo>
                  <a:lnTo>
                    <a:pt x="484205" y="1470504"/>
                  </a:lnTo>
                  <a:lnTo>
                    <a:pt x="480704" y="1466431"/>
                  </a:lnTo>
                  <a:lnTo>
                    <a:pt x="483329" y="1455599"/>
                  </a:lnTo>
                  <a:lnTo>
                    <a:pt x="483494" y="1454914"/>
                  </a:lnTo>
                  <a:lnTo>
                    <a:pt x="483712" y="1451206"/>
                  </a:lnTo>
                  <a:lnTo>
                    <a:pt x="486450" y="1444086"/>
                  </a:lnTo>
                  <a:lnTo>
                    <a:pt x="492021" y="1442666"/>
                  </a:lnTo>
                  <a:lnTo>
                    <a:pt x="496032" y="1443122"/>
                  </a:lnTo>
                  <a:lnTo>
                    <a:pt x="500973" y="1439398"/>
                  </a:lnTo>
                  <a:lnTo>
                    <a:pt x="508400" y="1437980"/>
                  </a:lnTo>
                  <a:lnTo>
                    <a:pt x="516244" y="1436859"/>
                  </a:lnTo>
                  <a:lnTo>
                    <a:pt x="523466" y="1432241"/>
                  </a:lnTo>
                  <a:lnTo>
                    <a:pt x="527414" y="1427867"/>
                  </a:lnTo>
                  <a:lnTo>
                    <a:pt x="532724" y="1426851"/>
                  </a:lnTo>
                  <a:lnTo>
                    <a:pt x="537441" y="1425800"/>
                  </a:lnTo>
                  <a:lnTo>
                    <a:pt x="541098" y="1420437"/>
                  </a:lnTo>
                  <a:lnTo>
                    <a:pt x="545631" y="1417811"/>
                  </a:lnTo>
                  <a:lnTo>
                    <a:pt x="547630" y="1415194"/>
                  </a:lnTo>
                  <a:lnTo>
                    <a:pt x="546956" y="1407017"/>
                  </a:lnTo>
                  <a:lnTo>
                    <a:pt x="548556" y="1403032"/>
                  </a:lnTo>
                  <a:lnTo>
                    <a:pt x="548338" y="1398834"/>
                  </a:lnTo>
                  <a:lnTo>
                    <a:pt x="548249" y="1397131"/>
                  </a:lnTo>
                  <a:lnTo>
                    <a:pt x="553419" y="1391804"/>
                  </a:lnTo>
                  <a:lnTo>
                    <a:pt x="553952" y="1391369"/>
                  </a:lnTo>
                  <a:lnTo>
                    <a:pt x="559203" y="1387078"/>
                  </a:lnTo>
                  <a:lnTo>
                    <a:pt x="558662" y="1383048"/>
                  </a:lnTo>
                  <a:lnTo>
                    <a:pt x="559597" y="1378031"/>
                  </a:lnTo>
                  <a:lnTo>
                    <a:pt x="559564" y="1372261"/>
                  </a:lnTo>
                  <a:lnTo>
                    <a:pt x="559558" y="1371216"/>
                  </a:lnTo>
                  <a:lnTo>
                    <a:pt x="560213" y="1363890"/>
                  </a:lnTo>
                  <a:lnTo>
                    <a:pt x="557930" y="1359517"/>
                  </a:lnTo>
                  <a:lnTo>
                    <a:pt x="557479" y="1358654"/>
                  </a:lnTo>
                  <a:lnTo>
                    <a:pt x="556733" y="1350475"/>
                  </a:lnTo>
                  <a:lnTo>
                    <a:pt x="551887" y="1345702"/>
                  </a:lnTo>
                  <a:lnTo>
                    <a:pt x="545891" y="1343239"/>
                  </a:lnTo>
                  <a:lnTo>
                    <a:pt x="541409" y="1341365"/>
                  </a:lnTo>
                  <a:lnTo>
                    <a:pt x="539171" y="1340428"/>
                  </a:lnTo>
                  <a:lnTo>
                    <a:pt x="532957" y="1336655"/>
                  </a:lnTo>
                  <a:lnTo>
                    <a:pt x="529648" y="1332166"/>
                  </a:lnTo>
                  <a:lnTo>
                    <a:pt x="530312" y="1326861"/>
                  </a:lnTo>
                  <a:lnTo>
                    <a:pt x="527128" y="1322587"/>
                  </a:lnTo>
                  <a:lnTo>
                    <a:pt x="523319" y="1319957"/>
                  </a:lnTo>
                  <a:lnTo>
                    <a:pt x="519998" y="1317661"/>
                  </a:lnTo>
                  <a:lnTo>
                    <a:pt x="515155" y="1313749"/>
                  </a:lnTo>
                  <a:lnTo>
                    <a:pt x="512743" y="1312932"/>
                  </a:lnTo>
                  <a:lnTo>
                    <a:pt x="507283" y="1310504"/>
                  </a:lnTo>
                  <a:lnTo>
                    <a:pt x="507129" y="1305940"/>
                  </a:lnTo>
                  <a:lnTo>
                    <a:pt x="525851" y="1303929"/>
                  </a:lnTo>
                  <a:lnTo>
                    <a:pt x="526816" y="1303812"/>
                  </a:lnTo>
                  <a:lnTo>
                    <a:pt x="545264" y="1301542"/>
                  </a:lnTo>
                  <a:lnTo>
                    <a:pt x="572233" y="1298496"/>
                  </a:lnTo>
                  <a:lnTo>
                    <a:pt x="580312" y="1297600"/>
                  </a:lnTo>
                  <a:lnTo>
                    <a:pt x="611609" y="1294045"/>
                  </a:lnTo>
                  <a:lnTo>
                    <a:pt x="619951" y="1293095"/>
                  </a:lnTo>
                  <a:lnTo>
                    <a:pt x="623187" y="1292724"/>
                  </a:lnTo>
                  <a:lnTo>
                    <a:pt x="650290" y="1289560"/>
                  </a:lnTo>
                  <a:lnTo>
                    <a:pt x="652519" y="1289295"/>
                  </a:lnTo>
                  <a:lnTo>
                    <a:pt x="661821" y="1288135"/>
                  </a:lnTo>
                  <a:lnTo>
                    <a:pt x="676681" y="1286257"/>
                  </a:lnTo>
                  <a:lnTo>
                    <a:pt x="682959" y="1285455"/>
                  </a:lnTo>
                  <a:lnTo>
                    <a:pt x="701088" y="1282744"/>
                  </a:lnTo>
                  <a:lnTo>
                    <a:pt x="704280" y="1282274"/>
                  </a:lnTo>
                  <a:lnTo>
                    <a:pt x="719377" y="1280035"/>
                  </a:lnTo>
                  <a:lnTo>
                    <a:pt x="727315" y="1278846"/>
                  </a:lnTo>
                  <a:lnTo>
                    <a:pt x="728902" y="1278636"/>
                  </a:lnTo>
                  <a:lnTo>
                    <a:pt x="765041" y="1273762"/>
                  </a:lnTo>
                  <a:lnTo>
                    <a:pt x="766066" y="1282590"/>
                  </a:lnTo>
                  <a:lnTo>
                    <a:pt x="765547" y="1290105"/>
                  </a:lnTo>
                  <a:lnTo>
                    <a:pt x="765366" y="1297698"/>
                  </a:lnTo>
                  <a:lnTo>
                    <a:pt x="765560" y="1298141"/>
                  </a:lnTo>
                  <a:lnTo>
                    <a:pt x="770115" y="1308564"/>
                  </a:lnTo>
                  <a:lnTo>
                    <a:pt x="770196" y="1308749"/>
                  </a:lnTo>
                  <a:lnTo>
                    <a:pt x="774908" y="1315064"/>
                  </a:lnTo>
                  <a:lnTo>
                    <a:pt x="776973" y="1317813"/>
                  </a:lnTo>
                  <a:lnTo>
                    <a:pt x="782396" y="1322646"/>
                  </a:lnTo>
                  <a:lnTo>
                    <a:pt x="782544" y="1322777"/>
                  </a:lnTo>
                  <a:lnTo>
                    <a:pt x="783284" y="1323436"/>
                  </a:lnTo>
                  <a:lnTo>
                    <a:pt x="785346" y="1328993"/>
                  </a:lnTo>
                  <a:lnTo>
                    <a:pt x="789132" y="1337786"/>
                  </a:lnTo>
                  <a:lnTo>
                    <a:pt x="791708" y="1343762"/>
                  </a:lnTo>
                  <a:lnTo>
                    <a:pt x="792488" y="1344486"/>
                  </a:lnTo>
                  <a:lnTo>
                    <a:pt x="792979" y="1344942"/>
                  </a:lnTo>
                  <a:lnTo>
                    <a:pt x="793025" y="1346050"/>
                  </a:lnTo>
                  <a:lnTo>
                    <a:pt x="793022" y="1347758"/>
                  </a:lnTo>
                  <a:lnTo>
                    <a:pt x="793792" y="1349925"/>
                  </a:lnTo>
                  <a:lnTo>
                    <a:pt x="794113" y="1350830"/>
                  </a:lnTo>
                  <a:lnTo>
                    <a:pt x="796220" y="1354072"/>
                  </a:lnTo>
                  <a:lnTo>
                    <a:pt x="800014" y="1359907"/>
                  </a:lnTo>
                  <a:lnTo>
                    <a:pt x="803072" y="1361681"/>
                  </a:lnTo>
                  <a:lnTo>
                    <a:pt x="803815" y="1363736"/>
                  </a:lnTo>
                  <a:lnTo>
                    <a:pt x="804119" y="1364575"/>
                  </a:lnTo>
                  <a:lnTo>
                    <a:pt x="804414" y="1366503"/>
                  </a:lnTo>
                  <a:lnTo>
                    <a:pt x="807591" y="1388522"/>
                  </a:lnTo>
                  <a:lnTo>
                    <a:pt x="808631" y="1395854"/>
                  </a:lnTo>
                  <a:lnTo>
                    <a:pt x="811638" y="1417095"/>
                  </a:lnTo>
                  <a:lnTo>
                    <a:pt x="814044" y="1433353"/>
                  </a:lnTo>
                  <a:lnTo>
                    <a:pt x="816615" y="1450756"/>
                  </a:lnTo>
                  <a:lnTo>
                    <a:pt x="816882" y="1452542"/>
                  </a:lnTo>
                  <a:lnTo>
                    <a:pt x="818998" y="1466675"/>
                  </a:lnTo>
                  <a:lnTo>
                    <a:pt x="821850" y="1486230"/>
                  </a:lnTo>
                  <a:lnTo>
                    <a:pt x="825462" y="1511057"/>
                  </a:lnTo>
                  <a:lnTo>
                    <a:pt x="826201" y="1516509"/>
                  </a:lnTo>
                  <a:lnTo>
                    <a:pt x="826441" y="1518279"/>
                  </a:lnTo>
                  <a:lnTo>
                    <a:pt x="830216" y="1546193"/>
                  </a:lnTo>
                  <a:lnTo>
                    <a:pt x="831961" y="1558853"/>
                  </a:lnTo>
                  <a:lnTo>
                    <a:pt x="833475" y="1569859"/>
                  </a:lnTo>
                  <a:lnTo>
                    <a:pt x="834276" y="1575682"/>
                  </a:lnTo>
                  <a:lnTo>
                    <a:pt x="836552" y="1591527"/>
                  </a:lnTo>
                  <a:lnTo>
                    <a:pt x="840405" y="1618405"/>
                  </a:lnTo>
                  <a:lnTo>
                    <a:pt x="841455" y="1625492"/>
                  </a:lnTo>
                  <a:lnTo>
                    <a:pt x="843829" y="1641521"/>
                  </a:lnTo>
                  <a:lnTo>
                    <a:pt x="843970" y="1642473"/>
                  </a:lnTo>
                  <a:lnTo>
                    <a:pt x="846115" y="1657441"/>
                  </a:lnTo>
                  <a:lnTo>
                    <a:pt x="841819" y="1659042"/>
                  </a:lnTo>
                  <a:lnTo>
                    <a:pt x="840207" y="1662739"/>
                  </a:lnTo>
                  <a:lnTo>
                    <a:pt x="841683" y="1669252"/>
                  </a:lnTo>
                  <a:lnTo>
                    <a:pt x="842012" y="1670704"/>
                  </a:lnTo>
                  <a:lnTo>
                    <a:pt x="844214" y="1674943"/>
                  </a:lnTo>
                  <a:lnTo>
                    <a:pt x="838961" y="1681323"/>
                  </a:lnTo>
                  <a:lnTo>
                    <a:pt x="839313" y="1682391"/>
                  </a:lnTo>
                  <a:lnTo>
                    <a:pt x="841528" y="1689105"/>
                  </a:lnTo>
                  <a:lnTo>
                    <a:pt x="847335" y="1693831"/>
                  </a:lnTo>
                  <a:lnTo>
                    <a:pt x="847688" y="1700784"/>
                  </a:lnTo>
                  <a:lnTo>
                    <a:pt x="852942" y="1703724"/>
                  </a:lnTo>
                  <a:lnTo>
                    <a:pt x="854247" y="1711610"/>
                  </a:lnTo>
                  <a:lnTo>
                    <a:pt x="854175" y="1711841"/>
                  </a:lnTo>
                  <a:lnTo>
                    <a:pt x="852925" y="1715847"/>
                  </a:lnTo>
                  <a:lnTo>
                    <a:pt x="854488" y="1718520"/>
                  </a:lnTo>
                  <a:lnTo>
                    <a:pt x="856240" y="1721515"/>
                  </a:lnTo>
                  <a:lnTo>
                    <a:pt x="859621" y="1729660"/>
                  </a:lnTo>
                  <a:lnTo>
                    <a:pt x="856564" y="1740210"/>
                  </a:lnTo>
                  <a:lnTo>
                    <a:pt x="850079" y="1745985"/>
                  </a:lnTo>
                  <a:lnTo>
                    <a:pt x="849271" y="1752519"/>
                  </a:lnTo>
                  <a:lnTo>
                    <a:pt x="848632" y="1755367"/>
                  </a:lnTo>
                  <a:lnTo>
                    <a:pt x="847886" y="1758691"/>
                  </a:lnTo>
                  <a:lnTo>
                    <a:pt x="849020" y="1762192"/>
                  </a:lnTo>
                  <a:lnTo>
                    <a:pt x="843818" y="1766998"/>
                  </a:lnTo>
                  <a:lnTo>
                    <a:pt x="841982" y="1772843"/>
                  </a:lnTo>
                  <a:lnTo>
                    <a:pt x="841300" y="1775047"/>
                  </a:lnTo>
                  <a:lnTo>
                    <a:pt x="839340" y="1781375"/>
                  </a:lnTo>
                  <a:lnTo>
                    <a:pt x="835415" y="1789951"/>
                  </a:lnTo>
                  <a:lnTo>
                    <a:pt x="828685" y="1795800"/>
                  </a:lnTo>
                  <a:lnTo>
                    <a:pt x="823379" y="1800496"/>
                  </a:lnTo>
                  <a:lnTo>
                    <a:pt x="823379" y="1801390"/>
                  </a:lnTo>
                  <a:lnTo>
                    <a:pt x="823381" y="1805467"/>
                  </a:lnTo>
                  <a:lnTo>
                    <a:pt x="828821" y="1810439"/>
                  </a:lnTo>
                  <a:lnTo>
                    <a:pt x="826333" y="1817324"/>
                  </a:lnTo>
                  <a:lnTo>
                    <a:pt x="824507" y="1823176"/>
                  </a:lnTo>
                  <a:lnTo>
                    <a:pt x="820845" y="1826834"/>
                  </a:lnTo>
                  <a:lnTo>
                    <a:pt x="823406" y="1835149"/>
                  </a:lnTo>
                  <a:lnTo>
                    <a:pt x="822185" y="1844095"/>
                  </a:lnTo>
                  <a:lnTo>
                    <a:pt x="820795" y="1847447"/>
                  </a:lnTo>
                  <a:lnTo>
                    <a:pt x="820205" y="1848868"/>
                  </a:lnTo>
                  <a:lnTo>
                    <a:pt x="824965" y="1855318"/>
                  </a:lnTo>
                  <a:lnTo>
                    <a:pt x="822835" y="1862737"/>
                  </a:lnTo>
                  <a:lnTo>
                    <a:pt x="816507" y="1869358"/>
                  </a:lnTo>
                  <a:lnTo>
                    <a:pt x="814510" y="1875020"/>
                  </a:lnTo>
                  <a:lnTo>
                    <a:pt x="818496" y="1884375"/>
                  </a:lnTo>
                  <a:lnTo>
                    <a:pt x="818613" y="1884649"/>
                  </a:lnTo>
                  <a:lnTo>
                    <a:pt x="825127" y="1889256"/>
                  </a:lnTo>
                  <a:lnTo>
                    <a:pt x="826117" y="1892215"/>
                  </a:lnTo>
                  <a:lnTo>
                    <a:pt x="826771" y="1894167"/>
                  </a:lnTo>
                  <a:lnTo>
                    <a:pt x="817864" y="1898070"/>
                  </a:lnTo>
                  <a:lnTo>
                    <a:pt x="805930" y="1901567"/>
                  </a:lnTo>
                  <a:lnTo>
                    <a:pt x="799192" y="1908506"/>
                  </a:lnTo>
                  <a:lnTo>
                    <a:pt x="793294" y="1907272"/>
                  </a:lnTo>
                  <a:lnTo>
                    <a:pt x="793043" y="1907219"/>
                  </a:lnTo>
                  <a:lnTo>
                    <a:pt x="788763" y="1910506"/>
                  </a:lnTo>
                  <a:lnTo>
                    <a:pt x="787667" y="1918305"/>
                  </a:lnTo>
                  <a:lnTo>
                    <a:pt x="785723" y="1924678"/>
                  </a:lnTo>
                  <a:lnTo>
                    <a:pt x="791045" y="1932820"/>
                  </a:lnTo>
                  <a:lnTo>
                    <a:pt x="796766" y="1940838"/>
                  </a:lnTo>
                  <a:lnTo>
                    <a:pt x="795633" y="1947431"/>
                  </a:lnTo>
                  <a:lnTo>
                    <a:pt x="793017" y="1951605"/>
                  </a:lnTo>
                  <a:lnTo>
                    <a:pt x="792265" y="1951727"/>
                  </a:lnTo>
                  <a:lnTo>
                    <a:pt x="791611" y="1951834"/>
                  </a:lnTo>
                  <a:lnTo>
                    <a:pt x="787586" y="1952486"/>
                  </a:lnTo>
                  <a:lnTo>
                    <a:pt x="784426" y="1950813"/>
                  </a:lnTo>
                  <a:lnTo>
                    <a:pt x="779028" y="1947951"/>
                  </a:lnTo>
                  <a:lnTo>
                    <a:pt x="770481" y="1945556"/>
                  </a:lnTo>
                  <a:lnTo>
                    <a:pt x="764471" y="1944674"/>
                  </a:lnTo>
                  <a:lnTo>
                    <a:pt x="755782" y="1940607"/>
                  </a:lnTo>
                  <a:lnTo>
                    <a:pt x="746217" y="1938144"/>
                  </a:lnTo>
                  <a:lnTo>
                    <a:pt x="745820" y="1938042"/>
                  </a:lnTo>
                  <a:lnTo>
                    <a:pt x="745648" y="1938075"/>
                  </a:lnTo>
                  <a:lnTo>
                    <a:pt x="739077" y="1939337"/>
                  </a:lnTo>
                  <a:lnTo>
                    <a:pt x="734012" y="1944471"/>
                  </a:lnTo>
                  <a:lnTo>
                    <a:pt x="730700" y="1950896"/>
                  </a:lnTo>
                  <a:lnTo>
                    <a:pt x="724907" y="1960015"/>
                  </a:lnTo>
                  <a:lnTo>
                    <a:pt x="725082" y="1960256"/>
                  </a:lnTo>
                  <a:lnTo>
                    <a:pt x="729599" y="1966456"/>
                  </a:lnTo>
                  <a:lnTo>
                    <a:pt x="729737" y="1970929"/>
                  </a:lnTo>
                  <a:lnTo>
                    <a:pt x="723504" y="1970775"/>
                  </a:lnTo>
                  <a:lnTo>
                    <a:pt x="716964" y="1968400"/>
                  </a:lnTo>
                  <a:lnTo>
                    <a:pt x="711791" y="1967382"/>
                  </a:lnTo>
                  <a:lnTo>
                    <a:pt x="706540" y="1966345"/>
                  </a:lnTo>
                  <a:lnTo>
                    <a:pt x="703225" y="1959173"/>
                  </a:lnTo>
                  <a:lnTo>
                    <a:pt x="694922" y="1949604"/>
                  </a:lnTo>
                  <a:lnTo>
                    <a:pt x="692563" y="1941735"/>
                  </a:lnTo>
                  <a:lnTo>
                    <a:pt x="691239" y="1940952"/>
                  </a:lnTo>
                  <a:lnTo>
                    <a:pt x="687585" y="1938788"/>
                  </a:lnTo>
                  <a:lnTo>
                    <a:pt x="689113" y="1933227"/>
                  </a:lnTo>
                  <a:lnTo>
                    <a:pt x="691005" y="1931773"/>
                  </a:lnTo>
                  <a:lnTo>
                    <a:pt x="695225" y="1928525"/>
                  </a:lnTo>
                  <a:lnTo>
                    <a:pt x="694699" y="1922166"/>
                  </a:lnTo>
                  <a:lnTo>
                    <a:pt x="689409" y="1915450"/>
                  </a:lnTo>
                  <a:lnTo>
                    <a:pt x="684461" y="1908145"/>
                  </a:lnTo>
                  <a:lnTo>
                    <a:pt x="685077" y="1904425"/>
                  </a:lnTo>
                  <a:lnTo>
                    <a:pt x="685312" y="1903006"/>
                  </a:lnTo>
                  <a:lnTo>
                    <a:pt x="685526" y="1901710"/>
                  </a:lnTo>
                  <a:lnTo>
                    <a:pt x="683652" y="1896320"/>
                  </a:lnTo>
                  <a:lnTo>
                    <a:pt x="681115" y="1887696"/>
                  </a:lnTo>
                  <a:lnTo>
                    <a:pt x="673959" y="1885201"/>
                  </a:lnTo>
                  <a:lnTo>
                    <a:pt x="665963" y="1881705"/>
                  </a:lnTo>
                  <a:lnTo>
                    <a:pt x="663559" y="1877379"/>
                  </a:lnTo>
                  <a:lnTo>
                    <a:pt x="662395" y="1875281"/>
                  </a:lnTo>
                  <a:lnTo>
                    <a:pt x="653488" y="1871281"/>
                  </a:lnTo>
                  <a:lnTo>
                    <a:pt x="646078" y="1866071"/>
                  </a:lnTo>
                  <a:lnTo>
                    <a:pt x="639521" y="1871039"/>
                  </a:lnTo>
                  <a:lnTo>
                    <a:pt x="638424" y="1869993"/>
                  </a:lnTo>
                  <a:lnTo>
                    <a:pt x="633874" y="1865648"/>
                  </a:lnTo>
                  <a:lnTo>
                    <a:pt x="635093" y="1859565"/>
                  </a:lnTo>
                  <a:lnTo>
                    <a:pt x="629845" y="1859757"/>
                  </a:lnTo>
                  <a:lnTo>
                    <a:pt x="622158" y="1855017"/>
                  </a:lnTo>
                  <a:lnTo>
                    <a:pt x="617296" y="1851200"/>
                  </a:lnTo>
                  <a:lnTo>
                    <a:pt x="609224" y="1847554"/>
                  </a:lnTo>
                  <a:lnTo>
                    <a:pt x="607689" y="1846860"/>
                  </a:lnTo>
                  <a:lnTo>
                    <a:pt x="603930" y="1843123"/>
                  </a:lnTo>
                  <a:lnTo>
                    <a:pt x="596445" y="1837267"/>
                  </a:lnTo>
                  <a:lnTo>
                    <a:pt x="591675" y="1830973"/>
                  </a:lnTo>
                  <a:lnTo>
                    <a:pt x="589673" y="1820323"/>
                  </a:lnTo>
                  <a:lnTo>
                    <a:pt x="591148" y="1813365"/>
                  </a:lnTo>
                  <a:lnTo>
                    <a:pt x="591939" y="1812086"/>
                  </a:lnTo>
                  <a:lnTo>
                    <a:pt x="596218" y="1805160"/>
                  </a:lnTo>
                  <a:lnTo>
                    <a:pt x="597126" y="1797846"/>
                  </a:lnTo>
                  <a:lnTo>
                    <a:pt x="597810" y="1794987"/>
                  </a:lnTo>
                  <a:lnTo>
                    <a:pt x="598198" y="1793364"/>
                  </a:lnTo>
                  <a:lnTo>
                    <a:pt x="598625" y="1791576"/>
                  </a:lnTo>
                  <a:lnTo>
                    <a:pt x="603922" y="1782590"/>
                  </a:lnTo>
                  <a:lnTo>
                    <a:pt x="603560" y="1776569"/>
                  </a:lnTo>
                  <a:lnTo>
                    <a:pt x="601845" y="1773325"/>
                  </a:lnTo>
                  <a:lnTo>
                    <a:pt x="599900" y="1768737"/>
                  </a:lnTo>
                  <a:lnTo>
                    <a:pt x="603444" y="1762484"/>
                  </a:lnTo>
                  <a:lnTo>
                    <a:pt x="607668" y="1757837"/>
                  </a:lnTo>
                  <a:lnTo>
                    <a:pt x="607484" y="1752406"/>
                  </a:lnTo>
                  <a:lnTo>
                    <a:pt x="599436" y="1748237"/>
                  </a:lnTo>
                  <a:lnTo>
                    <a:pt x="595395" y="1746140"/>
                  </a:lnTo>
                  <a:lnTo>
                    <a:pt x="590850" y="1745617"/>
                  </a:lnTo>
                  <a:lnTo>
                    <a:pt x="588659" y="1745365"/>
                  </a:lnTo>
                  <a:lnTo>
                    <a:pt x="578841" y="1741927"/>
                  </a:lnTo>
                  <a:lnTo>
                    <a:pt x="573529" y="1742372"/>
                  </a:lnTo>
                  <a:lnTo>
                    <a:pt x="571910" y="1742508"/>
                  </a:lnTo>
                  <a:lnTo>
                    <a:pt x="569495" y="1749217"/>
                  </a:lnTo>
                  <a:lnTo>
                    <a:pt x="564683" y="1754725"/>
                  </a:lnTo>
                  <a:lnTo>
                    <a:pt x="560815" y="1754632"/>
                  </a:lnTo>
                  <a:lnTo>
                    <a:pt x="554270" y="1749718"/>
                  </a:lnTo>
                  <a:lnTo>
                    <a:pt x="553664" y="1747982"/>
                  </a:lnTo>
                  <a:lnTo>
                    <a:pt x="551592" y="1742038"/>
                  </a:lnTo>
                  <a:lnTo>
                    <a:pt x="547104" y="1733803"/>
                  </a:lnTo>
                  <a:lnTo>
                    <a:pt x="549611" y="1727691"/>
                  </a:lnTo>
                  <a:lnTo>
                    <a:pt x="546381" y="1721767"/>
                  </a:lnTo>
                  <a:lnTo>
                    <a:pt x="543948" y="1712880"/>
                  </a:lnTo>
                  <a:lnTo>
                    <a:pt x="542892" y="1709022"/>
                  </a:lnTo>
                  <a:lnTo>
                    <a:pt x="531265" y="1699746"/>
                  </a:lnTo>
                  <a:lnTo>
                    <a:pt x="521415" y="1693451"/>
                  </a:lnTo>
                  <a:lnTo>
                    <a:pt x="521195" y="1693309"/>
                  </a:lnTo>
                  <a:lnTo>
                    <a:pt x="510965" y="1688471"/>
                  </a:lnTo>
                  <a:lnTo>
                    <a:pt x="507895" y="1683027"/>
                  </a:lnTo>
                  <a:lnTo>
                    <a:pt x="503906" y="1677951"/>
                  </a:lnTo>
                  <a:lnTo>
                    <a:pt x="499247" y="1677564"/>
                  </a:lnTo>
                  <a:lnTo>
                    <a:pt x="496195" y="1672119"/>
                  </a:lnTo>
                  <a:lnTo>
                    <a:pt x="495294" y="1671433"/>
                  </a:lnTo>
                  <a:lnTo>
                    <a:pt x="485578" y="1664025"/>
                  </a:lnTo>
                  <a:lnTo>
                    <a:pt x="482507" y="1661793"/>
                  </a:lnTo>
                  <a:lnTo>
                    <a:pt x="476086" y="1657117"/>
                  </a:lnTo>
                  <a:lnTo>
                    <a:pt x="476019" y="1653413"/>
                  </a:lnTo>
                  <a:lnTo>
                    <a:pt x="475953" y="1649817"/>
                  </a:lnTo>
                  <a:lnTo>
                    <a:pt x="472096" y="1646024"/>
                  </a:lnTo>
                  <a:lnTo>
                    <a:pt x="468172" y="1643385"/>
                  </a:lnTo>
                  <a:lnTo>
                    <a:pt x="468084" y="1635618"/>
                  </a:lnTo>
                  <a:lnTo>
                    <a:pt x="466877" y="1631055"/>
                  </a:lnTo>
                  <a:lnTo>
                    <a:pt x="466839" y="1630913"/>
                  </a:lnTo>
                  <a:lnTo>
                    <a:pt x="461501" y="1622353"/>
                  </a:lnTo>
                  <a:lnTo>
                    <a:pt x="459497" y="1615197"/>
                  </a:lnTo>
                  <a:lnTo>
                    <a:pt x="457024" y="1603931"/>
                  </a:lnTo>
                  <a:close/>
                </a:path>
              </a:pathLst>
            </a:custGeom>
            <a:solidFill>
              <a:srgbClr val="EAAA8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h80"/>
            <p:cNvSpPr/>
            <p:nvPr/>
          </p:nvSpPr>
          <p:spPr>
            <a:xfrm>
              <a:off x="4703568" y="2233242"/>
              <a:ext cx="752080" cy="1609397"/>
            </a:xfrm>
            <a:custGeom>
              <a:avLst/>
              <a:pathLst>
                <a:path w="752080" h="1609397">
                  <a:moveTo>
                    <a:pt x="457200" y="1600200"/>
                  </a:moveTo>
                  <a:lnTo>
                    <a:pt x="458590" y="1596848"/>
                  </a:lnTo>
                  <a:lnTo>
                    <a:pt x="459811" y="1587902"/>
                  </a:lnTo>
                  <a:lnTo>
                    <a:pt x="457250" y="1579587"/>
                  </a:lnTo>
                  <a:lnTo>
                    <a:pt x="460912" y="1575929"/>
                  </a:lnTo>
                  <a:lnTo>
                    <a:pt x="462738" y="1570077"/>
                  </a:lnTo>
                  <a:lnTo>
                    <a:pt x="465226" y="1563192"/>
                  </a:lnTo>
                  <a:lnTo>
                    <a:pt x="459785" y="1558220"/>
                  </a:lnTo>
                  <a:lnTo>
                    <a:pt x="459784" y="1554143"/>
                  </a:lnTo>
                  <a:lnTo>
                    <a:pt x="459784" y="1553249"/>
                  </a:lnTo>
                  <a:lnTo>
                    <a:pt x="465090" y="1548553"/>
                  </a:lnTo>
                  <a:lnTo>
                    <a:pt x="471819" y="1542704"/>
                  </a:lnTo>
                  <a:lnTo>
                    <a:pt x="475745" y="1534128"/>
                  </a:lnTo>
                  <a:lnTo>
                    <a:pt x="477705" y="1527800"/>
                  </a:lnTo>
                  <a:lnTo>
                    <a:pt x="478387" y="1525596"/>
                  </a:lnTo>
                  <a:lnTo>
                    <a:pt x="480222" y="1519751"/>
                  </a:lnTo>
                  <a:lnTo>
                    <a:pt x="485425" y="1514945"/>
                  </a:lnTo>
                  <a:lnTo>
                    <a:pt x="484290" y="1511444"/>
                  </a:lnTo>
                  <a:lnTo>
                    <a:pt x="485037" y="1508120"/>
                  </a:lnTo>
                  <a:lnTo>
                    <a:pt x="485676" y="1505272"/>
                  </a:lnTo>
                  <a:lnTo>
                    <a:pt x="486484" y="1498738"/>
                  </a:lnTo>
                  <a:lnTo>
                    <a:pt x="492969" y="1492963"/>
                  </a:lnTo>
                  <a:lnTo>
                    <a:pt x="496026" y="1482413"/>
                  </a:lnTo>
                  <a:lnTo>
                    <a:pt x="492644" y="1474268"/>
                  </a:lnTo>
                  <a:lnTo>
                    <a:pt x="490892" y="1471273"/>
                  </a:lnTo>
                  <a:lnTo>
                    <a:pt x="489330" y="1468600"/>
                  </a:lnTo>
                  <a:lnTo>
                    <a:pt x="490579" y="1464593"/>
                  </a:lnTo>
                  <a:lnTo>
                    <a:pt x="490651" y="1464363"/>
                  </a:lnTo>
                  <a:lnTo>
                    <a:pt x="489347" y="1456477"/>
                  </a:lnTo>
                  <a:lnTo>
                    <a:pt x="484093" y="1453537"/>
                  </a:lnTo>
                  <a:lnTo>
                    <a:pt x="483740" y="1446584"/>
                  </a:lnTo>
                  <a:lnTo>
                    <a:pt x="477932" y="1441858"/>
                  </a:lnTo>
                  <a:lnTo>
                    <a:pt x="475718" y="1435144"/>
                  </a:lnTo>
                  <a:lnTo>
                    <a:pt x="475365" y="1434076"/>
                  </a:lnTo>
                  <a:lnTo>
                    <a:pt x="480618" y="1427696"/>
                  </a:lnTo>
                  <a:lnTo>
                    <a:pt x="478416" y="1423457"/>
                  </a:lnTo>
                  <a:lnTo>
                    <a:pt x="478087" y="1422005"/>
                  </a:lnTo>
                  <a:lnTo>
                    <a:pt x="476611" y="1415492"/>
                  </a:lnTo>
                  <a:lnTo>
                    <a:pt x="478223" y="1411795"/>
                  </a:lnTo>
                  <a:lnTo>
                    <a:pt x="482520" y="1410194"/>
                  </a:lnTo>
                  <a:lnTo>
                    <a:pt x="480375" y="1395226"/>
                  </a:lnTo>
                  <a:lnTo>
                    <a:pt x="480234" y="1394274"/>
                  </a:lnTo>
                  <a:lnTo>
                    <a:pt x="477860" y="1378245"/>
                  </a:lnTo>
                  <a:lnTo>
                    <a:pt x="476809" y="1371158"/>
                  </a:lnTo>
                  <a:lnTo>
                    <a:pt x="472957" y="1344280"/>
                  </a:lnTo>
                  <a:lnTo>
                    <a:pt x="470680" y="1328435"/>
                  </a:lnTo>
                  <a:lnTo>
                    <a:pt x="469880" y="1322612"/>
                  </a:lnTo>
                  <a:lnTo>
                    <a:pt x="468366" y="1311606"/>
                  </a:lnTo>
                  <a:lnTo>
                    <a:pt x="466621" y="1298946"/>
                  </a:lnTo>
                  <a:lnTo>
                    <a:pt x="462846" y="1271032"/>
                  </a:lnTo>
                  <a:lnTo>
                    <a:pt x="462606" y="1269262"/>
                  </a:lnTo>
                  <a:lnTo>
                    <a:pt x="461866" y="1263810"/>
                  </a:lnTo>
                  <a:lnTo>
                    <a:pt x="458255" y="1238983"/>
                  </a:lnTo>
                  <a:lnTo>
                    <a:pt x="455403" y="1219428"/>
                  </a:lnTo>
                  <a:lnTo>
                    <a:pt x="453287" y="1205295"/>
                  </a:lnTo>
                  <a:lnTo>
                    <a:pt x="453019" y="1203509"/>
                  </a:lnTo>
                  <a:lnTo>
                    <a:pt x="450449" y="1186106"/>
                  </a:lnTo>
                  <a:lnTo>
                    <a:pt x="448041" y="1169833"/>
                  </a:lnTo>
                  <a:lnTo>
                    <a:pt x="445036" y="1148607"/>
                  </a:lnTo>
                  <a:lnTo>
                    <a:pt x="443995" y="1141275"/>
                  </a:lnTo>
                  <a:lnTo>
                    <a:pt x="440818" y="1119256"/>
                  </a:lnTo>
                  <a:lnTo>
                    <a:pt x="446345" y="1122879"/>
                  </a:lnTo>
                  <a:lnTo>
                    <a:pt x="451089" y="1120210"/>
                  </a:lnTo>
                  <a:lnTo>
                    <a:pt x="456782" y="1126719"/>
                  </a:lnTo>
                  <a:lnTo>
                    <a:pt x="466465" y="1126365"/>
                  </a:lnTo>
                  <a:lnTo>
                    <a:pt x="469851" y="1124754"/>
                  </a:lnTo>
                  <a:lnTo>
                    <a:pt x="478322" y="1120715"/>
                  </a:lnTo>
                  <a:lnTo>
                    <a:pt x="486818" y="1116288"/>
                  </a:lnTo>
                  <a:lnTo>
                    <a:pt x="494705" y="1109742"/>
                  </a:lnTo>
                  <a:lnTo>
                    <a:pt x="496671" y="1108107"/>
                  </a:lnTo>
                  <a:lnTo>
                    <a:pt x="503726" y="1102761"/>
                  </a:lnTo>
                  <a:lnTo>
                    <a:pt x="515151" y="1100942"/>
                  </a:lnTo>
                  <a:lnTo>
                    <a:pt x="520594" y="1100070"/>
                  </a:lnTo>
                  <a:lnTo>
                    <a:pt x="531159" y="1098332"/>
                  </a:lnTo>
                  <a:lnTo>
                    <a:pt x="533206" y="1097993"/>
                  </a:lnTo>
                  <a:lnTo>
                    <a:pt x="558325" y="1093704"/>
                  </a:lnTo>
                  <a:lnTo>
                    <a:pt x="573226" y="1091197"/>
                  </a:lnTo>
                  <a:lnTo>
                    <a:pt x="597931" y="1086974"/>
                  </a:lnTo>
                  <a:lnTo>
                    <a:pt x="609900" y="1084837"/>
                  </a:lnTo>
                  <a:lnTo>
                    <a:pt x="643312" y="1078764"/>
                  </a:lnTo>
                  <a:lnTo>
                    <a:pt x="648703" y="1077769"/>
                  </a:lnTo>
                  <a:lnTo>
                    <a:pt x="651979" y="1077165"/>
                  </a:lnTo>
                  <a:lnTo>
                    <a:pt x="685722" y="1070855"/>
                  </a:lnTo>
                  <a:lnTo>
                    <a:pt x="687468" y="1070524"/>
                  </a:lnTo>
                  <a:lnTo>
                    <a:pt x="688876" y="1078398"/>
                  </a:lnTo>
                  <a:lnTo>
                    <a:pt x="692664" y="1098746"/>
                  </a:lnTo>
                  <a:lnTo>
                    <a:pt x="695035" y="1111509"/>
                  </a:lnTo>
                  <a:lnTo>
                    <a:pt x="695439" y="1113687"/>
                  </a:lnTo>
                  <a:lnTo>
                    <a:pt x="698518" y="1130538"/>
                  </a:lnTo>
                  <a:lnTo>
                    <a:pt x="698929" y="1132792"/>
                  </a:lnTo>
                  <a:lnTo>
                    <a:pt x="701863" y="1148881"/>
                  </a:lnTo>
                  <a:lnTo>
                    <a:pt x="704807" y="1165081"/>
                  </a:lnTo>
                  <a:lnTo>
                    <a:pt x="706295" y="1173278"/>
                  </a:lnTo>
                  <a:lnTo>
                    <a:pt x="710617" y="1197132"/>
                  </a:lnTo>
                  <a:lnTo>
                    <a:pt x="714007" y="1216276"/>
                  </a:lnTo>
                  <a:lnTo>
                    <a:pt x="715535" y="1224920"/>
                  </a:lnTo>
                  <a:lnTo>
                    <a:pt x="718645" y="1243242"/>
                  </a:lnTo>
                  <a:lnTo>
                    <a:pt x="719502" y="1248493"/>
                  </a:lnTo>
                  <a:lnTo>
                    <a:pt x="722107" y="1264482"/>
                  </a:lnTo>
                  <a:lnTo>
                    <a:pt x="723567" y="1273461"/>
                  </a:lnTo>
                  <a:lnTo>
                    <a:pt x="725650" y="1286024"/>
                  </a:lnTo>
                  <a:lnTo>
                    <a:pt x="727445" y="1296867"/>
                  </a:lnTo>
                  <a:lnTo>
                    <a:pt x="731312" y="1320280"/>
                  </a:lnTo>
                  <a:lnTo>
                    <a:pt x="734592" y="1339803"/>
                  </a:lnTo>
                  <a:lnTo>
                    <a:pt x="735536" y="1345427"/>
                  </a:lnTo>
                  <a:lnTo>
                    <a:pt x="738217" y="1361433"/>
                  </a:lnTo>
                  <a:lnTo>
                    <a:pt x="739944" y="1372089"/>
                  </a:lnTo>
                  <a:lnTo>
                    <a:pt x="741496" y="1381675"/>
                  </a:lnTo>
                  <a:lnTo>
                    <a:pt x="744105" y="1396619"/>
                  </a:lnTo>
                  <a:lnTo>
                    <a:pt x="740856" y="1400687"/>
                  </a:lnTo>
                  <a:lnTo>
                    <a:pt x="737952" y="1404485"/>
                  </a:lnTo>
                  <a:lnTo>
                    <a:pt x="740258" y="1406737"/>
                  </a:lnTo>
                  <a:lnTo>
                    <a:pt x="743568" y="1409967"/>
                  </a:lnTo>
                  <a:lnTo>
                    <a:pt x="746005" y="1414515"/>
                  </a:lnTo>
                  <a:lnTo>
                    <a:pt x="742601" y="1420354"/>
                  </a:lnTo>
                  <a:lnTo>
                    <a:pt x="744015" y="1420924"/>
                  </a:lnTo>
                  <a:lnTo>
                    <a:pt x="747578" y="1422358"/>
                  </a:lnTo>
                  <a:lnTo>
                    <a:pt x="752080" y="1423427"/>
                  </a:lnTo>
                  <a:lnTo>
                    <a:pt x="751405" y="1426466"/>
                  </a:lnTo>
                  <a:lnTo>
                    <a:pt x="751155" y="1427590"/>
                  </a:lnTo>
                  <a:lnTo>
                    <a:pt x="751620" y="1435693"/>
                  </a:lnTo>
                  <a:lnTo>
                    <a:pt x="747349" y="1435961"/>
                  </a:lnTo>
                  <a:lnTo>
                    <a:pt x="737568" y="1439310"/>
                  </a:lnTo>
                  <a:lnTo>
                    <a:pt x="732415" y="1442726"/>
                  </a:lnTo>
                  <a:lnTo>
                    <a:pt x="727932" y="1445693"/>
                  </a:lnTo>
                  <a:lnTo>
                    <a:pt x="721764" y="1452656"/>
                  </a:lnTo>
                  <a:lnTo>
                    <a:pt x="718077" y="1454314"/>
                  </a:lnTo>
                  <a:lnTo>
                    <a:pt x="716494" y="1453356"/>
                  </a:lnTo>
                  <a:lnTo>
                    <a:pt x="712461" y="1450913"/>
                  </a:lnTo>
                  <a:lnTo>
                    <a:pt x="708572" y="1449250"/>
                  </a:lnTo>
                  <a:lnTo>
                    <a:pt x="703259" y="1451008"/>
                  </a:lnTo>
                  <a:lnTo>
                    <a:pt x="702486" y="1451263"/>
                  </a:lnTo>
                  <a:lnTo>
                    <a:pt x="696775" y="1452020"/>
                  </a:lnTo>
                  <a:lnTo>
                    <a:pt x="692629" y="1455618"/>
                  </a:lnTo>
                  <a:lnTo>
                    <a:pt x="694697" y="1462086"/>
                  </a:lnTo>
                  <a:lnTo>
                    <a:pt x="696187" y="1469539"/>
                  </a:lnTo>
                  <a:lnTo>
                    <a:pt x="696886" y="1470933"/>
                  </a:lnTo>
                  <a:lnTo>
                    <a:pt x="699211" y="1475572"/>
                  </a:lnTo>
                  <a:lnTo>
                    <a:pt x="697993" y="1478625"/>
                  </a:lnTo>
                  <a:lnTo>
                    <a:pt x="694458" y="1481761"/>
                  </a:lnTo>
                  <a:lnTo>
                    <a:pt x="692842" y="1486577"/>
                  </a:lnTo>
                  <a:lnTo>
                    <a:pt x="684698" y="1490257"/>
                  </a:lnTo>
                  <a:lnTo>
                    <a:pt x="682128" y="1494930"/>
                  </a:lnTo>
                  <a:lnTo>
                    <a:pt x="681677" y="1499899"/>
                  </a:lnTo>
                  <a:lnTo>
                    <a:pt x="681262" y="1504456"/>
                  </a:lnTo>
                  <a:lnTo>
                    <a:pt x="678628" y="1510911"/>
                  </a:lnTo>
                  <a:lnTo>
                    <a:pt x="672711" y="1515428"/>
                  </a:lnTo>
                  <a:lnTo>
                    <a:pt x="668333" y="1514912"/>
                  </a:lnTo>
                  <a:lnTo>
                    <a:pt x="666155" y="1514655"/>
                  </a:lnTo>
                  <a:lnTo>
                    <a:pt x="664752" y="1520354"/>
                  </a:lnTo>
                  <a:lnTo>
                    <a:pt x="660468" y="1527569"/>
                  </a:lnTo>
                  <a:lnTo>
                    <a:pt x="660526" y="1528639"/>
                  </a:lnTo>
                  <a:lnTo>
                    <a:pt x="660986" y="1537254"/>
                  </a:lnTo>
                  <a:lnTo>
                    <a:pt x="660940" y="1547665"/>
                  </a:lnTo>
                  <a:lnTo>
                    <a:pt x="658382" y="1549837"/>
                  </a:lnTo>
                  <a:lnTo>
                    <a:pt x="656261" y="1551636"/>
                  </a:lnTo>
                  <a:lnTo>
                    <a:pt x="654446" y="1553502"/>
                  </a:lnTo>
                  <a:lnTo>
                    <a:pt x="651375" y="1556655"/>
                  </a:lnTo>
                  <a:lnTo>
                    <a:pt x="644614" y="1552934"/>
                  </a:lnTo>
                  <a:lnTo>
                    <a:pt x="633695" y="1553138"/>
                  </a:lnTo>
                  <a:lnTo>
                    <a:pt x="625270" y="1544879"/>
                  </a:lnTo>
                  <a:lnTo>
                    <a:pt x="620233" y="1539547"/>
                  </a:lnTo>
                  <a:lnTo>
                    <a:pt x="614316" y="1543403"/>
                  </a:lnTo>
                  <a:lnTo>
                    <a:pt x="610519" y="1548805"/>
                  </a:lnTo>
                  <a:lnTo>
                    <a:pt x="607632" y="1554393"/>
                  </a:lnTo>
                  <a:lnTo>
                    <a:pt x="606123" y="1554963"/>
                  </a:lnTo>
                  <a:lnTo>
                    <a:pt x="602965" y="1556153"/>
                  </a:lnTo>
                  <a:lnTo>
                    <a:pt x="603953" y="1564829"/>
                  </a:lnTo>
                  <a:lnTo>
                    <a:pt x="606702" y="1572616"/>
                  </a:lnTo>
                  <a:lnTo>
                    <a:pt x="597884" y="1573567"/>
                  </a:lnTo>
                  <a:lnTo>
                    <a:pt x="597398" y="1580439"/>
                  </a:lnTo>
                  <a:lnTo>
                    <a:pt x="594127" y="1579450"/>
                  </a:lnTo>
                  <a:lnTo>
                    <a:pt x="592916" y="1579083"/>
                  </a:lnTo>
                  <a:lnTo>
                    <a:pt x="586309" y="1577218"/>
                  </a:lnTo>
                  <a:lnTo>
                    <a:pt x="579552" y="1570256"/>
                  </a:lnTo>
                  <a:lnTo>
                    <a:pt x="575820" y="1565735"/>
                  </a:lnTo>
                  <a:lnTo>
                    <a:pt x="575582" y="1565910"/>
                  </a:lnTo>
                  <a:lnTo>
                    <a:pt x="570025" y="1569983"/>
                  </a:lnTo>
                  <a:lnTo>
                    <a:pt x="565661" y="1575187"/>
                  </a:lnTo>
                  <a:lnTo>
                    <a:pt x="560992" y="1577091"/>
                  </a:lnTo>
                  <a:lnTo>
                    <a:pt x="557950" y="1578331"/>
                  </a:lnTo>
                  <a:lnTo>
                    <a:pt x="555584" y="1584320"/>
                  </a:lnTo>
                  <a:lnTo>
                    <a:pt x="555006" y="1590403"/>
                  </a:lnTo>
                  <a:lnTo>
                    <a:pt x="551444" y="1598491"/>
                  </a:lnTo>
                  <a:lnTo>
                    <a:pt x="547646" y="1594095"/>
                  </a:lnTo>
                  <a:lnTo>
                    <a:pt x="542915" y="1590538"/>
                  </a:lnTo>
                  <a:lnTo>
                    <a:pt x="535170" y="1588471"/>
                  </a:lnTo>
                  <a:lnTo>
                    <a:pt x="533561" y="1587700"/>
                  </a:lnTo>
                  <a:lnTo>
                    <a:pt x="529982" y="1585985"/>
                  </a:lnTo>
                  <a:lnTo>
                    <a:pt x="527038" y="1584573"/>
                  </a:lnTo>
                  <a:lnTo>
                    <a:pt x="517993" y="1581363"/>
                  </a:lnTo>
                  <a:lnTo>
                    <a:pt x="515267" y="1583150"/>
                  </a:lnTo>
                  <a:lnTo>
                    <a:pt x="511859" y="1585383"/>
                  </a:lnTo>
                  <a:lnTo>
                    <a:pt x="505480" y="1585693"/>
                  </a:lnTo>
                  <a:lnTo>
                    <a:pt x="500396" y="1589805"/>
                  </a:lnTo>
                  <a:lnTo>
                    <a:pt x="499516" y="1595831"/>
                  </a:lnTo>
                  <a:lnTo>
                    <a:pt x="494038" y="1596147"/>
                  </a:lnTo>
                  <a:lnTo>
                    <a:pt x="490519" y="1593261"/>
                  </a:lnTo>
                  <a:lnTo>
                    <a:pt x="489349" y="1592302"/>
                  </a:lnTo>
                  <a:lnTo>
                    <a:pt x="481454" y="1595591"/>
                  </a:lnTo>
                  <a:lnTo>
                    <a:pt x="474425" y="1590868"/>
                  </a:lnTo>
                  <a:lnTo>
                    <a:pt x="469874" y="1593182"/>
                  </a:lnTo>
                  <a:lnTo>
                    <a:pt x="469659" y="1594256"/>
                  </a:lnTo>
                  <a:lnTo>
                    <a:pt x="468908" y="1598002"/>
                  </a:lnTo>
                  <a:lnTo>
                    <a:pt x="473125" y="1604031"/>
                  </a:lnTo>
                  <a:lnTo>
                    <a:pt x="470481" y="1607943"/>
                  </a:lnTo>
                  <a:lnTo>
                    <a:pt x="467270" y="1609397"/>
                  </a:lnTo>
                  <a:lnTo>
                    <a:pt x="461370" y="1608071"/>
                  </a:lnTo>
                  <a:lnTo>
                    <a:pt x="456609" y="1601621"/>
                  </a:lnTo>
                  <a:close/>
                </a:path>
              </a:pathLst>
            </a:custGeom>
            <a:solidFill>
              <a:srgbClr val="E39672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h81"/>
            <p:cNvSpPr/>
            <p:nvPr/>
          </p:nvSpPr>
          <p:spPr>
            <a:xfrm>
              <a:off x="3842915" y="1700674"/>
              <a:ext cx="1057271" cy="1868851"/>
            </a:xfrm>
            <a:custGeom>
              <a:avLst/>
              <a:pathLst>
                <a:path w="1057271" h="1868851">
                  <a:moveTo>
                    <a:pt x="457200" y="1600199"/>
                  </a:moveTo>
                  <a:lnTo>
                    <a:pt x="460957" y="1594024"/>
                  </a:lnTo>
                  <a:lnTo>
                    <a:pt x="464345" y="1587559"/>
                  </a:lnTo>
                  <a:lnTo>
                    <a:pt x="463951" y="1583829"/>
                  </a:lnTo>
                  <a:lnTo>
                    <a:pt x="463768" y="1582098"/>
                  </a:lnTo>
                  <a:lnTo>
                    <a:pt x="467338" y="1577367"/>
                  </a:lnTo>
                  <a:lnTo>
                    <a:pt x="465431" y="1575178"/>
                  </a:lnTo>
                  <a:lnTo>
                    <a:pt x="467790" y="1571663"/>
                  </a:lnTo>
                  <a:lnTo>
                    <a:pt x="465892" y="1567410"/>
                  </a:lnTo>
                  <a:lnTo>
                    <a:pt x="470591" y="1563771"/>
                  </a:lnTo>
                  <a:lnTo>
                    <a:pt x="471065" y="1561885"/>
                  </a:lnTo>
                  <a:lnTo>
                    <a:pt x="472055" y="1557940"/>
                  </a:lnTo>
                  <a:lnTo>
                    <a:pt x="470130" y="1554362"/>
                  </a:lnTo>
                  <a:lnTo>
                    <a:pt x="468206" y="1544779"/>
                  </a:lnTo>
                  <a:lnTo>
                    <a:pt x="463999" y="1544972"/>
                  </a:lnTo>
                  <a:lnTo>
                    <a:pt x="461070" y="1541822"/>
                  </a:lnTo>
                  <a:lnTo>
                    <a:pt x="460469" y="1540569"/>
                  </a:lnTo>
                  <a:lnTo>
                    <a:pt x="458507" y="1536479"/>
                  </a:lnTo>
                  <a:lnTo>
                    <a:pt x="462837" y="1535185"/>
                  </a:lnTo>
                  <a:lnTo>
                    <a:pt x="463142" y="1529303"/>
                  </a:lnTo>
                  <a:lnTo>
                    <a:pt x="463187" y="1524521"/>
                  </a:lnTo>
                  <a:lnTo>
                    <a:pt x="456382" y="1518773"/>
                  </a:lnTo>
                  <a:lnTo>
                    <a:pt x="457070" y="1514334"/>
                  </a:lnTo>
                  <a:lnTo>
                    <a:pt x="455621" y="1510557"/>
                  </a:lnTo>
                  <a:lnTo>
                    <a:pt x="468738" y="1510006"/>
                  </a:lnTo>
                  <a:lnTo>
                    <a:pt x="491676" y="1508979"/>
                  </a:lnTo>
                  <a:lnTo>
                    <a:pt x="504759" y="1508375"/>
                  </a:lnTo>
                  <a:lnTo>
                    <a:pt x="522061" y="1507540"/>
                  </a:lnTo>
                  <a:lnTo>
                    <a:pt x="524449" y="1507422"/>
                  </a:lnTo>
                  <a:lnTo>
                    <a:pt x="555728" y="1505720"/>
                  </a:lnTo>
                  <a:lnTo>
                    <a:pt x="558640" y="1505549"/>
                  </a:lnTo>
                  <a:lnTo>
                    <a:pt x="564635" y="1505192"/>
                  </a:lnTo>
                  <a:lnTo>
                    <a:pt x="580181" y="1504244"/>
                  </a:lnTo>
                  <a:lnTo>
                    <a:pt x="607194" y="1502642"/>
                  </a:lnTo>
                  <a:lnTo>
                    <a:pt x="610826" y="1502420"/>
                  </a:lnTo>
                  <a:lnTo>
                    <a:pt x="612595" y="1502308"/>
                  </a:lnTo>
                  <a:lnTo>
                    <a:pt x="649610" y="1499883"/>
                  </a:lnTo>
                  <a:lnTo>
                    <a:pt x="654306" y="1499562"/>
                  </a:lnTo>
                  <a:lnTo>
                    <a:pt x="667127" y="1498703"/>
                  </a:lnTo>
                  <a:lnTo>
                    <a:pt x="692041" y="1496970"/>
                  </a:lnTo>
                  <a:lnTo>
                    <a:pt x="720985" y="1494775"/>
                  </a:lnTo>
                  <a:lnTo>
                    <a:pt x="727433" y="1494270"/>
                  </a:lnTo>
                  <a:lnTo>
                    <a:pt x="734560" y="1493702"/>
                  </a:lnTo>
                  <a:lnTo>
                    <a:pt x="758664" y="1491729"/>
                  </a:lnTo>
                  <a:lnTo>
                    <a:pt x="774789" y="1490369"/>
                  </a:lnTo>
                  <a:lnTo>
                    <a:pt x="777018" y="1490178"/>
                  </a:lnTo>
                  <a:lnTo>
                    <a:pt x="790843" y="1488979"/>
                  </a:lnTo>
                  <a:lnTo>
                    <a:pt x="819282" y="1486332"/>
                  </a:lnTo>
                  <a:lnTo>
                    <a:pt x="828623" y="1485455"/>
                  </a:lnTo>
                  <a:lnTo>
                    <a:pt x="852831" y="1483126"/>
                  </a:lnTo>
                  <a:lnTo>
                    <a:pt x="861709" y="1482266"/>
                  </a:lnTo>
                  <a:lnTo>
                    <a:pt x="884553" y="1480002"/>
                  </a:lnTo>
                  <a:lnTo>
                    <a:pt x="893029" y="1479143"/>
                  </a:lnTo>
                  <a:lnTo>
                    <a:pt x="903721" y="1478044"/>
                  </a:lnTo>
                  <a:lnTo>
                    <a:pt x="914448" y="1476926"/>
                  </a:lnTo>
                  <a:lnTo>
                    <a:pt x="938917" y="1474334"/>
                  </a:lnTo>
                  <a:lnTo>
                    <a:pt x="938266" y="1480612"/>
                  </a:lnTo>
                  <a:lnTo>
                    <a:pt x="940617" y="1484302"/>
                  </a:lnTo>
                  <a:lnTo>
                    <a:pt x="941842" y="1486223"/>
                  </a:lnTo>
                  <a:lnTo>
                    <a:pt x="941516" y="1489934"/>
                  </a:lnTo>
                  <a:lnTo>
                    <a:pt x="946745" y="1494226"/>
                  </a:lnTo>
                  <a:lnTo>
                    <a:pt x="951295" y="1496380"/>
                  </a:lnTo>
                  <a:lnTo>
                    <a:pt x="956522" y="1503276"/>
                  </a:lnTo>
                  <a:lnTo>
                    <a:pt x="954295" y="1507537"/>
                  </a:lnTo>
                  <a:lnTo>
                    <a:pt x="950726" y="1513872"/>
                  </a:lnTo>
                  <a:lnTo>
                    <a:pt x="947554" y="1519192"/>
                  </a:lnTo>
                  <a:lnTo>
                    <a:pt x="948300" y="1525921"/>
                  </a:lnTo>
                  <a:lnTo>
                    <a:pt x="948869" y="1531059"/>
                  </a:lnTo>
                  <a:lnTo>
                    <a:pt x="950953" y="1537245"/>
                  </a:lnTo>
                  <a:lnTo>
                    <a:pt x="951429" y="1538658"/>
                  </a:lnTo>
                  <a:lnTo>
                    <a:pt x="953961" y="1547394"/>
                  </a:lnTo>
                  <a:lnTo>
                    <a:pt x="958024" y="1551876"/>
                  </a:lnTo>
                  <a:lnTo>
                    <a:pt x="961747" y="1562598"/>
                  </a:lnTo>
                  <a:lnTo>
                    <a:pt x="967336" y="1568984"/>
                  </a:lnTo>
                  <a:lnTo>
                    <a:pt x="974675" y="1572642"/>
                  </a:lnTo>
                  <a:lnTo>
                    <a:pt x="978847" y="1573369"/>
                  </a:lnTo>
                  <a:lnTo>
                    <a:pt x="983008" y="1574091"/>
                  </a:lnTo>
                  <a:lnTo>
                    <a:pt x="993140" y="1575356"/>
                  </a:lnTo>
                  <a:lnTo>
                    <a:pt x="997288" y="1577277"/>
                  </a:lnTo>
                  <a:lnTo>
                    <a:pt x="1000529" y="1583149"/>
                  </a:lnTo>
                  <a:lnTo>
                    <a:pt x="1004187" y="1591261"/>
                  </a:lnTo>
                  <a:lnTo>
                    <a:pt x="1004341" y="1595825"/>
                  </a:lnTo>
                  <a:lnTo>
                    <a:pt x="1009802" y="1598253"/>
                  </a:lnTo>
                  <a:lnTo>
                    <a:pt x="1012213" y="1599070"/>
                  </a:lnTo>
                  <a:lnTo>
                    <a:pt x="1017057" y="1602982"/>
                  </a:lnTo>
                  <a:lnTo>
                    <a:pt x="1020377" y="1605278"/>
                  </a:lnTo>
                  <a:lnTo>
                    <a:pt x="1024186" y="1607908"/>
                  </a:lnTo>
                  <a:lnTo>
                    <a:pt x="1027371" y="1612182"/>
                  </a:lnTo>
                  <a:lnTo>
                    <a:pt x="1026707" y="1617487"/>
                  </a:lnTo>
                  <a:lnTo>
                    <a:pt x="1030015" y="1621976"/>
                  </a:lnTo>
                  <a:lnTo>
                    <a:pt x="1036229" y="1625749"/>
                  </a:lnTo>
                  <a:lnTo>
                    <a:pt x="1038468" y="1626686"/>
                  </a:lnTo>
                  <a:lnTo>
                    <a:pt x="1042949" y="1628560"/>
                  </a:lnTo>
                  <a:lnTo>
                    <a:pt x="1048946" y="1631023"/>
                  </a:lnTo>
                  <a:lnTo>
                    <a:pt x="1053791" y="1635796"/>
                  </a:lnTo>
                  <a:lnTo>
                    <a:pt x="1054538" y="1643975"/>
                  </a:lnTo>
                  <a:lnTo>
                    <a:pt x="1054988" y="1644838"/>
                  </a:lnTo>
                  <a:lnTo>
                    <a:pt x="1057271" y="1649211"/>
                  </a:lnTo>
                  <a:lnTo>
                    <a:pt x="1056617" y="1656537"/>
                  </a:lnTo>
                  <a:lnTo>
                    <a:pt x="1056623" y="1657582"/>
                  </a:lnTo>
                  <a:lnTo>
                    <a:pt x="1056655" y="1663352"/>
                  </a:lnTo>
                  <a:lnTo>
                    <a:pt x="1055721" y="1668369"/>
                  </a:lnTo>
                  <a:lnTo>
                    <a:pt x="1056261" y="1672399"/>
                  </a:lnTo>
                  <a:lnTo>
                    <a:pt x="1051011" y="1676690"/>
                  </a:lnTo>
                  <a:lnTo>
                    <a:pt x="1050478" y="1677125"/>
                  </a:lnTo>
                  <a:lnTo>
                    <a:pt x="1045307" y="1682452"/>
                  </a:lnTo>
                  <a:lnTo>
                    <a:pt x="1045396" y="1684155"/>
                  </a:lnTo>
                  <a:lnTo>
                    <a:pt x="1045614" y="1688353"/>
                  </a:lnTo>
                  <a:lnTo>
                    <a:pt x="1044015" y="1692338"/>
                  </a:lnTo>
                  <a:lnTo>
                    <a:pt x="1044689" y="1700515"/>
                  </a:lnTo>
                  <a:lnTo>
                    <a:pt x="1042689" y="1703132"/>
                  </a:lnTo>
                  <a:lnTo>
                    <a:pt x="1038156" y="1705758"/>
                  </a:lnTo>
                  <a:lnTo>
                    <a:pt x="1034499" y="1711121"/>
                  </a:lnTo>
                  <a:lnTo>
                    <a:pt x="1029783" y="1712172"/>
                  </a:lnTo>
                  <a:lnTo>
                    <a:pt x="1024472" y="1713188"/>
                  </a:lnTo>
                  <a:lnTo>
                    <a:pt x="1020524" y="1717562"/>
                  </a:lnTo>
                  <a:lnTo>
                    <a:pt x="1013303" y="1722180"/>
                  </a:lnTo>
                  <a:lnTo>
                    <a:pt x="1005458" y="1723300"/>
                  </a:lnTo>
                  <a:lnTo>
                    <a:pt x="998031" y="1724719"/>
                  </a:lnTo>
                  <a:lnTo>
                    <a:pt x="993090" y="1728443"/>
                  </a:lnTo>
                  <a:lnTo>
                    <a:pt x="989080" y="1727987"/>
                  </a:lnTo>
                  <a:lnTo>
                    <a:pt x="983509" y="1729407"/>
                  </a:lnTo>
                  <a:lnTo>
                    <a:pt x="980771" y="1736527"/>
                  </a:lnTo>
                  <a:lnTo>
                    <a:pt x="980553" y="1740235"/>
                  </a:lnTo>
                  <a:lnTo>
                    <a:pt x="980366" y="1741009"/>
                  </a:lnTo>
                  <a:lnTo>
                    <a:pt x="977762" y="1751752"/>
                  </a:lnTo>
                  <a:lnTo>
                    <a:pt x="981263" y="1755825"/>
                  </a:lnTo>
                  <a:lnTo>
                    <a:pt x="985598" y="1761394"/>
                  </a:lnTo>
                  <a:lnTo>
                    <a:pt x="989698" y="1761391"/>
                  </a:lnTo>
                  <a:lnTo>
                    <a:pt x="994153" y="1767342"/>
                  </a:lnTo>
                  <a:lnTo>
                    <a:pt x="995120" y="1772035"/>
                  </a:lnTo>
                  <a:lnTo>
                    <a:pt x="995192" y="1772384"/>
                  </a:lnTo>
                  <a:lnTo>
                    <a:pt x="996469" y="1778574"/>
                  </a:lnTo>
                  <a:lnTo>
                    <a:pt x="996682" y="1786713"/>
                  </a:lnTo>
                  <a:lnTo>
                    <a:pt x="994132" y="1792238"/>
                  </a:lnTo>
                  <a:lnTo>
                    <a:pt x="989179" y="1798259"/>
                  </a:lnTo>
                  <a:lnTo>
                    <a:pt x="985277" y="1804598"/>
                  </a:lnTo>
                  <a:lnTo>
                    <a:pt x="985931" y="1809702"/>
                  </a:lnTo>
                  <a:lnTo>
                    <a:pt x="984385" y="1816692"/>
                  </a:lnTo>
                  <a:lnTo>
                    <a:pt x="984481" y="1819888"/>
                  </a:lnTo>
                  <a:lnTo>
                    <a:pt x="984581" y="1823224"/>
                  </a:lnTo>
                  <a:lnTo>
                    <a:pt x="978969" y="1828164"/>
                  </a:lnTo>
                  <a:lnTo>
                    <a:pt x="978837" y="1828280"/>
                  </a:lnTo>
                  <a:lnTo>
                    <a:pt x="973120" y="1828756"/>
                  </a:lnTo>
                  <a:lnTo>
                    <a:pt x="964822" y="1832749"/>
                  </a:lnTo>
                  <a:lnTo>
                    <a:pt x="961969" y="1836913"/>
                  </a:lnTo>
                  <a:lnTo>
                    <a:pt x="960668" y="1843056"/>
                  </a:lnTo>
                  <a:lnTo>
                    <a:pt x="963464" y="1845771"/>
                  </a:lnTo>
                  <a:lnTo>
                    <a:pt x="963059" y="1853111"/>
                  </a:lnTo>
                  <a:lnTo>
                    <a:pt x="964374" y="1859599"/>
                  </a:lnTo>
                  <a:lnTo>
                    <a:pt x="960257" y="1862636"/>
                  </a:lnTo>
                  <a:lnTo>
                    <a:pt x="952564" y="1860477"/>
                  </a:lnTo>
                  <a:lnTo>
                    <a:pt x="950207" y="1856859"/>
                  </a:lnTo>
                  <a:lnTo>
                    <a:pt x="945660" y="1853807"/>
                  </a:lnTo>
                  <a:lnTo>
                    <a:pt x="941004" y="1849403"/>
                  </a:lnTo>
                  <a:lnTo>
                    <a:pt x="939531" y="1844673"/>
                  </a:lnTo>
                  <a:lnTo>
                    <a:pt x="934506" y="1843703"/>
                  </a:lnTo>
                  <a:lnTo>
                    <a:pt x="932820" y="1840381"/>
                  </a:lnTo>
                  <a:lnTo>
                    <a:pt x="929588" y="1837602"/>
                  </a:lnTo>
                  <a:lnTo>
                    <a:pt x="928300" y="1836495"/>
                  </a:lnTo>
                  <a:lnTo>
                    <a:pt x="908667" y="1839382"/>
                  </a:lnTo>
                  <a:lnTo>
                    <a:pt x="908309" y="1839428"/>
                  </a:lnTo>
                  <a:lnTo>
                    <a:pt x="886156" y="1842258"/>
                  </a:lnTo>
                  <a:lnTo>
                    <a:pt x="870132" y="1844174"/>
                  </a:lnTo>
                  <a:lnTo>
                    <a:pt x="860484" y="1845312"/>
                  </a:lnTo>
                  <a:lnTo>
                    <a:pt x="843228" y="1847416"/>
                  </a:lnTo>
                  <a:lnTo>
                    <a:pt x="838655" y="1847967"/>
                  </a:lnTo>
                  <a:lnTo>
                    <a:pt x="836035" y="1848228"/>
                  </a:lnTo>
                  <a:lnTo>
                    <a:pt x="814718" y="1850316"/>
                  </a:lnTo>
                  <a:lnTo>
                    <a:pt x="800118" y="1852043"/>
                  </a:lnTo>
                  <a:lnTo>
                    <a:pt x="796506" y="1852466"/>
                  </a:lnTo>
                  <a:lnTo>
                    <a:pt x="776812" y="1854375"/>
                  </a:lnTo>
                  <a:lnTo>
                    <a:pt x="774090" y="1854609"/>
                  </a:lnTo>
                  <a:lnTo>
                    <a:pt x="756926" y="1856063"/>
                  </a:lnTo>
                  <a:lnTo>
                    <a:pt x="753121" y="1856380"/>
                  </a:lnTo>
                  <a:lnTo>
                    <a:pt x="736482" y="1857901"/>
                  </a:lnTo>
                  <a:lnTo>
                    <a:pt x="730221" y="1858464"/>
                  </a:lnTo>
                  <a:lnTo>
                    <a:pt x="713812" y="1860012"/>
                  </a:lnTo>
                  <a:lnTo>
                    <a:pt x="706704" y="1860671"/>
                  </a:lnTo>
                  <a:lnTo>
                    <a:pt x="693420" y="1861723"/>
                  </a:lnTo>
                  <a:lnTo>
                    <a:pt x="686032" y="1862297"/>
                  </a:lnTo>
                  <a:lnTo>
                    <a:pt x="670920" y="1863396"/>
                  </a:lnTo>
                  <a:lnTo>
                    <a:pt x="665018" y="1863817"/>
                  </a:lnTo>
                  <a:lnTo>
                    <a:pt x="655764" y="1864298"/>
                  </a:lnTo>
                  <a:lnTo>
                    <a:pt x="638040" y="1865189"/>
                  </a:lnTo>
                  <a:lnTo>
                    <a:pt x="629087" y="1865596"/>
                  </a:lnTo>
                  <a:lnTo>
                    <a:pt x="614557" y="1866235"/>
                  </a:lnTo>
                  <a:lnTo>
                    <a:pt x="601979" y="1866790"/>
                  </a:lnTo>
                  <a:lnTo>
                    <a:pt x="589402" y="1867326"/>
                  </a:lnTo>
                  <a:lnTo>
                    <a:pt x="585785" y="1867472"/>
                  </a:lnTo>
                  <a:lnTo>
                    <a:pt x="570759" y="1868062"/>
                  </a:lnTo>
                  <a:lnTo>
                    <a:pt x="548824" y="1868851"/>
                  </a:lnTo>
                  <a:lnTo>
                    <a:pt x="550317" y="1866517"/>
                  </a:lnTo>
                  <a:lnTo>
                    <a:pt x="546876" y="1860484"/>
                  </a:lnTo>
                  <a:lnTo>
                    <a:pt x="540659" y="1857152"/>
                  </a:lnTo>
                  <a:lnTo>
                    <a:pt x="536323" y="1850691"/>
                  </a:lnTo>
                  <a:lnTo>
                    <a:pt x="541160" y="1844542"/>
                  </a:lnTo>
                  <a:lnTo>
                    <a:pt x="540123" y="1836905"/>
                  </a:lnTo>
                  <a:lnTo>
                    <a:pt x="542748" y="1831662"/>
                  </a:lnTo>
                  <a:lnTo>
                    <a:pt x="541927" y="1830302"/>
                  </a:lnTo>
                  <a:lnTo>
                    <a:pt x="539978" y="1827072"/>
                  </a:lnTo>
                  <a:lnTo>
                    <a:pt x="540575" y="1821113"/>
                  </a:lnTo>
                  <a:lnTo>
                    <a:pt x="536785" y="1815703"/>
                  </a:lnTo>
                  <a:lnTo>
                    <a:pt x="536675" y="1811300"/>
                  </a:lnTo>
                  <a:lnTo>
                    <a:pt x="536579" y="1807491"/>
                  </a:lnTo>
                  <a:lnTo>
                    <a:pt x="535878" y="1802402"/>
                  </a:lnTo>
                  <a:lnTo>
                    <a:pt x="536298" y="1797952"/>
                  </a:lnTo>
                  <a:lnTo>
                    <a:pt x="536614" y="1794603"/>
                  </a:lnTo>
                  <a:lnTo>
                    <a:pt x="531688" y="1795185"/>
                  </a:lnTo>
                  <a:lnTo>
                    <a:pt x="531625" y="1794314"/>
                  </a:lnTo>
                  <a:lnTo>
                    <a:pt x="531210" y="1788541"/>
                  </a:lnTo>
                  <a:lnTo>
                    <a:pt x="532951" y="1783440"/>
                  </a:lnTo>
                  <a:lnTo>
                    <a:pt x="529375" y="1778158"/>
                  </a:lnTo>
                  <a:lnTo>
                    <a:pt x="528801" y="1772228"/>
                  </a:lnTo>
                  <a:lnTo>
                    <a:pt x="528819" y="1769753"/>
                  </a:lnTo>
                  <a:lnTo>
                    <a:pt x="528874" y="1761567"/>
                  </a:lnTo>
                  <a:lnTo>
                    <a:pt x="523170" y="1760105"/>
                  </a:lnTo>
                  <a:lnTo>
                    <a:pt x="521924" y="1755549"/>
                  </a:lnTo>
                  <a:lnTo>
                    <a:pt x="520679" y="1750993"/>
                  </a:lnTo>
                  <a:lnTo>
                    <a:pt x="513762" y="1753292"/>
                  </a:lnTo>
                  <a:lnTo>
                    <a:pt x="512521" y="1749261"/>
                  </a:lnTo>
                  <a:lnTo>
                    <a:pt x="509782" y="1742872"/>
                  </a:lnTo>
                  <a:lnTo>
                    <a:pt x="510083" y="1736009"/>
                  </a:lnTo>
                  <a:lnTo>
                    <a:pt x="510366" y="1735006"/>
                  </a:lnTo>
                  <a:lnTo>
                    <a:pt x="511990" y="1729247"/>
                  </a:lnTo>
                  <a:lnTo>
                    <a:pt x="513718" y="1720355"/>
                  </a:lnTo>
                  <a:lnTo>
                    <a:pt x="509433" y="1714670"/>
                  </a:lnTo>
                  <a:lnTo>
                    <a:pt x="507537" y="1711556"/>
                  </a:lnTo>
                  <a:lnTo>
                    <a:pt x="504305" y="1706239"/>
                  </a:lnTo>
                  <a:lnTo>
                    <a:pt x="506391" y="1698109"/>
                  </a:lnTo>
                  <a:lnTo>
                    <a:pt x="497719" y="1692539"/>
                  </a:lnTo>
                  <a:lnTo>
                    <a:pt x="493040" y="1689695"/>
                  </a:lnTo>
                  <a:lnTo>
                    <a:pt x="493042" y="1681442"/>
                  </a:lnTo>
                  <a:lnTo>
                    <a:pt x="485493" y="1675162"/>
                  </a:lnTo>
                  <a:lnTo>
                    <a:pt x="486203" y="1669154"/>
                  </a:lnTo>
                  <a:lnTo>
                    <a:pt x="486263" y="1668645"/>
                  </a:lnTo>
                  <a:lnTo>
                    <a:pt x="486044" y="1662948"/>
                  </a:lnTo>
                  <a:lnTo>
                    <a:pt x="484491" y="1661016"/>
                  </a:lnTo>
                  <a:lnTo>
                    <a:pt x="479044" y="1654227"/>
                  </a:lnTo>
                  <a:lnTo>
                    <a:pt x="478304" y="1645119"/>
                  </a:lnTo>
                  <a:lnTo>
                    <a:pt x="480827" y="1638689"/>
                  </a:lnTo>
                  <a:lnTo>
                    <a:pt x="474795" y="1635354"/>
                  </a:lnTo>
                  <a:lnTo>
                    <a:pt x="471771" y="1633126"/>
                  </a:lnTo>
                  <a:lnTo>
                    <a:pt x="470311" y="1632232"/>
                  </a:lnTo>
                  <a:lnTo>
                    <a:pt x="471574" y="1627352"/>
                  </a:lnTo>
                  <a:lnTo>
                    <a:pt x="471266" y="1626713"/>
                  </a:lnTo>
                  <a:lnTo>
                    <a:pt x="466580" y="1616980"/>
                  </a:lnTo>
                  <a:lnTo>
                    <a:pt x="460420" y="1611406"/>
                  </a:lnTo>
                  <a:lnTo>
                    <a:pt x="457212" y="1606885"/>
                  </a:lnTo>
                  <a:close/>
                </a:path>
              </a:pathLst>
            </a:custGeom>
            <a:solidFill>
              <a:srgbClr val="F3C69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h82"/>
            <p:cNvSpPr/>
            <p:nvPr/>
          </p:nvSpPr>
          <p:spPr>
            <a:xfrm>
              <a:off x="3339392" y="2049432"/>
              <a:ext cx="1187651" cy="1975112"/>
            </a:xfrm>
            <a:custGeom>
              <a:avLst/>
              <a:pathLst>
                <a:path w="1187651" h="1975112">
                  <a:moveTo>
                    <a:pt x="457200" y="1600200"/>
                  </a:moveTo>
                  <a:lnTo>
                    <a:pt x="478114" y="1600708"/>
                  </a:lnTo>
                  <a:lnTo>
                    <a:pt x="505726" y="1601311"/>
                  </a:lnTo>
                  <a:lnTo>
                    <a:pt x="518228" y="1601537"/>
                  </a:lnTo>
                  <a:lnTo>
                    <a:pt x="526516" y="1601676"/>
                  </a:lnTo>
                  <a:lnTo>
                    <a:pt x="529378" y="1601722"/>
                  </a:lnTo>
                  <a:lnTo>
                    <a:pt x="551639" y="1602070"/>
                  </a:lnTo>
                  <a:lnTo>
                    <a:pt x="580363" y="1602386"/>
                  </a:lnTo>
                  <a:lnTo>
                    <a:pt x="582269" y="1602408"/>
                  </a:lnTo>
                  <a:lnTo>
                    <a:pt x="607212" y="1602654"/>
                  </a:lnTo>
                  <a:lnTo>
                    <a:pt x="634217" y="1602786"/>
                  </a:lnTo>
                  <a:lnTo>
                    <a:pt x="635722" y="1602790"/>
                  </a:lnTo>
                  <a:lnTo>
                    <a:pt x="670442" y="1602809"/>
                  </a:lnTo>
                  <a:lnTo>
                    <a:pt x="688083" y="1602703"/>
                  </a:lnTo>
                  <a:lnTo>
                    <a:pt x="688362" y="1602701"/>
                  </a:lnTo>
                  <a:lnTo>
                    <a:pt x="700132" y="1602608"/>
                  </a:lnTo>
                  <a:lnTo>
                    <a:pt x="730874" y="1602353"/>
                  </a:lnTo>
                  <a:lnTo>
                    <a:pt x="739785" y="1602257"/>
                  </a:lnTo>
                  <a:lnTo>
                    <a:pt x="741555" y="1602236"/>
                  </a:lnTo>
                  <a:lnTo>
                    <a:pt x="774008" y="1601780"/>
                  </a:lnTo>
                  <a:lnTo>
                    <a:pt x="784737" y="1601599"/>
                  </a:lnTo>
                  <a:lnTo>
                    <a:pt x="795149" y="1601421"/>
                  </a:lnTo>
                  <a:lnTo>
                    <a:pt x="817100" y="1600999"/>
                  </a:lnTo>
                  <a:lnTo>
                    <a:pt x="835958" y="1600588"/>
                  </a:lnTo>
                  <a:lnTo>
                    <a:pt x="849694" y="1600265"/>
                  </a:lnTo>
                  <a:lnTo>
                    <a:pt x="860201" y="1600002"/>
                  </a:lnTo>
                  <a:lnTo>
                    <a:pt x="864425" y="1599892"/>
                  </a:lnTo>
                  <a:lnTo>
                    <a:pt x="898834" y="1598914"/>
                  </a:lnTo>
                  <a:lnTo>
                    <a:pt x="903275" y="1598781"/>
                  </a:lnTo>
                  <a:lnTo>
                    <a:pt x="937557" y="1597677"/>
                  </a:lnTo>
                  <a:lnTo>
                    <a:pt x="946388" y="1597354"/>
                  </a:lnTo>
                  <a:lnTo>
                    <a:pt x="950443" y="1597202"/>
                  </a:lnTo>
                  <a:lnTo>
                    <a:pt x="956920" y="1596965"/>
                  </a:lnTo>
                  <a:lnTo>
                    <a:pt x="988887" y="1595716"/>
                  </a:lnTo>
                  <a:lnTo>
                    <a:pt x="989481" y="1595692"/>
                  </a:lnTo>
                  <a:lnTo>
                    <a:pt x="1010851" y="1594783"/>
                  </a:lnTo>
                  <a:lnTo>
                    <a:pt x="1018922" y="1594436"/>
                  </a:lnTo>
                  <a:lnTo>
                    <a:pt x="1031317" y="1593822"/>
                  </a:lnTo>
                  <a:lnTo>
                    <a:pt x="1032593" y="1593763"/>
                  </a:lnTo>
                  <a:lnTo>
                    <a:pt x="1053769" y="1592743"/>
                  </a:lnTo>
                  <a:lnTo>
                    <a:pt x="1054105" y="1592726"/>
                  </a:lnTo>
                  <a:lnTo>
                    <a:pt x="1096403" y="1590510"/>
                  </a:lnTo>
                  <a:lnTo>
                    <a:pt x="1099409" y="1590344"/>
                  </a:lnTo>
                  <a:lnTo>
                    <a:pt x="1107131" y="1596896"/>
                  </a:lnTo>
                  <a:lnTo>
                    <a:pt x="1115905" y="1602402"/>
                  </a:lnTo>
                  <a:lnTo>
                    <a:pt x="1121942" y="1606238"/>
                  </a:lnTo>
                  <a:lnTo>
                    <a:pt x="1127671" y="1601459"/>
                  </a:lnTo>
                  <a:lnTo>
                    <a:pt x="1130078" y="1601166"/>
                  </a:lnTo>
                  <a:lnTo>
                    <a:pt x="1134047" y="1600679"/>
                  </a:lnTo>
                  <a:lnTo>
                    <a:pt x="1136419" y="1603544"/>
                  </a:lnTo>
                  <a:lnTo>
                    <a:pt x="1141525" y="1609429"/>
                  </a:lnTo>
                  <a:lnTo>
                    <a:pt x="1141645" y="1610146"/>
                  </a:lnTo>
                  <a:lnTo>
                    <a:pt x="1142635" y="1616022"/>
                  </a:lnTo>
                  <a:lnTo>
                    <a:pt x="1143834" y="1618867"/>
                  </a:lnTo>
                  <a:lnTo>
                    <a:pt x="1140304" y="1622257"/>
                  </a:lnTo>
                  <a:lnTo>
                    <a:pt x="1133460" y="1622787"/>
                  </a:lnTo>
                  <a:lnTo>
                    <a:pt x="1133700" y="1627343"/>
                  </a:lnTo>
                  <a:lnTo>
                    <a:pt x="1127619" y="1631879"/>
                  </a:lnTo>
                  <a:lnTo>
                    <a:pt x="1127267" y="1636781"/>
                  </a:lnTo>
                  <a:lnTo>
                    <a:pt x="1127100" y="1639099"/>
                  </a:lnTo>
                  <a:lnTo>
                    <a:pt x="1124404" y="1641543"/>
                  </a:lnTo>
                  <a:lnTo>
                    <a:pt x="1121035" y="1644582"/>
                  </a:lnTo>
                  <a:lnTo>
                    <a:pt x="1123298" y="1647021"/>
                  </a:lnTo>
                  <a:lnTo>
                    <a:pt x="1127552" y="1651600"/>
                  </a:lnTo>
                  <a:lnTo>
                    <a:pt x="1134421" y="1657888"/>
                  </a:lnTo>
                  <a:lnTo>
                    <a:pt x="1136128" y="1660132"/>
                  </a:lnTo>
                  <a:lnTo>
                    <a:pt x="1138115" y="1662743"/>
                  </a:lnTo>
                  <a:lnTo>
                    <a:pt x="1143702" y="1663307"/>
                  </a:lnTo>
                  <a:lnTo>
                    <a:pt x="1142367" y="1671945"/>
                  </a:lnTo>
                  <a:lnTo>
                    <a:pt x="1147626" y="1677821"/>
                  </a:lnTo>
                  <a:lnTo>
                    <a:pt x="1150880" y="1681611"/>
                  </a:lnTo>
                  <a:lnTo>
                    <a:pt x="1153642" y="1685881"/>
                  </a:lnTo>
                  <a:lnTo>
                    <a:pt x="1154414" y="1686425"/>
                  </a:lnTo>
                  <a:lnTo>
                    <a:pt x="1159460" y="1689971"/>
                  </a:lnTo>
                  <a:lnTo>
                    <a:pt x="1165281" y="1687845"/>
                  </a:lnTo>
                  <a:lnTo>
                    <a:pt x="1170918" y="1690929"/>
                  </a:lnTo>
                  <a:lnTo>
                    <a:pt x="1173043" y="1690927"/>
                  </a:lnTo>
                  <a:lnTo>
                    <a:pt x="1174010" y="1690927"/>
                  </a:lnTo>
                  <a:lnTo>
                    <a:pt x="1172842" y="1696174"/>
                  </a:lnTo>
                  <a:lnTo>
                    <a:pt x="1173006" y="1699107"/>
                  </a:lnTo>
                  <a:lnTo>
                    <a:pt x="1173321" y="1704773"/>
                  </a:lnTo>
                  <a:lnTo>
                    <a:pt x="1173750" y="1712494"/>
                  </a:lnTo>
                  <a:lnTo>
                    <a:pt x="1174712" y="1729178"/>
                  </a:lnTo>
                  <a:lnTo>
                    <a:pt x="1175471" y="1742380"/>
                  </a:lnTo>
                  <a:lnTo>
                    <a:pt x="1175488" y="1742702"/>
                  </a:lnTo>
                  <a:lnTo>
                    <a:pt x="1177129" y="1775006"/>
                  </a:lnTo>
                  <a:lnTo>
                    <a:pt x="1177808" y="1786014"/>
                  </a:lnTo>
                  <a:lnTo>
                    <a:pt x="1178959" y="1804715"/>
                  </a:lnTo>
                  <a:lnTo>
                    <a:pt x="1180164" y="1826739"/>
                  </a:lnTo>
                  <a:lnTo>
                    <a:pt x="1180320" y="1829589"/>
                  </a:lnTo>
                  <a:lnTo>
                    <a:pt x="1180653" y="1835693"/>
                  </a:lnTo>
                  <a:lnTo>
                    <a:pt x="1182599" y="1873566"/>
                  </a:lnTo>
                  <a:lnTo>
                    <a:pt x="1182668" y="1874693"/>
                  </a:lnTo>
                  <a:lnTo>
                    <a:pt x="1182816" y="1877112"/>
                  </a:lnTo>
                  <a:lnTo>
                    <a:pt x="1184651" y="1907164"/>
                  </a:lnTo>
                  <a:lnTo>
                    <a:pt x="1184982" y="1912953"/>
                  </a:lnTo>
                  <a:lnTo>
                    <a:pt x="1185164" y="1916142"/>
                  </a:lnTo>
                  <a:lnTo>
                    <a:pt x="1186423" y="1938213"/>
                  </a:lnTo>
                  <a:lnTo>
                    <a:pt x="1187211" y="1951016"/>
                  </a:lnTo>
                  <a:lnTo>
                    <a:pt x="1187651" y="1958183"/>
                  </a:lnTo>
                  <a:lnTo>
                    <a:pt x="1178244" y="1958795"/>
                  </a:lnTo>
                  <a:lnTo>
                    <a:pt x="1150197" y="1960427"/>
                  </a:lnTo>
                  <a:lnTo>
                    <a:pt x="1148973" y="1960500"/>
                  </a:lnTo>
                  <a:lnTo>
                    <a:pt x="1142433" y="1960892"/>
                  </a:lnTo>
                  <a:lnTo>
                    <a:pt x="1117706" y="1962325"/>
                  </a:lnTo>
                  <a:lnTo>
                    <a:pt x="1109249" y="1962794"/>
                  </a:lnTo>
                  <a:lnTo>
                    <a:pt x="1097860" y="1963413"/>
                  </a:lnTo>
                  <a:lnTo>
                    <a:pt x="1092777" y="1963684"/>
                  </a:lnTo>
                  <a:lnTo>
                    <a:pt x="1071605" y="1964780"/>
                  </a:lnTo>
                  <a:lnTo>
                    <a:pt x="1057563" y="1965477"/>
                  </a:lnTo>
                  <a:lnTo>
                    <a:pt x="1053972" y="1965653"/>
                  </a:lnTo>
                  <a:lnTo>
                    <a:pt x="1050342" y="1965830"/>
                  </a:lnTo>
                  <a:lnTo>
                    <a:pt x="1028806" y="1966845"/>
                  </a:lnTo>
                  <a:lnTo>
                    <a:pt x="1000715" y="1968118"/>
                  </a:lnTo>
                  <a:lnTo>
                    <a:pt x="998201" y="1968218"/>
                  </a:lnTo>
                  <a:lnTo>
                    <a:pt x="975911" y="1969073"/>
                  </a:lnTo>
                  <a:lnTo>
                    <a:pt x="941038" y="1970350"/>
                  </a:lnTo>
                  <a:lnTo>
                    <a:pt x="936359" y="1970513"/>
                  </a:lnTo>
                  <a:lnTo>
                    <a:pt x="912776" y="1971298"/>
                  </a:lnTo>
                  <a:lnTo>
                    <a:pt x="905079" y="1971536"/>
                  </a:lnTo>
                  <a:lnTo>
                    <a:pt x="874615" y="1972411"/>
                  </a:lnTo>
                  <a:lnTo>
                    <a:pt x="871273" y="1972506"/>
                  </a:lnTo>
                  <a:lnTo>
                    <a:pt x="847105" y="1973149"/>
                  </a:lnTo>
                  <a:lnTo>
                    <a:pt x="840477" y="1973311"/>
                  </a:lnTo>
                  <a:lnTo>
                    <a:pt x="817089" y="1973839"/>
                  </a:lnTo>
                  <a:lnTo>
                    <a:pt x="816400" y="1973853"/>
                  </a:lnTo>
                  <a:lnTo>
                    <a:pt x="797442" y="1974134"/>
                  </a:lnTo>
                  <a:lnTo>
                    <a:pt x="772844" y="1974433"/>
                  </a:lnTo>
                  <a:lnTo>
                    <a:pt x="752116" y="1974693"/>
                  </a:lnTo>
                  <a:lnTo>
                    <a:pt x="739269" y="1974828"/>
                  </a:lnTo>
                  <a:lnTo>
                    <a:pt x="711656" y="1975049"/>
                  </a:lnTo>
                  <a:lnTo>
                    <a:pt x="706763" y="1975068"/>
                  </a:lnTo>
                  <a:lnTo>
                    <a:pt x="698315" y="1975092"/>
                  </a:lnTo>
                  <a:lnTo>
                    <a:pt x="686721" y="1975112"/>
                  </a:lnTo>
                  <a:lnTo>
                    <a:pt x="653140" y="1975003"/>
                  </a:lnTo>
                  <a:lnTo>
                    <a:pt x="652407" y="1975005"/>
                  </a:lnTo>
                  <a:lnTo>
                    <a:pt x="643761" y="1975017"/>
                  </a:lnTo>
                  <a:lnTo>
                    <a:pt x="597680" y="1974934"/>
                  </a:lnTo>
                  <a:lnTo>
                    <a:pt x="589657" y="1974947"/>
                  </a:lnTo>
                  <a:lnTo>
                    <a:pt x="567540" y="1974942"/>
                  </a:lnTo>
                  <a:lnTo>
                    <a:pt x="558603" y="1974893"/>
                  </a:lnTo>
                  <a:lnTo>
                    <a:pt x="546567" y="1974813"/>
                  </a:lnTo>
                  <a:lnTo>
                    <a:pt x="532138" y="1974693"/>
                  </a:lnTo>
                  <a:lnTo>
                    <a:pt x="504896" y="1974443"/>
                  </a:lnTo>
                  <a:lnTo>
                    <a:pt x="497939" y="1974356"/>
                  </a:lnTo>
                  <a:lnTo>
                    <a:pt x="463402" y="1973842"/>
                  </a:lnTo>
                  <a:lnTo>
                    <a:pt x="450892" y="1973618"/>
                  </a:lnTo>
                  <a:lnTo>
                    <a:pt x="449496" y="1973592"/>
                  </a:lnTo>
                  <a:lnTo>
                    <a:pt x="449645" y="1968387"/>
                  </a:lnTo>
                  <a:lnTo>
                    <a:pt x="449839" y="1959529"/>
                  </a:lnTo>
                  <a:lnTo>
                    <a:pt x="450266" y="1940735"/>
                  </a:lnTo>
                  <a:lnTo>
                    <a:pt x="450636" y="1924492"/>
                  </a:lnTo>
                  <a:lnTo>
                    <a:pt x="451360" y="1892865"/>
                  </a:lnTo>
                  <a:lnTo>
                    <a:pt x="451586" y="1882995"/>
                  </a:lnTo>
                  <a:lnTo>
                    <a:pt x="451619" y="1881177"/>
                  </a:lnTo>
                  <a:lnTo>
                    <a:pt x="452456" y="1834733"/>
                  </a:lnTo>
                  <a:lnTo>
                    <a:pt x="452845" y="1816202"/>
                  </a:lnTo>
                  <a:lnTo>
                    <a:pt x="452862" y="1815416"/>
                  </a:lnTo>
                  <a:lnTo>
                    <a:pt x="453163" y="1801068"/>
                  </a:lnTo>
                  <a:lnTo>
                    <a:pt x="453769" y="1772443"/>
                  </a:lnTo>
                  <a:lnTo>
                    <a:pt x="453986" y="1762220"/>
                  </a:lnTo>
                  <a:lnTo>
                    <a:pt x="454910" y="1718860"/>
                  </a:lnTo>
                  <a:lnTo>
                    <a:pt x="455098" y="1708174"/>
                  </a:lnTo>
                  <a:lnTo>
                    <a:pt x="455627" y="1678318"/>
                  </a:lnTo>
                  <a:lnTo>
                    <a:pt x="456097" y="1654182"/>
                  </a:lnTo>
                  <a:lnTo>
                    <a:pt x="456111" y="1653453"/>
                  </a:lnTo>
                  <a:lnTo>
                    <a:pt x="456706" y="1623050"/>
                  </a:lnTo>
                  <a:close/>
                </a:path>
              </a:pathLst>
            </a:custGeom>
            <a:solidFill>
              <a:srgbClr val="EAAA8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h83"/>
            <p:cNvSpPr/>
            <p:nvPr/>
          </p:nvSpPr>
          <p:spPr>
            <a:xfrm>
              <a:off x="4577778" y="2412193"/>
              <a:ext cx="1177820" cy="1609580"/>
            </a:xfrm>
            <a:custGeom>
              <a:avLst/>
              <a:pathLst>
                <a:path w="1177820" h="1609580">
                  <a:moveTo>
                    <a:pt x="457200" y="1600200"/>
                  </a:moveTo>
                  <a:lnTo>
                    <a:pt x="463768" y="1600407"/>
                  </a:lnTo>
                  <a:lnTo>
                    <a:pt x="470904" y="1599992"/>
                  </a:lnTo>
                  <a:lnTo>
                    <a:pt x="472934" y="1592231"/>
                  </a:lnTo>
                  <a:lnTo>
                    <a:pt x="477996" y="1591377"/>
                  </a:lnTo>
                  <a:lnTo>
                    <a:pt x="478259" y="1591333"/>
                  </a:lnTo>
                  <a:lnTo>
                    <a:pt x="483461" y="1596465"/>
                  </a:lnTo>
                  <a:lnTo>
                    <a:pt x="488695" y="1596833"/>
                  </a:lnTo>
                  <a:lnTo>
                    <a:pt x="490661" y="1589532"/>
                  </a:lnTo>
                  <a:lnTo>
                    <a:pt x="492607" y="1586065"/>
                  </a:lnTo>
                  <a:lnTo>
                    <a:pt x="493449" y="1584565"/>
                  </a:lnTo>
                  <a:lnTo>
                    <a:pt x="488990" y="1578358"/>
                  </a:lnTo>
                  <a:lnTo>
                    <a:pt x="492908" y="1572921"/>
                  </a:lnTo>
                  <a:lnTo>
                    <a:pt x="492559" y="1569169"/>
                  </a:lnTo>
                  <a:lnTo>
                    <a:pt x="492526" y="1568818"/>
                  </a:lnTo>
                  <a:lnTo>
                    <a:pt x="492479" y="1561558"/>
                  </a:lnTo>
                  <a:lnTo>
                    <a:pt x="494498" y="1555689"/>
                  </a:lnTo>
                  <a:lnTo>
                    <a:pt x="495420" y="1548947"/>
                  </a:lnTo>
                  <a:lnTo>
                    <a:pt x="495648" y="1547277"/>
                  </a:lnTo>
                  <a:lnTo>
                    <a:pt x="491932" y="1544731"/>
                  </a:lnTo>
                  <a:lnTo>
                    <a:pt x="491794" y="1540258"/>
                  </a:lnTo>
                  <a:lnTo>
                    <a:pt x="487277" y="1534058"/>
                  </a:lnTo>
                  <a:lnTo>
                    <a:pt x="487101" y="1533817"/>
                  </a:lnTo>
                  <a:lnTo>
                    <a:pt x="492895" y="1524698"/>
                  </a:lnTo>
                  <a:lnTo>
                    <a:pt x="496207" y="1518274"/>
                  </a:lnTo>
                  <a:lnTo>
                    <a:pt x="501272" y="1513140"/>
                  </a:lnTo>
                  <a:lnTo>
                    <a:pt x="507843" y="1511877"/>
                  </a:lnTo>
                  <a:lnTo>
                    <a:pt x="508015" y="1511844"/>
                  </a:lnTo>
                  <a:lnTo>
                    <a:pt x="508412" y="1511946"/>
                  </a:lnTo>
                  <a:lnTo>
                    <a:pt x="517977" y="1514410"/>
                  </a:lnTo>
                  <a:lnTo>
                    <a:pt x="526666" y="1518476"/>
                  </a:lnTo>
                  <a:lnTo>
                    <a:pt x="532676" y="1519358"/>
                  </a:lnTo>
                  <a:lnTo>
                    <a:pt x="541223" y="1521753"/>
                  </a:lnTo>
                  <a:lnTo>
                    <a:pt x="546621" y="1524615"/>
                  </a:lnTo>
                  <a:lnTo>
                    <a:pt x="549781" y="1526288"/>
                  </a:lnTo>
                  <a:lnTo>
                    <a:pt x="553806" y="1525636"/>
                  </a:lnTo>
                  <a:lnTo>
                    <a:pt x="554460" y="1525529"/>
                  </a:lnTo>
                  <a:lnTo>
                    <a:pt x="555212" y="1525407"/>
                  </a:lnTo>
                  <a:lnTo>
                    <a:pt x="557828" y="1521233"/>
                  </a:lnTo>
                  <a:lnTo>
                    <a:pt x="558961" y="1514640"/>
                  </a:lnTo>
                  <a:lnTo>
                    <a:pt x="553240" y="1506622"/>
                  </a:lnTo>
                  <a:lnTo>
                    <a:pt x="547917" y="1498480"/>
                  </a:lnTo>
                  <a:lnTo>
                    <a:pt x="549862" y="1492107"/>
                  </a:lnTo>
                  <a:lnTo>
                    <a:pt x="550958" y="1484308"/>
                  </a:lnTo>
                  <a:lnTo>
                    <a:pt x="555238" y="1481021"/>
                  </a:lnTo>
                  <a:lnTo>
                    <a:pt x="555489" y="1481074"/>
                  </a:lnTo>
                  <a:lnTo>
                    <a:pt x="561392" y="1482309"/>
                  </a:lnTo>
                  <a:lnTo>
                    <a:pt x="568125" y="1475369"/>
                  </a:lnTo>
                  <a:lnTo>
                    <a:pt x="580059" y="1471872"/>
                  </a:lnTo>
                  <a:lnTo>
                    <a:pt x="588966" y="1467969"/>
                  </a:lnTo>
                  <a:lnTo>
                    <a:pt x="588312" y="1466017"/>
                  </a:lnTo>
                  <a:lnTo>
                    <a:pt x="587321" y="1463058"/>
                  </a:lnTo>
                  <a:lnTo>
                    <a:pt x="580808" y="1458451"/>
                  </a:lnTo>
                  <a:lnTo>
                    <a:pt x="580691" y="1458177"/>
                  </a:lnTo>
                  <a:lnTo>
                    <a:pt x="576705" y="1448822"/>
                  </a:lnTo>
                  <a:lnTo>
                    <a:pt x="578702" y="1443160"/>
                  </a:lnTo>
                  <a:lnTo>
                    <a:pt x="585030" y="1436540"/>
                  </a:lnTo>
                  <a:lnTo>
                    <a:pt x="587160" y="1429120"/>
                  </a:lnTo>
                  <a:lnTo>
                    <a:pt x="593060" y="1430446"/>
                  </a:lnTo>
                  <a:lnTo>
                    <a:pt x="596271" y="1428992"/>
                  </a:lnTo>
                  <a:lnTo>
                    <a:pt x="598915" y="1425080"/>
                  </a:lnTo>
                  <a:lnTo>
                    <a:pt x="594698" y="1419051"/>
                  </a:lnTo>
                  <a:lnTo>
                    <a:pt x="595450" y="1415305"/>
                  </a:lnTo>
                  <a:lnTo>
                    <a:pt x="595665" y="1414231"/>
                  </a:lnTo>
                  <a:lnTo>
                    <a:pt x="600215" y="1411917"/>
                  </a:lnTo>
                  <a:lnTo>
                    <a:pt x="607244" y="1416640"/>
                  </a:lnTo>
                  <a:lnTo>
                    <a:pt x="615140" y="1413351"/>
                  </a:lnTo>
                  <a:lnTo>
                    <a:pt x="616309" y="1414310"/>
                  </a:lnTo>
                  <a:lnTo>
                    <a:pt x="619828" y="1417196"/>
                  </a:lnTo>
                  <a:lnTo>
                    <a:pt x="625307" y="1416880"/>
                  </a:lnTo>
                  <a:lnTo>
                    <a:pt x="626186" y="1410854"/>
                  </a:lnTo>
                  <a:lnTo>
                    <a:pt x="631270" y="1406742"/>
                  </a:lnTo>
                  <a:lnTo>
                    <a:pt x="637649" y="1406432"/>
                  </a:lnTo>
                  <a:lnTo>
                    <a:pt x="641058" y="1404199"/>
                  </a:lnTo>
                  <a:lnTo>
                    <a:pt x="643783" y="1402412"/>
                  </a:lnTo>
                  <a:lnTo>
                    <a:pt x="652829" y="1405622"/>
                  </a:lnTo>
                  <a:lnTo>
                    <a:pt x="655773" y="1407034"/>
                  </a:lnTo>
                  <a:lnTo>
                    <a:pt x="659351" y="1408750"/>
                  </a:lnTo>
                  <a:lnTo>
                    <a:pt x="660961" y="1409520"/>
                  </a:lnTo>
                  <a:lnTo>
                    <a:pt x="668705" y="1411587"/>
                  </a:lnTo>
                  <a:lnTo>
                    <a:pt x="673436" y="1415144"/>
                  </a:lnTo>
                  <a:lnTo>
                    <a:pt x="677235" y="1419540"/>
                  </a:lnTo>
                  <a:lnTo>
                    <a:pt x="680796" y="1411452"/>
                  </a:lnTo>
                  <a:lnTo>
                    <a:pt x="681375" y="1405369"/>
                  </a:lnTo>
                  <a:lnTo>
                    <a:pt x="683740" y="1399380"/>
                  </a:lnTo>
                  <a:lnTo>
                    <a:pt x="686783" y="1398140"/>
                  </a:lnTo>
                  <a:lnTo>
                    <a:pt x="691451" y="1396236"/>
                  </a:lnTo>
                  <a:lnTo>
                    <a:pt x="695815" y="1391032"/>
                  </a:lnTo>
                  <a:lnTo>
                    <a:pt x="701372" y="1386959"/>
                  </a:lnTo>
                  <a:lnTo>
                    <a:pt x="701610" y="1386784"/>
                  </a:lnTo>
                  <a:lnTo>
                    <a:pt x="705342" y="1391305"/>
                  </a:lnTo>
                  <a:lnTo>
                    <a:pt x="712099" y="1398267"/>
                  </a:lnTo>
                  <a:lnTo>
                    <a:pt x="718707" y="1400132"/>
                  </a:lnTo>
                  <a:lnTo>
                    <a:pt x="719918" y="1400499"/>
                  </a:lnTo>
                  <a:lnTo>
                    <a:pt x="723188" y="1401488"/>
                  </a:lnTo>
                  <a:lnTo>
                    <a:pt x="723674" y="1394616"/>
                  </a:lnTo>
                  <a:lnTo>
                    <a:pt x="732492" y="1393665"/>
                  </a:lnTo>
                  <a:lnTo>
                    <a:pt x="729743" y="1385878"/>
                  </a:lnTo>
                  <a:lnTo>
                    <a:pt x="728755" y="1377202"/>
                  </a:lnTo>
                  <a:lnTo>
                    <a:pt x="731913" y="1376012"/>
                  </a:lnTo>
                  <a:lnTo>
                    <a:pt x="733423" y="1375442"/>
                  </a:lnTo>
                  <a:lnTo>
                    <a:pt x="736348" y="1369799"/>
                  </a:lnTo>
                  <a:lnTo>
                    <a:pt x="740106" y="1364452"/>
                  </a:lnTo>
                  <a:lnTo>
                    <a:pt x="746024" y="1360597"/>
                  </a:lnTo>
                  <a:lnTo>
                    <a:pt x="751060" y="1365928"/>
                  </a:lnTo>
                  <a:lnTo>
                    <a:pt x="759485" y="1374187"/>
                  </a:lnTo>
                  <a:lnTo>
                    <a:pt x="770405" y="1373984"/>
                  </a:lnTo>
                  <a:lnTo>
                    <a:pt x="777166" y="1377704"/>
                  </a:lnTo>
                  <a:lnTo>
                    <a:pt x="780236" y="1374551"/>
                  </a:lnTo>
                  <a:lnTo>
                    <a:pt x="782052" y="1372685"/>
                  </a:lnTo>
                  <a:lnTo>
                    <a:pt x="784172" y="1370886"/>
                  </a:lnTo>
                  <a:lnTo>
                    <a:pt x="786730" y="1368714"/>
                  </a:lnTo>
                  <a:lnTo>
                    <a:pt x="786776" y="1358303"/>
                  </a:lnTo>
                  <a:lnTo>
                    <a:pt x="786316" y="1349688"/>
                  </a:lnTo>
                  <a:lnTo>
                    <a:pt x="786258" y="1348618"/>
                  </a:lnTo>
                  <a:lnTo>
                    <a:pt x="790542" y="1341403"/>
                  </a:lnTo>
                  <a:lnTo>
                    <a:pt x="791945" y="1335704"/>
                  </a:lnTo>
                  <a:lnTo>
                    <a:pt x="794123" y="1335961"/>
                  </a:lnTo>
                  <a:lnTo>
                    <a:pt x="798502" y="1336477"/>
                  </a:lnTo>
                  <a:lnTo>
                    <a:pt x="804419" y="1331961"/>
                  </a:lnTo>
                  <a:lnTo>
                    <a:pt x="807052" y="1325505"/>
                  </a:lnTo>
                  <a:lnTo>
                    <a:pt x="807467" y="1320948"/>
                  </a:lnTo>
                  <a:lnTo>
                    <a:pt x="807919" y="1315979"/>
                  </a:lnTo>
                  <a:lnTo>
                    <a:pt x="810488" y="1311306"/>
                  </a:lnTo>
                  <a:lnTo>
                    <a:pt x="818632" y="1307627"/>
                  </a:lnTo>
                  <a:lnTo>
                    <a:pt x="820248" y="1302810"/>
                  </a:lnTo>
                  <a:lnTo>
                    <a:pt x="823794" y="1299647"/>
                  </a:lnTo>
                  <a:lnTo>
                    <a:pt x="825001" y="1296621"/>
                  </a:lnTo>
                  <a:lnTo>
                    <a:pt x="822676" y="1291983"/>
                  </a:lnTo>
                  <a:lnTo>
                    <a:pt x="821977" y="1290588"/>
                  </a:lnTo>
                  <a:lnTo>
                    <a:pt x="820487" y="1283135"/>
                  </a:lnTo>
                  <a:lnTo>
                    <a:pt x="818419" y="1276667"/>
                  </a:lnTo>
                  <a:lnTo>
                    <a:pt x="822565" y="1273069"/>
                  </a:lnTo>
                  <a:lnTo>
                    <a:pt x="828276" y="1272312"/>
                  </a:lnTo>
                  <a:lnTo>
                    <a:pt x="829049" y="1272057"/>
                  </a:lnTo>
                  <a:lnTo>
                    <a:pt x="834362" y="1270299"/>
                  </a:lnTo>
                  <a:lnTo>
                    <a:pt x="838251" y="1271962"/>
                  </a:lnTo>
                  <a:lnTo>
                    <a:pt x="842284" y="1274405"/>
                  </a:lnTo>
                  <a:lnTo>
                    <a:pt x="843868" y="1275363"/>
                  </a:lnTo>
                  <a:lnTo>
                    <a:pt x="847554" y="1273705"/>
                  </a:lnTo>
                  <a:lnTo>
                    <a:pt x="853722" y="1266742"/>
                  </a:lnTo>
                  <a:lnTo>
                    <a:pt x="858206" y="1263775"/>
                  </a:lnTo>
                  <a:lnTo>
                    <a:pt x="863358" y="1260359"/>
                  </a:lnTo>
                  <a:lnTo>
                    <a:pt x="873139" y="1257010"/>
                  </a:lnTo>
                  <a:lnTo>
                    <a:pt x="877410" y="1256742"/>
                  </a:lnTo>
                  <a:lnTo>
                    <a:pt x="876945" y="1248639"/>
                  </a:lnTo>
                  <a:lnTo>
                    <a:pt x="877195" y="1247515"/>
                  </a:lnTo>
                  <a:lnTo>
                    <a:pt x="877870" y="1244476"/>
                  </a:lnTo>
                  <a:lnTo>
                    <a:pt x="873369" y="1243407"/>
                  </a:lnTo>
                  <a:lnTo>
                    <a:pt x="869805" y="1241973"/>
                  </a:lnTo>
                  <a:lnTo>
                    <a:pt x="868391" y="1241403"/>
                  </a:lnTo>
                  <a:lnTo>
                    <a:pt x="871795" y="1235564"/>
                  </a:lnTo>
                  <a:lnTo>
                    <a:pt x="869358" y="1231016"/>
                  </a:lnTo>
                  <a:lnTo>
                    <a:pt x="866048" y="1227786"/>
                  </a:lnTo>
                  <a:lnTo>
                    <a:pt x="863742" y="1225534"/>
                  </a:lnTo>
                  <a:lnTo>
                    <a:pt x="866646" y="1221736"/>
                  </a:lnTo>
                  <a:lnTo>
                    <a:pt x="869895" y="1217668"/>
                  </a:lnTo>
                  <a:lnTo>
                    <a:pt x="875557" y="1211305"/>
                  </a:lnTo>
                  <a:lnTo>
                    <a:pt x="879341" y="1212460"/>
                  </a:lnTo>
                  <a:lnTo>
                    <a:pt x="879584" y="1212666"/>
                  </a:lnTo>
                  <a:lnTo>
                    <a:pt x="883562" y="1216029"/>
                  </a:lnTo>
                  <a:lnTo>
                    <a:pt x="889212" y="1217492"/>
                  </a:lnTo>
                  <a:lnTo>
                    <a:pt x="890658" y="1217866"/>
                  </a:lnTo>
                  <a:lnTo>
                    <a:pt x="895486" y="1213641"/>
                  </a:lnTo>
                  <a:lnTo>
                    <a:pt x="899621" y="1212552"/>
                  </a:lnTo>
                  <a:lnTo>
                    <a:pt x="900813" y="1212237"/>
                  </a:lnTo>
                  <a:lnTo>
                    <a:pt x="901710" y="1210253"/>
                  </a:lnTo>
                  <a:lnTo>
                    <a:pt x="903385" y="1209299"/>
                  </a:lnTo>
                  <a:lnTo>
                    <a:pt x="905132" y="1209892"/>
                  </a:lnTo>
                  <a:lnTo>
                    <a:pt x="906963" y="1213412"/>
                  </a:lnTo>
                  <a:lnTo>
                    <a:pt x="910814" y="1217447"/>
                  </a:lnTo>
                  <a:lnTo>
                    <a:pt x="918264" y="1218416"/>
                  </a:lnTo>
                  <a:lnTo>
                    <a:pt x="918920" y="1219163"/>
                  </a:lnTo>
                  <a:lnTo>
                    <a:pt x="921867" y="1222516"/>
                  </a:lnTo>
                  <a:lnTo>
                    <a:pt x="923477" y="1226509"/>
                  </a:lnTo>
                  <a:lnTo>
                    <a:pt x="930449" y="1234721"/>
                  </a:lnTo>
                  <a:lnTo>
                    <a:pt x="930560" y="1235432"/>
                  </a:lnTo>
                  <a:lnTo>
                    <a:pt x="931179" y="1239378"/>
                  </a:lnTo>
                  <a:lnTo>
                    <a:pt x="932139" y="1240831"/>
                  </a:lnTo>
                  <a:lnTo>
                    <a:pt x="933928" y="1243538"/>
                  </a:lnTo>
                  <a:lnTo>
                    <a:pt x="941667" y="1244097"/>
                  </a:lnTo>
                  <a:lnTo>
                    <a:pt x="949984" y="1244772"/>
                  </a:lnTo>
                  <a:lnTo>
                    <a:pt x="956535" y="1241494"/>
                  </a:lnTo>
                  <a:lnTo>
                    <a:pt x="961591" y="1242090"/>
                  </a:lnTo>
                  <a:lnTo>
                    <a:pt x="964038" y="1242534"/>
                  </a:lnTo>
                  <a:lnTo>
                    <a:pt x="969353" y="1243497"/>
                  </a:lnTo>
                  <a:lnTo>
                    <a:pt x="971869" y="1247499"/>
                  </a:lnTo>
                  <a:lnTo>
                    <a:pt x="977111" y="1249047"/>
                  </a:lnTo>
                  <a:lnTo>
                    <a:pt x="979050" y="1253425"/>
                  </a:lnTo>
                  <a:lnTo>
                    <a:pt x="985801" y="1254635"/>
                  </a:lnTo>
                  <a:lnTo>
                    <a:pt x="988487" y="1255115"/>
                  </a:lnTo>
                  <a:lnTo>
                    <a:pt x="991303" y="1253051"/>
                  </a:lnTo>
                  <a:lnTo>
                    <a:pt x="991647" y="1252800"/>
                  </a:lnTo>
                  <a:lnTo>
                    <a:pt x="992344" y="1248069"/>
                  </a:lnTo>
                  <a:lnTo>
                    <a:pt x="1000693" y="1243499"/>
                  </a:lnTo>
                  <a:lnTo>
                    <a:pt x="1010259" y="1245725"/>
                  </a:lnTo>
                  <a:lnTo>
                    <a:pt x="1016518" y="1245454"/>
                  </a:lnTo>
                  <a:lnTo>
                    <a:pt x="1022709" y="1249120"/>
                  </a:lnTo>
                  <a:lnTo>
                    <a:pt x="1026484" y="1251334"/>
                  </a:lnTo>
                  <a:lnTo>
                    <a:pt x="1028268" y="1249200"/>
                  </a:lnTo>
                  <a:lnTo>
                    <a:pt x="1030253" y="1246825"/>
                  </a:lnTo>
                  <a:lnTo>
                    <a:pt x="1036787" y="1246539"/>
                  </a:lnTo>
                  <a:lnTo>
                    <a:pt x="1040454" y="1243237"/>
                  </a:lnTo>
                  <a:lnTo>
                    <a:pt x="1041283" y="1239060"/>
                  </a:lnTo>
                  <a:lnTo>
                    <a:pt x="1047043" y="1233198"/>
                  </a:lnTo>
                  <a:lnTo>
                    <a:pt x="1047976" y="1231915"/>
                  </a:lnTo>
                  <a:lnTo>
                    <a:pt x="1049413" y="1229935"/>
                  </a:lnTo>
                  <a:lnTo>
                    <a:pt x="1055591" y="1226958"/>
                  </a:lnTo>
                  <a:lnTo>
                    <a:pt x="1060385" y="1224322"/>
                  </a:lnTo>
                  <a:lnTo>
                    <a:pt x="1062991" y="1228577"/>
                  </a:lnTo>
                  <a:lnTo>
                    <a:pt x="1064108" y="1233464"/>
                  </a:lnTo>
                  <a:lnTo>
                    <a:pt x="1067610" y="1242135"/>
                  </a:lnTo>
                  <a:lnTo>
                    <a:pt x="1072146" y="1245252"/>
                  </a:lnTo>
                  <a:lnTo>
                    <a:pt x="1073449" y="1246147"/>
                  </a:lnTo>
                  <a:lnTo>
                    <a:pt x="1080715" y="1245320"/>
                  </a:lnTo>
                  <a:lnTo>
                    <a:pt x="1086388" y="1249480"/>
                  </a:lnTo>
                  <a:lnTo>
                    <a:pt x="1087676" y="1250199"/>
                  </a:lnTo>
                  <a:lnTo>
                    <a:pt x="1092747" y="1253022"/>
                  </a:lnTo>
                  <a:lnTo>
                    <a:pt x="1096441" y="1259281"/>
                  </a:lnTo>
                  <a:lnTo>
                    <a:pt x="1097900" y="1268774"/>
                  </a:lnTo>
                  <a:lnTo>
                    <a:pt x="1101087" y="1271807"/>
                  </a:lnTo>
                  <a:lnTo>
                    <a:pt x="1101774" y="1280226"/>
                  </a:lnTo>
                  <a:lnTo>
                    <a:pt x="1101694" y="1281273"/>
                  </a:lnTo>
                  <a:lnTo>
                    <a:pt x="1101303" y="1286393"/>
                  </a:lnTo>
                  <a:lnTo>
                    <a:pt x="1100301" y="1295042"/>
                  </a:lnTo>
                  <a:lnTo>
                    <a:pt x="1109356" y="1302258"/>
                  </a:lnTo>
                  <a:lnTo>
                    <a:pt x="1119503" y="1311072"/>
                  </a:lnTo>
                  <a:lnTo>
                    <a:pt x="1119055" y="1316051"/>
                  </a:lnTo>
                  <a:lnTo>
                    <a:pt x="1118802" y="1318858"/>
                  </a:lnTo>
                  <a:lnTo>
                    <a:pt x="1126467" y="1322896"/>
                  </a:lnTo>
                  <a:lnTo>
                    <a:pt x="1129115" y="1326064"/>
                  </a:lnTo>
                  <a:lnTo>
                    <a:pt x="1132846" y="1330526"/>
                  </a:lnTo>
                  <a:lnTo>
                    <a:pt x="1137889" y="1334475"/>
                  </a:lnTo>
                  <a:lnTo>
                    <a:pt x="1138926" y="1336325"/>
                  </a:lnTo>
                  <a:lnTo>
                    <a:pt x="1142739" y="1343125"/>
                  </a:lnTo>
                  <a:lnTo>
                    <a:pt x="1150257" y="1345711"/>
                  </a:lnTo>
                  <a:lnTo>
                    <a:pt x="1159786" y="1351021"/>
                  </a:lnTo>
                  <a:lnTo>
                    <a:pt x="1168433" y="1355589"/>
                  </a:lnTo>
                  <a:lnTo>
                    <a:pt x="1177820" y="1354378"/>
                  </a:lnTo>
                  <a:lnTo>
                    <a:pt x="1159404" y="1379180"/>
                  </a:lnTo>
                  <a:lnTo>
                    <a:pt x="1150867" y="1390603"/>
                  </a:lnTo>
                  <a:lnTo>
                    <a:pt x="1150481" y="1391166"/>
                  </a:lnTo>
                  <a:lnTo>
                    <a:pt x="1147285" y="1395820"/>
                  </a:lnTo>
                  <a:lnTo>
                    <a:pt x="1138752" y="1400372"/>
                  </a:lnTo>
                  <a:lnTo>
                    <a:pt x="1129688" y="1407720"/>
                  </a:lnTo>
                  <a:lnTo>
                    <a:pt x="1129294" y="1408039"/>
                  </a:lnTo>
                  <a:lnTo>
                    <a:pt x="1128697" y="1408638"/>
                  </a:lnTo>
                  <a:lnTo>
                    <a:pt x="1115133" y="1422216"/>
                  </a:lnTo>
                  <a:lnTo>
                    <a:pt x="1116798" y="1428728"/>
                  </a:lnTo>
                  <a:lnTo>
                    <a:pt x="1114841" y="1433448"/>
                  </a:lnTo>
                  <a:lnTo>
                    <a:pt x="1108939" y="1436840"/>
                  </a:lnTo>
                  <a:lnTo>
                    <a:pt x="1104533" y="1441963"/>
                  </a:lnTo>
                  <a:lnTo>
                    <a:pt x="1106166" y="1448398"/>
                  </a:lnTo>
                  <a:lnTo>
                    <a:pt x="1104921" y="1451686"/>
                  </a:lnTo>
                  <a:lnTo>
                    <a:pt x="1104136" y="1453756"/>
                  </a:lnTo>
                  <a:lnTo>
                    <a:pt x="1093568" y="1460384"/>
                  </a:lnTo>
                  <a:lnTo>
                    <a:pt x="1087369" y="1461245"/>
                  </a:lnTo>
                  <a:lnTo>
                    <a:pt x="1084822" y="1468698"/>
                  </a:lnTo>
                  <a:lnTo>
                    <a:pt x="1083928" y="1475619"/>
                  </a:lnTo>
                  <a:lnTo>
                    <a:pt x="1074561" y="1479594"/>
                  </a:lnTo>
                  <a:lnTo>
                    <a:pt x="1060887" y="1487489"/>
                  </a:lnTo>
                  <a:lnTo>
                    <a:pt x="1056431" y="1490979"/>
                  </a:lnTo>
                  <a:lnTo>
                    <a:pt x="1054048" y="1491466"/>
                  </a:lnTo>
                  <a:lnTo>
                    <a:pt x="1047597" y="1492778"/>
                  </a:lnTo>
                  <a:lnTo>
                    <a:pt x="1039781" y="1498401"/>
                  </a:lnTo>
                  <a:lnTo>
                    <a:pt x="1034570" y="1503646"/>
                  </a:lnTo>
                  <a:lnTo>
                    <a:pt x="1033479" y="1506175"/>
                  </a:lnTo>
                  <a:lnTo>
                    <a:pt x="1013479" y="1509616"/>
                  </a:lnTo>
                  <a:lnTo>
                    <a:pt x="1009899" y="1510161"/>
                  </a:lnTo>
                  <a:lnTo>
                    <a:pt x="1004275" y="1511014"/>
                  </a:lnTo>
                  <a:lnTo>
                    <a:pt x="980788" y="1515215"/>
                  </a:lnTo>
                  <a:lnTo>
                    <a:pt x="977450" y="1515782"/>
                  </a:lnTo>
                  <a:lnTo>
                    <a:pt x="954004" y="1519722"/>
                  </a:lnTo>
                  <a:lnTo>
                    <a:pt x="926581" y="1523999"/>
                  </a:lnTo>
                  <a:lnTo>
                    <a:pt x="925897" y="1524104"/>
                  </a:lnTo>
                  <a:lnTo>
                    <a:pt x="910167" y="1525824"/>
                  </a:lnTo>
                  <a:lnTo>
                    <a:pt x="907095" y="1526129"/>
                  </a:lnTo>
                  <a:lnTo>
                    <a:pt x="895044" y="1527313"/>
                  </a:lnTo>
                  <a:lnTo>
                    <a:pt x="877300" y="1530029"/>
                  </a:lnTo>
                  <a:lnTo>
                    <a:pt x="875887" y="1530244"/>
                  </a:lnTo>
                  <a:lnTo>
                    <a:pt x="875385" y="1530371"/>
                  </a:lnTo>
                  <a:lnTo>
                    <a:pt x="861750" y="1533813"/>
                  </a:lnTo>
                  <a:lnTo>
                    <a:pt x="856710" y="1535079"/>
                  </a:lnTo>
                  <a:lnTo>
                    <a:pt x="832692" y="1538571"/>
                  </a:lnTo>
                  <a:lnTo>
                    <a:pt x="827098" y="1539371"/>
                  </a:lnTo>
                  <a:lnTo>
                    <a:pt x="818680" y="1540569"/>
                  </a:lnTo>
                  <a:lnTo>
                    <a:pt x="808575" y="1541657"/>
                  </a:lnTo>
                  <a:lnTo>
                    <a:pt x="798035" y="1542778"/>
                  </a:lnTo>
                  <a:lnTo>
                    <a:pt x="785781" y="1544148"/>
                  </a:lnTo>
                  <a:lnTo>
                    <a:pt x="765363" y="1546389"/>
                  </a:lnTo>
                  <a:lnTo>
                    <a:pt x="755816" y="1547419"/>
                  </a:lnTo>
                  <a:lnTo>
                    <a:pt x="751799" y="1549893"/>
                  </a:lnTo>
                  <a:lnTo>
                    <a:pt x="750688" y="1549725"/>
                  </a:lnTo>
                  <a:lnTo>
                    <a:pt x="746119" y="1549034"/>
                  </a:lnTo>
                  <a:lnTo>
                    <a:pt x="730740" y="1551930"/>
                  </a:lnTo>
                  <a:lnTo>
                    <a:pt x="725862" y="1552842"/>
                  </a:lnTo>
                  <a:lnTo>
                    <a:pt x="701511" y="1557038"/>
                  </a:lnTo>
                  <a:lnTo>
                    <a:pt x="696185" y="1557946"/>
                  </a:lnTo>
                  <a:lnTo>
                    <a:pt x="674453" y="1561613"/>
                  </a:lnTo>
                  <a:lnTo>
                    <a:pt x="673290" y="1561807"/>
                  </a:lnTo>
                  <a:lnTo>
                    <a:pt x="644420" y="1566582"/>
                  </a:lnTo>
                  <a:lnTo>
                    <a:pt x="639208" y="1567506"/>
                  </a:lnTo>
                  <a:lnTo>
                    <a:pt x="623576" y="1570256"/>
                  </a:lnTo>
                  <a:lnTo>
                    <a:pt x="623431" y="1566454"/>
                  </a:lnTo>
                  <a:lnTo>
                    <a:pt x="607206" y="1567137"/>
                  </a:lnTo>
                  <a:lnTo>
                    <a:pt x="601392" y="1567836"/>
                  </a:lnTo>
                  <a:lnTo>
                    <a:pt x="603626" y="1573495"/>
                  </a:lnTo>
                  <a:lnTo>
                    <a:pt x="607073" y="1582881"/>
                  </a:lnTo>
                  <a:lnTo>
                    <a:pt x="606265" y="1589483"/>
                  </a:lnTo>
                  <a:lnTo>
                    <a:pt x="605980" y="1589531"/>
                  </a:lnTo>
                  <a:lnTo>
                    <a:pt x="598680" y="1590759"/>
                  </a:lnTo>
                  <a:lnTo>
                    <a:pt x="562838" y="1595449"/>
                  </a:lnTo>
                  <a:lnTo>
                    <a:pt x="560574" y="1595740"/>
                  </a:lnTo>
                  <a:lnTo>
                    <a:pt x="560134" y="1595799"/>
                  </a:lnTo>
                  <a:lnTo>
                    <a:pt x="530373" y="1599787"/>
                  </a:lnTo>
                  <a:lnTo>
                    <a:pt x="529341" y="1599924"/>
                  </a:lnTo>
                  <a:lnTo>
                    <a:pt x="528607" y="1600021"/>
                  </a:lnTo>
                  <a:lnTo>
                    <a:pt x="515734" y="1601709"/>
                  </a:lnTo>
                  <a:lnTo>
                    <a:pt x="491206" y="1604489"/>
                  </a:lnTo>
                  <a:lnTo>
                    <a:pt x="478002" y="1606723"/>
                  </a:lnTo>
                  <a:lnTo>
                    <a:pt x="470884" y="1607919"/>
                  </a:lnTo>
                  <a:lnTo>
                    <a:pt x="458803" y="1609580"/>
                  </a:lnTo>
                  <a:lnTo>
                    <a:pt x="455035" y="1605028"/>
                  </a:lnTo>
                  <a:close/>
                </a:path>
              </a:pathLst>
            </a:custGeom>
            <a:solidFill>
              <a:srgbClr val="DF8A6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h84"/>
            <p:cNvSpPr/>
            <p:nvPr/>
          </p:nvSpPr>
          <p:spPr>
            <a:xfrm>
              <a:off x="4160819" y="2935754"/>
              <a:ext cx="1030865" cy="2019103"/>
            </a:xfrm>
            <a:custGeom>
              <a:avLst/>
              <a:pathLst>
                <a:path w="1030865" h="2019103">
                  <a:moveTo>
                    <a:pt x="457200" y="1600200"/>
                  </a:moveTo>
                  <a:lnTo>
                    <a:pt x="456407" y="1587311"/>
                  </a:lnTo>
                  <a:lnTo>
                    <a:pt x="455772" y="1576992"/>
                  </a:lnTo>
                  <a:lnTo>
                    <a:pt x="454720" y="1559944"/>
                  </a:lnTo>
                  <a:lnTo>
                    <a:pt x="478570" y="1558224"/>
                  </a:lnTo>
                  <a:lnTo>
                    <a:pt x="479351" y="1558167"/>
                  </a:lnTo>
                  <a:lnTo>
                    <a:pt x="488106" y="1557519"/>
                  </a:lnTo>
                  <a:lnTo>
                    <a:pt x="509232" y="1556027"/>
                  </a:lnTo>
                  <a:lnTo>
                    <a:pt x="512410" y="1555798"/>
                  </a:lnTo>
                  <a:lnTo>
                    <a:pt x="524254" y="1554936"/>
                  </a:lnTo>
                  <a:lnTo>
                    <a:pt x="538711" y="1553827"/>
                  </a:lnTo>
                  <a:lnTo>
                    <a:pt x="543016" y="1553493"/>
                  </a:lnTo>
                  <a:lnTo>
                    <a:pt x="564792" y="1551814"/>
                  </a:lnTo>
                  <a:lnTo>
                    <a:pt x="566633" y="1551670"/>
                  </a:lnTo>
                  <a:lnTo>
                    <a:pt x="592488" y="1549854"/>
                  </a:lnTo>
                  <a:lnTo>
                    <a:pt x="615680" y="1548111"/>
                  </a:lnTo>
                  <a:lnTo>
                    <a:pt x="644754" y="1545885"/>
                  </a:lnTo>
                  <a:lnTo>
                    <a:pt x="660802" y="1544479"/>
                  </a:lnTo>
                  <a:lnTo>
                    <a:pt x="681007" y="1542666"/>
                  </a:lnTo>
                  <a:lnTo>
                    <a:pt x="721230" y="1538925"/>
                  </a:lnTo>
                  <a:lnTo>
                    <a:pt x="724231" y="1538647"/>
                  </a:lnTo>
                  <a:lnTo>
                    <a:pt x="726779" y="1538411"/>
                  </a:lnTo>
                  <a:lnTo>
                    <a:pt x="744635" y="1536731"/>
                  </a:lnTo>
                  <a:lnTo>
                    <a:pt x="754896" y="1535749"/>
                  </a:lnTo>
                  <a:lnTo>
                    <a:pt x="758460" y="1538311"/>
                  </a:lnTo>
                  <a:lnTo>
                    <a:pt x="765439" y="1542893"/>
                  </a:lnTo>
                  <a:lnTo>
                    <a:pt x="766156" y="1548936"/>
                  </a:lnTo>
                  <a:lnTo>
                    <a:pt x="759592" y="1554559"/>
                  </a:lnTo>
                  <a:lnTo>
                    <a:pt x="757525" y="1559315"/>
                  </a:lnTo>
                  <a:lnTo>
                    <a:pt x="758360" y="1563760"/>
                  </a:lnTo>
                  <a:lnTo>
                    <a:pt x="763359" y="1567725"/>
                  </a:lnTo>
                  <a:lnTo>
                    <a:pt x="769439" y="1568878"/>
                  </a:lnTo>
                  <a:lnTo>
                    <a:pt x="765536" y="1574299"/>
                  </a:lnTo>
                  <a:lnTo>
                    <a:pt x="768511" y="1584511"/>
                  </a:lnTo>
                  <a:lnTo>
                    <a:pt x="771278" y="1586906"/>
                  </a:lnTo>
                  <a:lnTo>
                    <a:pt x="772045" y="1587608"/>
                  </a:lnTo>
                  <a:lnTo>
                    <a:pt x="776611" y="1594117"/>
                  </a:lnTo>
                  <a:lnTo>
                    <a:pt x="771503" y="1595181"/>
                  </a:lnTo>
                  <a:lnTo>
                    <a:pt x="773141" y="1604202"/>
                  </a:lnTo>
                  <a:lnTo>
                    <a:pt x="782407" y="1604920"/>
                  </a:lnTo>
                  <a:lnTo>
                    <a:pt x="781075" y="1614145"/>
                  </a:lnTo>
                  <a:lnTo>
                    <a:pt x="788058" y="1614609"/>
                  </a:lnTo>
                  <a:lnTo>
                    <a:pt x="785934" y="1622121"/>
                  </a:lnTo>
                  <a:lnTo>
                    <a:pt x="782164" y="1631078"/>
                  </a:lnTo>
                  <a:lnTo>
                    <a:pt x="769912" y="1633173"/>
                  </a:lnTo>
                  <a:lnTo>
                    <a:pt x="778304" y="1644750"/>
                  </a:lnTo>
                  <a:lnTo>
                    <a:pt x="778884" y="1645549"/>
                  </a:lnTo>
                  <a:lnTo>
                    <a:pt x="774784" y="1652293"/>
                  </a:lnTo>
                  <a:lnTo>
                    <a:pt x="774907" y="1655611"/>
                  </a:lnTo>
                  <a:lnTo>
                    <a:pt x="771459" y="1660494"/>
                  </a:lnTo>
                  <a:lnTo>
                    <a:pt x="765289" y="1662849"/>
                  </a:lnTo>
                  <a:lnTo>
                    <a:pt x="765491" y="1669439"/>
                  </a:lnTo>
                  <a:lnTo>
                    <a:pt x="760294" y="1675341"/>
                  </a:lnTo>
                  <a:lnTo>
                    <a:pt x="759410" y="1676318"/>
                  </a:lnTo>
                  <a:lnTo>
                    <a:pt x="754937" y="1681257"/>
                  </a:lnTo>
                  <a:lnTo>
                    <a:pt x="748967" y="1680720"/>
                  </a:lnTo>
                  <a:lnTo>
                    <a:pt x="747983" y="1686223"/>
                  </a:lnTo>
                  <a:lnTo>
                    <a:pt x="752672" y="1692153"/>
                  </a:lnTo>
                  <a:lnTo>
                    <a:pt x="752898" y="1692438"/>
                  </a:lnTo>
                  <a:lnTo>
                    <a:pt x="746446" y="1694687"/>
                  </a:lnTo>
                  <a:lnTo>
                    <a:pt x="745835" y="1705715"/>
                  </a:lnTo>
                  <a:lnTo>
                    <a:pt x="738880" y="1709367"/>
                  </a:lnTo>
                  <a:lnTo>
                    <a:pt x="739898" y="1713338"/>
                  </a:lnTo>
                  <a:lnTo>
                    <a:pt x="742451" y="1718224"/>
                  </a:lnTo>
                  <a:lnTo>
                    <a:pt x="737066" y="1720238"/>
                  </a:lnTo>
                  <a:lnTo>
                    <a:pt x="734529" y="1724944"/>
                  </a:lnTo>
                  <a:lnTo>
                    <a:pt x="735880" y="1732192"/>
                  </a:lnTo>
                  <a:lnTo>
                    <a:pt x="734061" y="1738412"/>
                  </a:lnTo>
                  <a:lnTo>
                    <a:pt x="734214" y="1744841"/>
                  </a:lnTo>
                  <a:lnTo>
                    <a:pt x="737600" y="1750304"/>
                  </a:lnTo>
                  <a:lnTo>
                    <a:pt x="732032" y="1754579"/>
                  </a:lnTo>
                  <a:lnTo>
                    <a:pt x="725887" y="1754414"/>
                  </a:lnTo>
                  <a:lnTo>
                    <a:pt x="723788" y="1758764"/>
                  </a:lnTo>
                  <a:lnTo>
                    <a:pt x="729993" y="1763210"/>
                  </a:lnTo>
                  <a:lnTo>
                    <a:pt x="729910" y="1763429"/>
                  </a:lnTo>
                  <a:lnTo>
                    <a:pt x="727219" y="1770533"/>
                  </a:lnTo>
                  <a:lnTo>
                    <a:pt x="730568" y="1775842"/>
                  </a:lnTo>
                  <a:lnTo>
                    <a:pt x="734666" y="1780643"/>
                  </a:lnTo>
                  <a:lnTo>
                    <a:pt x="727887" y="1786817"/>
                  </a:lnTo>
                  <a:lnTo>
                    <a:pt x="727020" y="1787606"/>
                  </a:lnTo>
                  <a:lnTo>
                    <a:pt x="771064" y="1783238"/>
                  </a:lnTo>
                  <a:lnTo>
                    <a:pt x="776174" y="1782709"/>
                  </a:lnTo>
                  <a:lnTo>
                    <a:pt x="788542" y="1781416"/>
                  </a:lnTo>
                  <a:lnTo>
                    <a:pt x="813515" y="1778755"/>
                  </a:lnTo>
                  <a:lnTo>
                    <a:pt x="820660" y="1777981"/>
                  </a:lnTo>
                  <a:lnTo>
                    <a:pt x="841069" y="1775713"/>
                  </a:lnTo>
                  <a:lnTo>
                    <a:pt x="843159" y="1775479"/>
                  </a:lnTo>
                  <a:lnTo>
                    <a:pt x="864485" y="1773055"/>
                  </a:lnTo>
                  <a:lnTo>
                    <a:pt x="864623" y="1773039"/>
                  </a:lnTo>
                  <a:lnTo>
                    <a:pt x="873826" y="1771961"/>
                  </a:lnTo>
                  <a:lnTo>
                    <a:pt x="912349" y="1767344"/>
                  </a:lnTo>
                  <a:lnTo>
                    <a:pt x="918902" y="1766545"/>
                  </a:lnTo>
                  <a:lnTo>
                    <a:pt x="930361" y="1765152"/>
                  </a:lnTo>
                  <a:lnTo>
                    <a:pt x="929167" y="1776416"/>
                  </a:lnTo>
                  <a:lnTo>
                    <a:pt x="925898" y="1788318"/>
                  </a:lnTo>
                  <a:lnTo>
                    <a:pt x="922314" y="1800334"/>
                  </a:lnTo>
                  <a:lnTo>
                    <a:pt x="924130" y="1807378"/>
                  </a:lnTo>
                  <a:lnTo>
                    <a:pt x="924902" y="1810370"/>
                  </a:lnTo>
                  <a:lnTo>
                    <a:pt x="929292" y="1821351"/>
                  </a:lnTo>
                  <a:lnTo>
                    <a:pt x="938695" y="1829432"/>
                  </a:lnTo>
                  <a:lnTo>
                    <a:pt x="940336" y="1832154"/>
                  </a:lnTo>
                  <a:lnTo>
                    <a:pt x="943137" y="1836795"/>
                  </a:lnTo>
                  <a:lnTo>
                    <a:pt x="949226" y="1849213"/>
                  </a:lnTo>
                  <a:lnTo>
                    <a:pt x="953233" y="1860064"/>
                  </a:lnTo>
                  <a:lnTo>
                    <a:pt x="962622" y="1863443"/>
                  </a:lnTo>
                  <a:lnTo>
                    <a:pt x="954452" y="1869152"/>
                  </a:lnTo>
                  <a:lnTo>
                    <a:pt x="949186" y="1872823"/>
                  </a:lnTo>
                  <a:lnTo>
                    <a:pt x="946847" y="1878369"/>
                  </a:lnTo>
                  <a:lnTo>
                    <a:pt x="936603" y="1883401"/>
                  </a:lnTo>
                  <a:lnTo>
                    <a:pt x="930210" y="1887508"/>
                  </a:lnTo>
                  <a:lnTo>
                    <a:pt x="930210" y="1887760"/>
                  </a:lnTo>
                  <a:lnTo>
                    <a:pt x="930213" y="1895669"/>
                  </a:lnTo>
                  <a:lnTo>
                    <a:pt x="936542" y="1897247"/>
                  </a:lnTo>
                  <a:lnTo>
                    <a:pt x="942315" y="1898593"/>
                  </a:lnTo>
                  <a:lnTo>
                    <a:pt x="947443" y="1903394"/>
                  </a:lnTo>
                  <a:lnTo>
                    <a:pt x="953465" y="1903974"/>
                  </a:lnTo>
                  <a:lnTo>
                    <a:pt x="958514" y="1901154"/>
                  </a:lnTo>
                  <a:lnTo>
                    <a:pt x="959769" y="1888283"/>
                  </a:lnTo>
                  <a:lnTo>
                    <a:pt x="967683" y="1880205"/>
                  </a:lnTo>
                  <a:lnTo>
                    <a:pt x="972742" y="1877100"/>
                  </a:lnTo>
                  <a:lnTo>
                    <a:pt x="983777" y="1875961"/>
                  </a:lnTo>
                  <a:lnTo>
                    <a:pt x="987560" y="1871462"/>
                  </a:lnTo>
                  <a:lnTo>
                    <a:pt x="994494" y="1865199"/>
                  </a:lnTo>
                  <a:lnTo>
                    <a:pt x="999662" y="1862760"/>
                  </a:lnTo>
                  <a:lnTo>
                    <a:pt x="1000517" y="1873278"/>
                  </a:lnTo>
                  <a:lnTo>
                    <a:pt x="998233" y="1882323"/>
                  </a:lnTo>
                  <a:lnTo>
                    <a:pt x="997458" y="1890883"/>
                  </a:lnTo>
                  <a:lnTo>
                    <a:pt x="997540" y="1896892"/>
                  </a:lnTo>
                  <a:lnTo>
                    <a:pt x="992371" y="1906743"/>
                  </a:lnTo>
                  <a:lnTo>
                    <a:pt x="995373" y="1912175"/>
                  </a:lnTo>
                  <a:lnTo>
                    <a:pt x="981373" y="1912140"/>
                  </a:lnTo>
                  <a:lnTo>
                    <a:pt x="981996" y="1923099"/>
                  </a:lnTo>
                  <a:lnTo>
                    <a:pt x="975730" y="1927605"/>
                  </a:lnTo>
                  <a:lnTo>
                    <a:pt x="972139" y="1930315"/>
                  </a:lnTo>
                  <a:lnTo>
                    <a:pt x="971756" y="1930604"/>
                  </a:lnTo>
                  <a:lnTo>
                    <a:pt x="968249" y="1928911"/>
                  </a:lnTo>
                  <a:lnTo>
                    <a:pt x="961504" y="1934482"/>
                  </a:lnTo>
                  <a:lnTo>
                    <a:pt x="966395" y="1942154"/>
                  </a:lnTo>
                  <a:lnTo>
                    <a:pt x="966482" y="1948323"/>
                  </a:lnTo>
                  <a:lnTo>
                    <a:pt x="971286" y="1955130"/>
                  </a:lnTo>
                  <a:lnTo>
                    <a:pt x="977040" y="1957951"/>
                  </a:lnTo>
                  <a:lnTo>
                    <a:pt x="988304" y="1958365"/>
                  </a:lnTo>
                  <a:lnTo>
                    <a:pt x="995706" y="1957916"/>
                  </a:lnTo>
                  <a:lnTo>
                    <a:pt x="1002240" y="1963463"/>
                  </a:lnTo>
                  <a:lnTo>
                    <a:pt x="1008367" y="1961760"/>
                  </a:lnTo>
                  <a:lnTo>
                    <a:pt x="1016371" y="1968843"/>
                  </a:lnTo>
                  <a:lnTo>
                    <a:pt x="1019070" y="1975936"/>
                  </a:lnTo>
                  <a:lnTo>
                    <a:pt x="1028961" y="1975227"/>
                  </a:lnTo>
                  <a:lnTo>
                    <a:pt x="1030865" y="1980981"/>
                  </a:lnTo>
                  <a:lnTo>
                    <a:pt x="1026186" y="1991045"/>
                  </a:lnTo>
                  <a:lnTo>
                    <a:pt x="1020982" y="1993768"/>
                  </a:lnTo>
                  <a:lnTo>
                    <a:pt x="1018055" y="1999656"/>
                  </a:lnTo>
                  <a:lnTo>
                    <a:pt x="1019194" y="2004240"/>
                  </a:lnTo>
                  <a:lnTo>
                    <a:pt x="1010553" y="2001485"/>
                  </a:lnTo>
                  <a:lnTo>
                    <a:pt x="1005669" y="1997641"/>
                  </a:lnTo>
                  <a:lnTo>
                    <a:pt x="999475" y="2004384"/>
                  </a:lnTo>
                  <a:lnTo>
                    <a:pt x="991858" y="2014815"/>
                  </a:lnTo>
                  <a:lnTo>
                    <a:pt x="990526" y="2004652"/>
                  </a:lnTo>
                  <a:lnTo>
                    <a:pt x="994440" y="1997355"/>
                  </a:lnTo>
                  <a:lnTo>
                    <a:pt x="990586" y="1991404"/>
                  </a:lnTo>
                  <a:lnTo>
                    <a:pt x="985656" y="1988848"/>
                  </a:lnTo>
                  <a:lnTo>
                    <a:pt x="979402" y="1981410"/>
                  </a:lnTo>
                  <a:lnTo>
                    <a:pt x="970190" y="1979116"/>
                  </a:lnTo>
                  <a:lnTo>
                    <a:pt x="965504" y="1978502"/>
                  </a:lnTo>
                  <a:lnTo>
                    <a:pt x="961442" y="1974208"/>
                  </a:lnTo>
                  <a:lnTo>
                    <a:pt x="951893" y="1973672"/>
                  </a:lnTo>
                  <a:lnTo>
                    <a:pt x="939078" y="1973351"/>
                  </a:lnTo>
                  <a:lnTo>
                    <a:pt x="934793" y="1975309"/>
                  </a:lnTo>
                  <a:lnTo>
                    <a:pt x="932876" y="1977280"/>
                  </a:lnTo>
                  <a:lnTo>
                    <a:pt x="927518" y="1982782"/>
                  </a:lnTo>
                  <a:lnTo>
                    <a:pt x="917275" y="1992660"/>
                  </a:lnTo>
                  <a:lnTo>
                    <a:pt x="914100" y="1995408"/>
                  </a:lnTo>
                  <a:lnTo>
                    <a:pt x="910761" y="1998295"/>
                  </a:lnTo>
                  <a:lnTo>
                    <a:pt x="900491" y="2006807"/>
                  </a:lnTo>
                  <a:lnTo>
                    <a:pt x="888621" y="2010779"/>
                  </a:lnTo>
                  <a:lnTo>
                    <a:pt x="880553" y="2012343"/>
                  </a:lnTo>
                  <a:lnTo>
                    <a:pt x="876974" y="2013034"/>
                  </a:lnTo>
                  <a:lnTo>
                    <a:pt x="872002" y="2013246"/>
                  </a:lnTo>
                  <a:lnTo>
                    <a:pt x="854154" y="2015320"/>
                  </a:lnTo>
                  <a:lnTo>
                    <a:pt x="843865" y="2018614"/>
                  </a:lnTo>
                  <a:lnTo>
                    <a:pt x="836850" y="2019103"/>
                  </a:lnTo>
                  <a:lnTo>
                    <a:pt x="830672" y="2018032"/>
                  </a:lnTo>
                  <a:lnTo>
                    <a:pt x="829078" y="2012150"/>
                  </a:lnTo>
                  <a:lnTo>
                    <a:pt x="821452" y="2005828"/>
                  </a:lnTo>
                  <a:lnTo>
                    <a:pt x="815039" y="2005617"/>
                  </a:lnTo>
                  <a:lnTo>
                    <a:pt x="804621" y="2004436"/>
                  </a:lnTo>
                  <a:lnTo>
                    <a:pt x="797319" y="2001420"/>
                  </a:lnTo>
                  <a:lnTo>
                    <a:pt x="783880" y="1999108"/>
                  </a:lnTo>
                  <a:lnTo>
                    <a:pt x="777246" y="1993457"/>
                  </a:lnTo>
                  <a:lnTo>
                    <a:pt x="783253" y="1989008"/>
                  </a:lnTo>
                  <a:lnTo>
                    <a:pt x="784043" y="1985021"/>
                  </a:lnTo>
                  <a:lnTo>
                    <a:pt x="776369" y="1982057"/>
                  </a:lnTo>
                  <a:lnTo>
                    <a:pt x="772816" y="1978802"/>
                  </a:lnTo>
                  <a:lnTo>
                    <a:pt x="774355" y="1975704"/>
                  </a:lnTo>
                  <a:lnTo>
                    <a:pt x="768728" y="1969740"/>
                  </a:lnTo>
                  <a:lnTo>
                    <a:pt x="761775" y="1973793"/>
                  </a:lnTo>
                  <a:lnTo>
                    <a:pt x="758802" y="1970475"/>
                  </a:lnTo>
                  <a:lnTo>
                    <a:pt x="753540" y="1966975"/>
                  </a:lnTo>
                  <a:lnTo>
                    <a:pt x="752492" y="1962823"/>
                  </a:lnTo>
                  <a:lnTo>
                    <a:pt x="751710" y="1959374"/>
                  </a:lnTo>
                  <a:lnTo>
                    <a:pt x="745026" y="1955467"/>
                  </a:lnTo>
                  <a:lnTo>
                    <a:pt x="740300" y="1955991"/>
                  </a:lnTo>
                  <a:lnTo>
                    <a:pt x="741772" y="1947350"/>
                  </a:lnTo>
                  <a:lnTo>
                    <a:pt x="736612" y="1942079"/>
                  </a:lnTo>
                  <a:lnTo>
                    <a:pt x="728986" y="1942372"/>
                  </a:lnTo>
                  <a:lnTo>
                    <a:pt x="721553" y="1946086"/>
                  </a:lnTo>
                  <a:lnTo>
                    <a:pt x="716906" y="1949269"/>
                  </a:lnTo>
                  <a:lnTo>
                    <a:pt x="716229" y="1953734"/>
                  </a:lnTo>
                  <a:lnTo>
                    <a:pt x="715463" y="1958774"/>
                  </a:lnTo>
                  <a:lnTo>
                    <a:pt x="723313" y="1961912"/>
                  </a:lnTo>
                  <a:lnTo>
                    <a:pt x="733626" y="1964225"/>
                  </a:lnTo>
                  <a:lnTo>
                    <a:pt x="728209" y="1974521"/>
                  </a:lnTo>
                  <a:lnTo>
                    <a:pt x="722583" y="1977089"/>
                  </a:lnTo>
                  <a:lnTo>
                    <a:pt x="711967" y="1972567"/>
                  </a:lnTo>
                  <a:lnTo>
                    <a:pt x="698975" y="1967069"/>
                  </a:lnTo>
                  <a:lnTo>
                    <a:pt x="697550" y="1966605"/>
                  </a:lnTo>
                  <a:lnTo>
                    <a:pt x="695126" y="1965814"/>
                  </a:lnTo>
                  <a:lnTo>
                    <a:pt x="684953" y="1967243"/>
                  </a:lnTo>
                  <a:lnTo>
                    <a:pt x="675231" y="1973349"/>
                  </a:lnTo>
                  <a:lnTo>
                    <a:pt x="667529" y="1975008"/>
                  </a:lnTo>
                  <a:lnTo>
                    <a:pt x="658000" y="1973871"/>
                  </a:lnTo>
                  <a:lnTo>
                    <a:pt x="650956" y="1972803"/>
                  </a:lnTo>
                  <a:lnTo>
                    <a:pt x="640553" y="1971684"/>
                  </a:lnTo>
                  <a:lnTo>
                    <a:pt x="635235" y="1970730"/>
                  </a:lnTo>
                  <a:lnTo>
                    <a:pt x="627665" y="1969367"/>
                  </a:lnTo>
                  <a:lnTo>
                    <a:pt x="605791" y="1961881"/>
                  </a:lnTo>
                  <a:lnTo>
                    <a:pt x="593146" y="1957526"/>
                  </a:lnTo>
                  <a:lnTo>
                    <a:pt x="582625" y="1955246"/>
                  </a:lnTo>
                  <a:lnTo>
                    <a:pt x="572825" y="1953382"/>
                  </a:lnTo>
                  <a:lnTo>
                    <a:pt x="559924" y="1953824"/>
                  </a:lnTo>
                  <a:lnTo>
                    <a:pt x="547461" y="1955735"/>
                  </a:lnTo>
                  <a:lnTo>
                    <a:pt x="533678" y="1957276"/>
                  </a:lnTo>
                  <a:lnTo>
                    <a:pt x="511809" y="1962213"/>
                  </a:lnTo>
                  <a:lnTo>
                    <a:pt x="505749" y="1965254"/>
                  </a:lnTo>
                  <a:lnTo>
                    <a:pt x="501730" y="1968585"/>
                  </a:lnTo>
                  <a:lnTo>
                    <a:pt x="498741" y="1964666"/>
                  </a:lnTo>
                  <a:lnTo>
                    <a:pt x="495464" y="1960251"/>
                  </a:lnTo>
                  <a:lnTo>
                    <a:pt x="490995" y="1955465"/>
                  </a:lnTo>
                  <a:lnTo>
                    <a:pt x="496789" y="1949040"/>
                  </a:lnTo>
                  <a:lnTo>
                    <a:pt x="498819" y="1946370"/>
                  </a:lnTo>
                  <a:lnTo>
                    <a:pt x="501029" y="1943461"/>
                  </a:lnTo>
                  <a:lnTo>
                    <a:pt x="503019" y="1935881"/>
                  </a:lnTo>
                  <a:lnTo>
                    <a:pt x="509733" y="1927114"/>
                  </a:lnTo>
                  <a:lnTo>
                    <a:pt x="513272" y="1923056"/>
                  </a:lnTo>
                  <a:lnTo>
                    <a:pt x="513499" y="1922796"/>
                  </a:lnTo>
                  <a:lnTo>
                    <a:pt x="513213" y="1915593"/>
                  </a:lnTo>
                  <a:lnTo>
                    <a:pt x="512598" y="1908070"/>
                  </a:lnTo>
                  <a:lnTo>
                    <a:pt x="511168" y="1901829"/>
                  </a:lnTo>
                  <a:lnTo>
                    <a:pt x="511272" y="1899508"/>
                  </a:lnTo>
                  <a:lnTo>
                    <a:pt x="511447" y="1895595"/>
                  </a:lnTo>
                  <a:lnTo>
                    <a:pt x="505299" y="1889313"/>
                  </a:lnTo>
                  <a:lnTo>
                    <a:pt x="506401" y="1880937"/>
                  </a:lnTo>
                  <a:lnTo>
                    <a:pt x="507129" y="1880201"/>
                  </a:lnTo>
                  <a:lnTo>
                    <a:pt x="510742" y="1876549"/>
                  </a:lnTo>
                  <a:lnTo>
                    <a:pt x="509349" y="1867196"/>
                  </a:lnTo>
                  <a:lnTo>
                    <a:pt x="507000" y="1862612"/>
                  </a:lnTo>
                  <a:lnTo>
                    <a:pt x="511453" y="1856382"/>
                  </a:lnTo>
                  <a:lnTo>
                    <a:pt x="511114" y="1852372"/>
                  </a:lnTo>
                  <a:lnTo>
                    <a:pt x="516616" y="1845196"/>
                  </a:lnTo>
                  <a:lnTo>
                    <a:pt x="517467" y="1837891"/>
                  </a:lnTo>
                  <a:lnTo>
                    <a:pt x="522145" y="1829563"/>
                  </a:lnTo>
                  <a:lnTo>
                    <a:pt x="522761" y="1821294"/>
                  </a:lnTo>
                  <a:lnTo>
                    <a:pt x="523130" y="1820271"/>
                  </a:lnTo>
                  <a:lnTo>
                    <a:pt x="525284" y="1814284"/>
                  </a:lnTo>
                  <a:lnTo>
                    <a:pt x="522920" y="1809192"/>
                  </a:lnTo>
                  <a:lnTo>
                    <a:pt x="523693" y="1804012"/>
                  </a:lnTo>
                  <a:lnTo>
                    <a:pt x="524234" y="1798627"/>
                  </a:lnTo>
                  <a:lnTo>
                    <a:pt x="522646" y="1789191"/>
                  </a:lnTo>
                  <a:lnTo>
                    <a:pt x="522743" y="1782159"/>
                  </a:lnTo>
                  <a:lnTo>
                    <a:pt x="520893" y="1782397"/>
                  </a:lnTo>
                  <a:lnTo>
                    <a:pt x="515776" y="1783051"/>
                  </a:lnTo>
                  <a:lnTo>
                    <a:pt x="515581" y="1783075"/>
                  </a:lnTo>
                  <a:lnTo>
                    <a:pt x="513742" y="1773701"/>
                  </a:lnTo>
                  <a:lnTo>
                    <a:pt x="506856" y="1769052"/>
                  </a:lnTo>
                  <a:lnTo>
                    <a:pt x="507048" y="1759869"/>
                  </a:lnTo>
                  <a:lnTo>
                    <a:pt x="503491" y="1753531"/>
                  </a:lnTo>
                  <a:lnTo>
                    <a:pt x="497655" y="1748970"/>
                  </a:lnTo>
                  <a:lnTo>
                    <a:pt x="499883" y="1744425"/>
                  </a:lnTo>
                  <a:lnTo>
                    <a:pt x="493134" y="1742037"/>
                  </a:lnTo>
                  <a:lnTo>
                    <a:pt x="487657" y="1735143"/>
                  </a:lnTo>
                  <a:lnTo>
                    <a:pt x="489298" y="1730531"/>
                  </a:lnTo>
                  <a:lnTo>
                    <a:pt x="490115" y="1720792"/>
                  </a:lnTo>
                  <a:lnTo>
                    <a:pt x="484003" y="1708256"/>
                  </a:lnTo>
                  <a:lnTo>
                    <a:pt x="481069" y="1703660"/>
                  </a:lnTo>
                  <a:lnTo>
                    <a:pt x="477378" y="1697871"/>
                  </a:lnTo>
                  <a:lnTo>
                    <a:pt x="469936" y="1694276"/>
                  </a:lnTo>
                  <a:lnTo>
                    <a:pt x="464035" y="1688093"/>
                  </a:lnTo>
                  <a:lnTo>
                    <a:pt x="462627" y="1686616"/>
                  </a:lnTo>
                  <a:lnTo>
                    <a:pt x="461442" y="1668672"/>
                  </a:lnTo>
                  <a:lnTo>
                    <a:pt x="461002" y="1661505"/>
                  </a:lnTo>
                  <a:lnTo>
                    <a:pt x="459732" y="1640846"/>
                  </a:lnTo>
                  <a:lnTo>
                    <a:pt x="459509" y="1637303"/>
                  </a:lnTo>
                  <a:lnTo>
                    <a:pt x="458175" y="1616088"/>
                  </a:lnTo>
                  <a:close/>
                </a:path>
              </a:pathLst>
            </a:custGeom>
            <a:solidFill>
              <a:srgbClr val="C95344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h85"/>
            <p:cNvSpPr/>
            <p:nvPr/>
          </p:nvSpPr>
          <p:spPr>
            <a:xfrm>
              <a:off x="6233548" y="1041637"/>
              <a:ext cx="464955" cy="1608591"/>
            </a:xfrm>
            <a:custGeom>
              <a:avLst/>
              <a:pathLst>
                <a:path w="464955" h="1608591">
                  <a:moveTo>
                    <a:pt x="457200" y="1600200"/>
                  </a:moveTo>
                  <a:lnTo>
                    <a:pt x="460307" y="1596267"/>
                  </a:lnTo>
                  <a:lnTo>
                    <a:pt x="464955" y="1601843"/>
                  </a:lnTo>
                  <a:lnTo>
                    <a:pt x="463880" y="1608591"/>
                  </a:lnTo>
                  <a:lnTo>
                    <a:pt x="457859" y="1606775"/>
                  </a:lnTo>
                  <a:close/>
                </a:path>
              </a:pathLst>
            </a:custGeom>
            <a:solidFill>
              <a:srgbClr val="F3C79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h86"/>
            <p:cNvSpPr/>
            <p:nvPr/>
          </p:nvSpPr>
          <p:spPr>
            <a:xfrm>
              <a:off x="5994618" y="944076"/>
              <a:ext cx="809518" cy="1853882"/>
            </a:xfrm>
            <a:custGeom>
              <a:avLst/>
              <a:pathLst>
                <a:path w="809518" h="1853882">
                  <a:moveTo>
                    <a:pt x="457200" y="1600200"/>
                  </a:moveTo>
                  <a:lnTo>
                    <a:pt x="460588" y="1598022"/>
                  </a:lnTo>
                  <a:lnTo>
                    <a:pt x="461183" y="1593354"/>
                  </a:lnTo>
                  <a:lnTo>
                    <a:pt x="466857" y="1592953"/>
                  </a:lnTo>
                  <a:lnTo>
                    <a:pt x="471413" y="1595971"/>
                  </a:lnTo>
                  <a:lnTo>
                    <a:pt x="475487" y="1602108"/>
                  </a:lnTo>
                  <a:lnTo>
                    <a:pt x="479583" y="1601151"/>
                  </a:lnTo>
                  <a:lnTo>
                    <a:pt x="478766" y="1596424"/>
                  </a:lnTo>
                  <a:lnTo>
                    <a:pt x="478433" y="1594503"/>
                  </a:lnTo>
                  <a:lnTo>
                    <a:pt x="479037" y="1590930"/>
                  </a:lnTo>
                  <a:lnTo>
                    <a:pt x="476841" y="1587746"/>
                  </a:lnTo>
                  <a:lnTo>
                    <a:pt x="476339" y="1583187"/>
                  </a:lnTo>
                  <a:lnTo>
                    <a:pt x="473731" y="1580986"/>
                  </a:lnTo>
                  <a:lnTo>
                    <a:pt x="475893" y="1575969"/>
                  </a:lnTo>
                  <a:lnTo>
                    <a:pt x="478091" y="1575493"/>
                  </a:lnTo>
                  <a:lnTo>
                    <a:pt x="481433" y="1578117"/>
                  </a:lnTo>
                  <a:lnTo>
                    <a:pt x="485818" y="1577083"/>
                  </a:lnTo>
                  <a:lnTo>
                    <a:pt x="489767" y="1576996"/>
                  </a:lnTo>
                  <a:lnTo>
                    <a:pt x="487722" y="1571806"/>
                  </a:lnTo>
                  <a:lnTo>
                    <a:pt x="483471" y="1570138"/>
                  </a:lnTo>
                  <a:lnTo>
                    <a:pt x="477003" y="1564808"/>
                  </a:lnTo>
                  <a:lnTo>
                    <a:pt x="477416" y="1557387"/>
                  </a:lnTo>
                  <a:lnTo>
                    <a:pt x="478967" y="1552151"/>
                  </a:lnTo>
                  <a:lnTo>
                    <a:pt x="482159" y="1546508"/>
                  </a:lnTo>
                  <a:lnTo>
                    <a:pt x="483546" y="1540908"/>
                  </a:lnTo>
                  <a:lnTo>
                    <a:pt x="490334" y="1533323"/>
                  </a:lnTo>
                  <a:lnTo>
                    <a:pt x="493971" y="1527701"/>
                  </a:lnTo>
                  <a:lnTo>
                    <a:pt x="489098" y="1522667"/>
                  </a:lnTo>
                  <a:lnTo>
                    <a:pt x="489598" y="1519438"/>
                  </a:lnTo>
                  <a:lnTo>
                    <a:pt x="492840" y="1512001"/>
                  </a:lnTo>
                  <a:lnTo>
                    <a:pt x="496748" y="1505427"/>
                  </a:lnTo>
                  <a:lnTo>
                    <a:pt x="495335" y="1500225"/>
                  </a:lnTo>
                  <a:lnTo>
                    <a:pt x="492971" y="1497155"/>
                  </a:lnTo>
                  <a:lnTo>
                    <a:pt x="489251" y="1498748"/>
                  </a:lnTo>
                  <a:lnTo>
                    <a:pt x="488345" y="1494066"/>
                  </a:lnTo>
                  <a:lnTo>
                    <a:pt x="486277" y="1492156"/>
                  </a:lnTo>
                  <a:lnTo>
                    <a:pt x="485210" y="1486839"/>
                  </a:lnTo>
                  <a:lnTo>
                    <a:pt x="486584" y="1480905"/>
                  </a:lnTo>
                  <a:lnTo>
                    <a:pt x="486784" y="1475148"/>
                  </a:lnTo>
                  <a:lnTo>
                    <a:pt x="480775" y="1471688"/>
                  </a:lnTo>
                  <a:lnTo>
                    <a:pt x="480786" y="1463447"/>
                  </a:lnTo>
                  <a:lnTo>
                    <a:pt x="480837" y="1458263"/>
                  </a:lnTo>
                  <a:lnTo>
                    <a:pt x="482245" y="1455601"/>
                  </a:lnTo>
                  <a:lnTo>
                    <a:pt x="480669" y="1451955"/>
                  </a:lnTo>
                  <a:lnTo>
                    <a:pt x="482918" y="1447021"/>
                  </a:lnTo>
                  <a:lnTo>
                    <a:pt x="485195" y="1442945"/>
                  </a:lnTo>
                  <a:lnTo>
                    <a:pt x="486981" y="1438649"/>
                  </a:lnTo>
                  <a:lnTo>
                    <a:pt x="488193" y="1435616"/>
                  </a:lnTo>
                  <a:lnTo>
                    <a:pt x="483921" y="1417698"/>
                  </a:lnTo>
                  <a:lnTo>
                    <a:pt x="480295" y="1402580"/>
                  </a:lnTo>
                  <a:lnTo>
                    <a:pt x="485767" y="1375858"/>
                  </a:lnTo>
                  <a:lnTo>
                    <a:pt x="493460" y="1338584"/>
                  </a:lnTo>
                  <a:lnTo>
                    <a:pt x="497294" y="1319916"/>
                  </a:lnTo>
                  <a:lnTo>
                    <a:pt x="504149" y="1288717"/>
                  </a:lnTo>
                  <a:lnTo>
                    <a:pt x="509314" y="1287397"/>
                  </a:lnTo>
                  <a:lnTo>
                    <a:pt x="513693" y="1287648"/>
                  </a:lnTo>
                  <a:lnTo>
                    <a:pt x="519602" y="1287040"/>
                  </a:lnTo>
                  <a:lnTo>
                    <a:pt x="520628" y="1292684"/>
                  </a:lnTo>
                  <a:lnTo>
                    <a:pt x="528072" y="1307765"/>
                  </a:lnTo>
                  <a:lnTo>
                    <a:pt x="535274" y="1309180"/>
                  </a:lnTo>
                  <a:lnTo>
                    <a:pt x="541930" y="1311066"/>
                  </a:lnTo>
                  <a:lnTo>
                    <a:pt x="547561" y="1303535"/>
                  </a:lnTo>
                  <a:lnTo>
                    <a:pt x="556008" y="1296293"/>
                  </a:lnTo>
                  <a:lnTo>
                    <a:pt x="561097" y="1293190"/>
                  </a:lnTo>
                  <a:lnTo>
                    <a:pt x="560745" y="1288897"/>
                  </a:lnTo>
                  <a:lnTo>
                    <a:pt x="566204" y="1284509"/>
                  </a:lnTo>
                  <a:lnTo>
                    <a:pt x="570326" y="1284196"/>
                  </a:lnTo>
                  <a:lnTo>
                    <a:pt x="576445" y="1280711"/>
                  </a:lnTo>
                  <a:lnTo>
                    <a:pt x="574080" y="1276952"/>
                  </a:lnTo>
                  <a:lnTo>
                    <a:pt x="574394" y="1272868"/>
                  </a:lnTo>
                  <a:lnTo>
                    <a:pt x="581459" y="1270076"/>
                  </a:lnTo>
                  <a:lnTo>
                    <a:pt x="587117" y="1269557"/>
                  </a:lnTo>
                  <a:lnTo>
                    <a:pt x="592240" y="1270878"/>
                  </a:lnTo>
                  <a:lnTo>
                    <a:pt x="599688" y="1273451"/>
                  </a:lnTo>
                  <a:lnTo>
                    <a:pt x="608807" y="1276942"/>
                  </a:lnTo>
                  <a:lnTo>
                    <a:pt x="613373" y="1277944"/>
                  </a:lnTo>
                  <a:lnTo>
                    <a:pt x="622023" y="1284848"/>
                  </a:lnTo>
                  <a:lnTo>
                    <a:pt x="632227" y="1287699"/>
                  </a:lnTo>
                  <a:lnTo>
                    <a:pt x="645733" y="1319219"/>
                  </a:lnTo>
                  <a:lnTo>
                    <a:pt x="655442" y="1341648"/>
                  </a:lnTo>
                  <a:lnTo>
                    <a:pt x="671914" y="1378987"/>
                  </a:lnTo>
                  <a:lnTo>
                    <a:pt x="683951" y="1407005"/>
                  </a:lnTo>
                  <a:lnTo>
                    <a:pt x="688933" y="1418680"/>
                  </a:lnTo>
                  <a:lnTo>
                    <a:pt x="692231" y="1420036"/>
                  </a:lnTo>
                  <a:lnTo>
                    <a:pt x="690478" y="1427505"/>
                  </a:lnTo>
                  <a:lnTo>
                    <a:pt x="695511" y="1430746"/>
                  </a:lnTo>
                  <a:lnTo>
                    <a:pt x="694799" y="1437737"/>
                  </a:lnTo>
                  <a:lnTo>
                    <a:pt x="698975" y="1442878"/>
                  </a:lnTo>
                  <a:lnTo>
                    <a:pt x="699903" y="1449690"/>
                  </a:lnTo>
                  <a:lnTo>
                    <a:pt x="699921" y="1449826"/>
                  </a:lnTo>
                  <a:lnTo>
                    <a:pt x="707101" y="1446481"/>
                  </a:lnTo>
                  <a:lnTo>
                    <a:pt x="712223" y="1450926"/>
                  </a:lnTo>
                  <a:lnTo>
                    <a:pt x="716104" y="1450542"/>
                  </a:lnTo>
                  <a:lnTo>
                    <a:pt x="724953" y="1450242"/>
                  </a:lnTo>
                  <a:lnTo>
                    <a:pt x="730704" y="1446425"/>
                  </a:lnTo>
                  <a:lnTo>
                    <a:pt x="734796" y="1449115"/>
                  </a:lnTo>
                  <a:lnTo>
                    <a:pt x="738762" y="1457074"/>
                  </a:lnTo>
                  <a:lnTo>
                    <a:pt x="734349" y="1459681"/>
                  </a:lnTo>
                  <a:lnTo>
                    <a:pt x="736004" y="1465217"/>
                  </a:lnTo>
                  <a:lnTo>
                    <a:pt x="744347" y="1472362"/>
                  </a:lnTo>
                  <a:lnTo>
                    <a:pt x="745358" y="1482061"/>
                  </a:lnTo>
                  <a:lnTo>
                    <a:pt x="745400" y="1486496"/>
                  </a:lnTo>
                  <a:lnTo>
                    <a:pt x="748840" y="1488722"/>
                  </a:lnTo>
                  <a:lnTo>
                    <a:pt x="758082" y="1496680"/>
                  </a:lnTo>
                  <a:lnTo>
                    <a:pt x="763482" y="1498238"/>
                  </a:lnTo>
                  <a:lnTo>
                    <a:pt x="765716" y="1494329"/>
                  </a:lnTo>
                  <a:lnTo>
                    <a:pt x="765648" y="1488208"/>
                  </a:lnTo>
                  <a:lnTo>
                    <a:pt x="771899" y="1488154"/>
                  </a:lnTo>
                  <a:lnTo>
                    <a:pt x="775676" y="1487654"/>
                  </a:lnTo>
                  <a:lnTo>
                    <a:pt x="782028" y="1491828"/>
                  </a:lnTo>
                  <a:lnTo>
                    <a:pt x="785899" y="1496146"/>
                  </a:lnTo>
                  <a:lnTo>
                    <a:pt x="788532" y="1500393"/>
                  </a:lnTo>
                  <a:lnTo>
                    <a:pt x="796824" y="1509125"/>
                  </a:lnTo>
                  <a:lnTo>
                    <a:pt x="802584" y="1511629"/>
                  </a:lnTo>
                  <a:lnTo>
                    <a:pt x="804537" y="1518260"/>
                  </a:lnTo>
                  <a:lnTo>
                    <a:pt x="809518" y="1520434"/>
                  </a:lnTo>
                  <a:lnTo>
                    <a:pt x="805945" y="1528864"/>
                  </a:lnTo>
                  <a:lnTo>
                    <a:pt x="803509" y="1533592"/>
                  </a:lnTo>
                  <a:lnTo>
                    <a:pt x="801858" y="1539298"/>
                  </a:lnTo>
                  <a:lnTo>
                    <a:pt x="799827" y="1546299"/>
                  </a:lnTo>
                  <a:lnTo>
                    <a:pt x="795947" y="1551472"/>
                  </a:lnTo>
                  <a:lnTo>
                    <a:pt x="793121" y="1557976"/>
                  </a:lnTo>
                  <a:lnTo>
                    <a:pt x="785925" y="1557641"/>
                  </a:lnTo>
                  <a:lnTo>
                    <a:pt x="784565" y="1561289"/>
                  </a:lnTo>
                  <a:lnTo>
                    <a:pt x="780741" y="1563293"/>
                  </a:lnTo>
                  <a:lnTo>
                    <a:pt x="779463" y="1569964"/>
                  </a:lnTo>
                  <a:lnTo>
                    <a:pt x="779378" y="1576388"/>
                  </a:lnTo>
                  <a:lnTo>
                    <a:pt x="782420" y="1579612"/>
                  </a:lnTo>
                  <a:lnTo>
                    <a:pt x="778644" y="1587869"/>
                  </a:lnTo>
                  <a:lnTo>
                    <a:pt x="771429" y="1583025"/>
                  </a:lnTo>
                  <a:lnTo>
                    <a:pt x="768082" y="1579134"/>
                  </a:lnTo>
                  <a:lnTo>
                    <a:pt x="764968" y="1583783"/>
                  </a:lnTo>
                  <a:lnTo>
                    <a:pt x="758378" y="1587642"/>
                  </a:lnTo>
                  <a:lnTo>
                    <a:pt x="756291" y="1592700"/>
                  </a:lnTo>
                  <a:lnTo>
                    <a:pt x="757103" y="1598584"/>
                  </a:lnTo>
                  <a:lnTo>
                    <a:pt x="754767" y="1603089"/>
                  </a:lnTo>
                  <a:lnTo>
                    <a:pt x="750983" y="1602367"/>
                  </a:lnTo>
                  <a:lnTo>
                    <a:pt x="750598" y="1603108"/>
                  </a:lnTo>
                  <a:lnTo>
                    <a:pt x="748754" y="1606656"/>
                  </a:lnTo>
                  <a:lnTo>
                    <a:pt x="745785" y="1607491"/>
                  </a:lnTo>
                  <a:lnTo>
                    <a:pt x="745807" y="1615676"/>
                  </a:lnTo>
                  <a:lnTo>
                    <a:pt x="739828" y="1613615"/>
                  </a:lnTo>
                  <a:lnTo>
                    <a:pt x="736984" y="1611702"/>
                  </a:lnTo>
                  <a:lnTo>
                    <a:pt x="732523" y="1615441"/>
                  </a:lnTo>
                  <a:lnTo>
                    <a:pt x="735941" y="1620228"/>
                  </a:lnTo>
                  <a:lnTo>
                    <a:pt x="735506" y="1623401"/>
                  </a:lnTo>
                  <a:lnTo>
                    <a:pt x="734382" y="1629347"/>
                  </a:lnTo>
                  <a:lnTo>
                    <a:pt x="740774" y="1632255"/>
                  </a:lnTo>
                  <a:lnTo>
                    <a:pt x="729708" y="1635749"/>
                  </a:lnTo>
                  <a:lnTo>
                    <a:pt x="730831" y="1640447"/>
                  </a:lnTo>
                  <a:lnTo>
                    <a:pt x="733770" y="1651503"/>
                  </a:lnTo>
                  <a:lnTo>
                    <a:pt x="724684" y="1654174"/>
                  </a:lnTo>
                  <a:lnTo>
                    <a:pt x="720255" y="1658305"/>
                  </a:lnTo>
                  <a:lnTo>
                    <a:pt x="718418" y="1660433"/>
                  </a:lnTo>
                  <a:lnTo>
                    <a:pt x="715016" y="1664371"/>
                  </a:lnTo>
                  <a:lnTo>
                    <a:pt x="715233" y="1672710"/>
                  </a:lnTo>
                  <a:lnTo>
                    <a:pt x="712290" y="1674805"/>
                  </a:lnTo>
                  <a:lnTo>
                    <a:pt x="707889" y="1666711"/>
                  </a:lnTo>
                  <a:lnTo>
                    <a:pt x="699828" y="1672633"/>
                  </a:lnTo>
                  <a:lnTo>
                    <a:pt x="693677" y="1679632"/>
                  </a:lnTo>
                  <a:lnTo>
                    <a:pt x="688746" y="1674569"/>
                  </a:lnTo>
                  <a:lnTo>
                    <a:pt x="683828" y="1669357"/>
                  </a:lnTo>
                  <a:lnTo>
                    <a:pt x="686254" y="1664357"/>
                  </a:lnTo>
                  <a:lnTo>
                    <a:pt x="683537" y="1662695"/>
                  </a:lnTo>
                  <a:lnTo>
                    <a:pt x="678376" y="1659536"/>
                  </a:lnTo>
                  <a:lnTo>
                    <a:pt x="672233" y="1660480"/>
                  </a:lnTo>
                  <a:lnTo>
                    <a:pt x="670536" y="1660741"/>
                  </a:lnTo>
                  <a:lnTo>
                    <a:pt x="672257" y="1668523"/>
                  </a:lnTo>
                  <a:lnTo>
                    <a:pt x="672471" y="1674114"/>
                  </a:lnTo>
                  <a:lnTo>
                    <a:pt x="678384" y="1678635"/>
                  </a:lnTo>
                  <a:lnTo>
                    <a:pt x="677261" y="1684467"/>
                  </a:lnTo>
                  <a:lnTo>
                    <a:pt x="680775" y="1687585"/>
                  </a:lnTo>
                  <a:lnTo>
                    <a:pt x="679595" y="1692539"/>
                  </a:lnTo>
                  <a:lnTo>
                    <a:pt x="675049" y="1694081"/>
                  </a:lnTo>
                  <a:lnTo>
                    <a:pt x="671475" y="1695434"/>
                  </a:lnTo>
                  <a:lnTo>
                    <a:pt x="670942" y="1703238"/>
                  </a:lnTo>
                  <a:lnTo>
                    <a:pt x="668627" y="1704541"/>
                  </a:lnTo>
                  <a:lnTo>
                    <a:pt x="667404" y="1710398"/>
                  </a:lnTo>
                  <a:lnTo>
                    <a:pt x="665098" y="1714462"/>
                  </a:lnTo>
                  <a:lnTo>
                    <a:pt x="659564" y="1708393"/>
                  </a:lnTo>
                  <a:lnTo>
                    <a:pt x="656267" y="1706210"/>
                  </a:lnTo>
                  <a:lnTo>
                    <a:pt x="654639" y="1705131"/>
                  </a:lnTo>
                  <a:lnTo>
                    <a:pt x="653819" y="1710016"/>
                  </a:lnTo>
                  <a:lnTo>
                    <a:pt x="653130" y="1712138"/>
                  </a:lnTo>
                  <a:lnTo>
                    <a:pt x="651080" y="1722766"/>
                  </a:lnTo>
                  <a:lnTo>
                    <a:pt x="646881" y="1723968"/>
                  </a:lnTo>
                  <a:lnTo>
                    <a:pt x="645580" y="1726951"/>
                  </a:lnTo>
                  <a:lnTo>
                    <a:pt x="640550" y="1731643"/>
                  </a:lnTo>
                  <a:lnTo>
                    <a:pt x="637215" y="1734040"/>
                  </a:lnTo>
                  <a:lnTo>
                    <a:pt x="635639" y="1735171"/>
                  </a:lnTo>
                  <a:lnTo>
                    <a:pt x="634796" y="1742114"/>
                  </a:lnTo>
                  <a:lnTo>
                    <a:pt x="631138" y="1745729"/>
                  </a:lnTo>
                  <a:lnTo>
                    <a:pt x="630200" y="1749748"/>
                  </a:lnTo>
                  <a:lnTo>
                    <a:pt x="628270" y="1750050"/>
                  </a:lnTo>
                  <a:lnTo>
                    <a:pt x="625252" y="1743887"/>
                  </a:lnTo>
                  <a:lnTo>
                    <a:pt x="622837" y="1743816"/>
                  </a:lnTo>
                  <a:lnTo>
                    <a:pt x="620142" y="1743735"/>
                  </a:lnTo>
                  <a:lnTo>
                    <a:pt x="615930" y="1749588"/>
                  </a:lnTo>
                  <a:lnTo>
                    <a:pt x="616007" y="1754177"/>
                  </a:lnTo>
                  <a:lnTo>
                    <a:pt x="610099" y="1756065"/>
                  </a:lnTo>
                  <a:lnTo>
                    <a:pt x="609915" y="1761770"/>
                  </a:lnTo>
                  <a:lnTo>
                    <a:pt x="603846" y="1763784"/>
                  </a:lnTo>
                  <a:lnTo>
                    <a:pt x="603309" y="1768006"/>
                  </a:lnTo>
                  <a:lnTo>
                    <a:pt x="603303" y="1774636"/>
                  </a:lnTo>
                  <a:lnTo>
                    <a:pt x="605941" y="1778897"/>
                  </a:lnTo>
                  <a:lnTo>
                    <a:pt x="603488" y="1782303"/>
                  </a:lnTo>
                  <a:lnTo>
                    <a:pt x="597790" y="1786221"/>
                  </a:lnTo>
                  <a:lnTo>
                    <a:pt x="596297" y="1786692"/>
                  </a:lnTo>
                  <a:lnTo>
                    <a:pt x="594392" y="1787293"/>
                  </a:lnTo>
                  <a:lnTo>
                    <a:pt x="594233" y="1793067"/>
                  </a:lnTo>
                  <a:lnTo>
                    <a:pt x="600313" y="1794547"/>
                  </a:lnTo>
                  <a:lnTo>
                    <a:pt x="597630" y="1801773"/>
                  </a:lnTo>
                  <a:lnTo>
                    <a:pt x="597214" y="1808947"/>
                  </a:lnTo>
                  <a:lnTo>
                    <a:pt x="594009" y="1813016"/>
                  </a:lnTo>
                  <a:lnTo>
                    <a:pt x="589551" y="1814240"/>
                  </a:lnTo>
                  <a:lnTo>
                    <a:pt x="587519" y="1818028"/>
                  </a:lnTo>
                  <a:lnTo>
                    <a:pt x="587177" y="1825165"/>
                  </a:lnTo>
                  <a:lnTo>
                    <a:pt x="590063" y="1830572"/>
                  </a:lnTo>
                  <a:lnTo>
                    <a:pt x="590911" y="1838141"/>
                  </a:lnTo>
                  <a:lnTo>
                    <a:pt x="589975" y="1842411"/>
                  </a:lnTo>
                  <a:lnTo>
                    <a:pt x="588887" y="1850719"/>
                  </a:lnTo>
                  <a:lnTo>
                    <a:pt x="586439" y="1853882"/>
                  </a:lnTo>
                  <a:lnTo>
                    <a:pt x="581176" y="1853187"/>
                  </a:lnTo>
                  <a:lnTo>
                    <a:pt x="574035" y="1850093"/>
                  </a:lnTo>
                  <a:lnTo>
                    <a:pt x="573068" y="1849674"/>
                  </a:lnTo>
                  <a:lnTo>
                    <a:pt x="571156" y="1843574"/>
                  </a:lnTo>
                  <a:lnTo>
                    <a:pt x="570505" y="1838751"/>
                  </a:lnTo>
                  <a:lnTo>
                    <a:pt x="563264" y="1834387"/>
                  </a:lnTo>
                  <a:lnTo>
                    <a:pt x="556630" y="1829557"/>
                  </a:lnTo>
                  <a:lnTo>
                    <a:pt x="549390" y="1825394"/>
                  </a:lnTo>
                  <a:lnTo>
                    <a:pt x="548444" y="1818598"/>
                  </a:lnTo>
                  <a:lnTo>
                    <a:pt x="546095" y="1808628"/>
                  </a:lnTo>
                  <a:lnTo>
                    <a:pt x="544030" y="1805312"/>
                  </a:lnTo>
                  <a:lnTo>
                    <a:pt x="541992" y="1802038"/>
                  </a:lnTo>
                  <a:lnTo>
                    <a:pt x="535573" y="1786850"/>
                  </a:lnTo>
                  <a:lnTo>
                    <a:pt x="531148" y="1776121"/>
                  </a:lnTo>
                  <a:lnTo>
                    <a:pt x="528922" y="1770727"/>
                  </a:lnTo>
                  <a:lnTo>
                    <a:pt x="516964" y="1741053"/>
                  </a:lnTo>
                  <a:lnTo>
                    <a:pt x="509139" y="1721650"/>
                  </a:lnTo>
                  <a:lnTo>
                    <a:pt x="507878" y="1718613"/>
                  </a:lnTo>
                  <a:lnTo>
                    <a:pt x="507057" y="1716638"/>
                  </a:lnTo>
                  <a:lnTo>
                    <a:pt x="497451" y="1693551"/>
                  </a:lnTo>
                  <a:lnTo>
                    <a:pt x="485996" y="1666009"/>
                  </a:lnTo>
                  <a:lnTo>
                    <a:pt x="472727" y="1635498"/>
                  </a:lnTo>
                  <a:close/>
                </a:path>
              </a:pathLst>
            </a:custGeom>
            <a:solidFill>
              <a:srgbClr val="F3C79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h87"/>
            <p:cNvSpPr/>
            <p:nvPr/>
          </p:nvSpPr>
          <p:spPr>
            <a:xfrm>
              <a:off x="5844134" y="1961490"/>
              <a:ext cx="465833" cy="1609029"/>
            </a:xfrm>
            <a:custGeom>
              <a:avLst/>
              <a:pathLst>
                <a:path w="465833" h="1609029">
                  <a:moveTo>
                    <a:pt x="457200" y="1600200"/>
                  </a:moveTo>
                  <a:lnTo>
                    <a:pt x="460446" y="1597763"/>
                  </a:lnTo>
                  <a:lnTo>
                    <a:pt x="464039" y="1600840"/>
                  </a:lnTo>
                  <a:lnTo>
                    <a:pt x="465833" y="1609029"/>
                  </a:lnTo>
                  <a:lnTo>
                    <a:pt x="459555" y="1608896"/>
                  </a:lnTo>
                  <a:close/>
                </a:path>
              </a:pathLst>
            </a:custGeom>
            <a:solidFill>
              <a:srgbClr val="ECB185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h88"/>
            <p:cNvSpPr/>
            <p:nvPr/>
          </p:nvSpPr>
          <p:spPr>
            <a:xfrm>
              <a:off x="5483928" y="1890406"/>
              <a:ext cx="896293" cy="1680096"/>
            </a:xfrm>
            <a:custGeom>
              <a:avLst/>
              <a:pathLst>
                <a:path w="896293" h="1680096">
                  <a:moveTo>
                    <a:pt x="457200" y="1600200"/>
                  </a:moveTo>
                  <a:lnTo>
                    <a:pt x="451945" y="1577367"/>
                  </a:lnTo>
                  <a:lnTo>
                    <a:pt x="446957" y="1554205"/>
                  </a:lnTo>
                  <a:lnTo>
                    <a:pt x="454695" y="1552171"/>
                  </a:lnTo>
                  <a:lnTo>
                    <a:pt x="486545" y="1543710"/>
                  </a:lnTo>
                  <a:lnTo>
                    <a:pt x="497305" y="1540874"/>
                  </a:lnTo>
                  <a:lnTo>
                    <a:pt x="508332" y="1537950"/>
                  </a:lnTo>
                  <a:lnTo>
                    <a:pt x="516106" y="1535878"/>
                  </a:lnTo>
                  <a:lnTo>
                    <a:pt x="547581" y="1527479"/>
                  </a:lnTo>
                  <a:lnTo>
                    <a:pt x="551054" y="1526543"/>
                  </a:lnTo>
                  <a:lnTo>
                    <a:pt x="573369" y="1520474"/>
                  </a:lnTo>
                  <a:lnTo>
                    <a:pt x="575485" y="1519895"/>
                  </a:lnTo>
                  <a:lnTo>
                    <a:pt x="603612" y="1512219"/>
                  </a:lnTo>
                  <a:lnTo>
                    <a:pt x="631012" y="1504683"/>
                  </a:lnTo>
                  <a:lnTo>
                    <a:pt x="631926" y="1504424"/>
                  </a:lnTo>
                  <a:lnTo>
                    <a:pt x="651925" y="1498726"/>
                  </a:lnTo>
                  <a:lnTo>
                    <a:pt x="654016" y="1498128"/>
                  </a:lnTo>
                  <a:lnTo>
                    <a:pt x="673864" y="1492427"/>
                  </a:lnTo>
                  <a:lnTo>
                    <a:pt x="674617" y="1492210"/>
                  </a:lnTo>
                  <a:lnTo>
                    <a:pt x="693157" y="1486682"/>
                  </a:lnTo>
                  <a:lnTo>
                    <a:pt x="699637" y="1484737"/>
                  </a:lnTo>
                  <a:lnTo>
                    <a:pt x="701284" y="1484252"/>
                  </a:lnTo>
                  <a:lnTo>
                    <a:pt x="712944" y="1480808"/>
                  </a:lnTo>
                  <a:lnTo>
                    <a:pt x="726618" y="1476742"/>
                  </a:lnTo>
                  <a:lnTo>
                    <a:pt x="742900" y="1471860"/>
                  </a:lnTo>
                  <a:lnTo>
                    <a:pt x="743481" y="1471685"/>
                  </a:lnTo>
                  <a:lnTo>
                    <a:pt x="752335" y="1469004"/>
                  </a:lnTo>
                  <a:lnTo>
                    <a:pt x="783794" y="1459383"/>
                  </a:lnTo>
                  <a:lnTo>
                    <a:pt x="797580" y="1500342"/>
                  </a:lnTo>
                  <a:lnTo>
                    <a:pt x="800928" y="1509895"/>
                  </a:lnTo>
                  <a:lnTo>
                    <a:pt x="803006" y="1515825"/>
                  </a:lnTo>
                  <a:lnTo>
                    <a:pt x="807297" y="1528081"/>
                  </a:lnTo>
                  <a:lnTo>
                    <a:pt x="820264" y="1565164"/>
                  </a:lnTo>
                  <a:lnTo>
                    <a:pt x="828300" y="1588185"/>
                  </a:lnTo>
                  <a:lnTo>
                    <a:pt x="831361" y="1597016"/>
                  </a:lnTo>
                  <a:lnTo>
                    <a:pt x="832101" y="1599151"/>
                  </a:lnTo>
                  <a:lnTo>
                    <a:pt x="835514" y="1608928"/>
                  </a:lnTo>
                  <a:lnTo>
                    <a:pt x="855521" y="1603620"/>
                  </a:lnTo>
                  <a:lnTo>
                    <a:pt x="868288" y="1599830"/>
                  </a:lnTo>
                  <a:lnTo>
                    <a:pt x="882697" y="1595522"/>
                  </a:lnTo>
                  <a:lnTo>
                    <a:pt x="895259" y="1591546"/>
                  </a:lnTo>
                  <a:lnTo>
                    <a:pt x="896293" y="1607902"/>
                  </a:lnTo>
                  <a:lnTo>
                    <a:pt x="895127" y="1609942"/>
                  </a:lnTo>
                  <a:lnTo>
                    <a:pt x="894553" y="1622077"/>
                  </a:lnTo>
                  <a:lnTo>
                    <a:pt x="894511" y="1633965"/>
                  </a:lnTo>
                  <a:lnTo>
                    <a:pt x="894161" y="1638536"/>
                  </a:lnTo>
                  <a:lnTo>
                    <a:pt x="892031" y="1648229"/>
                  </a:lnTo>
                  <a:lnTo>
                    <a:pt x="857687" y="1663163"/>
                  </a:lnTo>
                  <a:lnTo>
                    <a:pt x="854932" y="1669690"/>
                  </a:lnTo>
                  <a:lnTo>
                    <a:pt x="849317" y="1668718"/>
                  </a:lnTo>
                  <a:lnTo>
                    <a:pt x="843586" y="1670295"/>
                  </a:lnTo>
                  <a:lnTo>
                    <a:pt x="838242" y="1679018"/>
                  </a:lnTo>
                  <a:lnTo>
                    <a:pt x="835314" y="1680096"/>
                  </a:lnTo>
                  <a:lnTo>
                    <a:pt x="832808" y="1673312"/>
                  </a:lnTo>
                  <a:lnTo>
                    <a:pt x="834518" y="1664388"/>
                  </a:lnTo>
                  <a:lnTo>
                    <a:pt x="833676" y="1661849"/>
                  </a:lnTo>
                  <a:lnTo>
                    <a:pt x="831852" y="1657059"/>
                  </a:lnTo>
                  <a:lnTo>
                    <a:pt x="824269" y="1656314"/>
                  </a:lnTo>
                  <a:lnTo>
                    <a:pt x="821681" y="1648875"/>
                  </a:lnTo>
                  <a:lnTo>
                    <a:pt x="828481" y="1645012"/>
                  </a:lnTo>
                  <a:lnTo>
                    <a:pt x="826798" y="1643056"/>
                  </a:lnTo>
                  <a:lnTo>
                    <a:pt x="824859" y="1640802"/>
                  </a:lnTo>
                  <a:lnTo>
                    <a:pt x="821428" y="1641205"/>
                  </a:lnTo>
                  <a:lnTo>
                    <a:pt x="819410" y="1641441"/>
                  </a:lnTo>
                  <a:lnTo>
                    <a:pt x="810460" y="1643383"/>
                  </a:lnTo>
                  <a:lnTo>
                    <a:pt x="813351" y="1651340"/>
                  </a:lnTo>
                  <a:lnTo>
                    <a:pt x="817384" y="1658651"/>
                  </a:lnTo>
                  <a:lnTo>
                    <a:pt x="819441" y="1663921"/>
                  </a:lnTo>
                  <a:lnTo>
                    <a:pt x="815145" y="1663964"/>
                  </a:lnTo>
                  <a:lnTo>
                    <a:pt x="809515" y="1660635"/>
                  </a:lnTo>
                  <a:lnTo>
                    <a:pt x="807918" y="1652289"/>
                  </a:lnTo>
                  <a:lnTo>
                    <a:pt x="802255" y="1648819"/>
                  </a:lnTo>
                  <a:lnTo>
                    <a:pt x="792204" y="1642221"/>
                  </a:lnTo>
                  <a:lnTo>
                    <a:pt x="787855" y="1641013"/>
                  </a:lnTo>
                  <a:lnTo>
                    <a:pt x="787329" y="1636278"/>
                  </a:lnTo>
                  <a:lnTo>
                    <a:pt x="783149" y="1632188"/>
                  </a:lnTo>
                  <a:lnTo>
                    <a:pt x="775040" y="1622963"/>
                  </a:lnTo>
                  <a:lnTo>
                    <a:pt x="778849" y="1615349"/>
                  </a:lnTo>
                  <a:lnTo>
                    <a:pt x="776782" y="1612397"/>
                  </a:lnTo>
                  <a:lnTo>
                    <a:pt x="776412" y="1607234"/>
                  </a:lnTo>
                  <a:lnTo>
                    <a:pt x="780732" y="1605358"/>
                  </a:lnTo>
                  <a:lnTo>
                    <a:pt x="783438" y="1604977"/>
                  </a:lnTo>
                  <a:lnTo>
                    <a:pt x="786929" y="1604002"/>
                  </a:lnTo>
                  <a:lnTo>
                    <a:pt x="785473" y="1600433"/>
                  </a:lnTo>
                  <a:lnTo>
                    <a:pt x="783934" y="1596659"/>
                  </a:lnTo>
                  <a:lnTo>
                    <a:pt x="781694" y="1597652"/>
                  </a:lnTo>
                  <a:lnTo>
                    <a:pt x="776754" y="1593630"/>
                  </a:lnTo>
                  <a:lnTo>
                    <a:pt x="773412" y="1594645"/>
                  </a:lnTo>
                  <a:lnTo>
                    <a:pt x="770147" y="1599983"/>
                  </a:lnTo>
                  <a:lnTo>
                    <a:pt x="767557" y="1599848"/>
                  </a:lnTo>
                  <a:lnTo>
                    <a:pt x="766786" y="1594316"/>
                  </a:lnTo>
                  <a:lnTo>
                    <a:pt x="761311" y="1592459"/>
                  </a:lnTo>
                  <a:lnTo>
                    <a:pt x="761254" y="1588386"/>
                  </a:lnTo>
                  <a:lnTo>
                    <a:pt x="767389" y="1585447"/>
                  </a:lnTo>
                  <a:lnTo>
                    <a:pt x="769110" y="1577756"/>
                  </a:lnTo>
                  <a:lnTo>
                    <a:pt x="775230" y="1581077"/>
                  </a:lnTo>
                  <a:lnTo>
                    <a:pt x="777253" y="1578211"/>
                  </a:lnTo>
                  <a:lnTo>
                    <a:pt x="775851" y="1575221"/>
                  </a:lnTo>
                  <a:lnTo>
                    <a:pt x="773864" y="1570982"/>
                  </a:lnTo>
                  <a:lnTo>
                    <a:pt x="772805" y="1566637"/>
                  </a:lnTo>
                  <a:lnTo>
                    <a:pt x="768469" y="1567952"/>
                  </a:lnTo>
                  <a:lnTo>
                    <a:pt x="762866" y="1571838"/>
                  </a:lnTo>
                  <a:lnTo>
                    <a:pt x="763083" y="1578447"/>
                  </a:lnTo>
                  <a:lnTo>
                    <a:pt x="759524" y="1580782"/>
                  </a:lnTo>
                  <a:lnTo>
                    <a:pt x="757915" y="1569671"/>
                  </a:lnTo>
                  <a:lnTo>
                    <a:pt x="759307" y="1560476"/>
                  </a:lnTo>
                  <a:lnTo>
                    <a:pt x="760076" y="1555897"/>
                  </a:lnTo>
                  <a:lnTo>
                    <a:pt x="763824" y="1556229"/>
                  </a:lnTo>
                  <a:lnTo>
                    <a:pt x="767213" y="1556527"/>
                  </a:lnTo>
                  <a:lnTo>
                    <a:pt x="764623" y="1547776"/>
                  </a:lnTo>
                  <a:lnTo>
                    <a:pt x="762487" y="1544728"/>
                  </a:lnTo>
                  <a:lnTo>
                    <a:pt x="758677" y="1542445"/>
                  </a:lnTo>
                  <a:lnTo>
                    <a:pt x="759655" y="1533315"/>
                  </a:lnTo>
                  <a:lnTo>
                    <a:pt x="760682" y="1525625"/>
                  </a:lnTo>
                  <a:lnTo>
                    <a:pt x="762779" y="1521217"/>
                  </a:lnTo>
                  <a:lnTo>
                    <a:pt x="763175" y="1516231"/>
                  </a:lnTo>
                  <a:lnTo>
                    <a:pt x="766435" y="1510493"/>
                  </a:lnTo>
                  <a:lnTo>
                    <a:pt x="770384" y="1507274"/>
                  </a:lnTo>
                  <a:lnTo>
                    <a:pt x="772037" y="1505925"/>
                  </a:lnTo>
                  <a:lnTo>
                    <a:pt x="774457" y="1502536"/>
                  </a:lnTo>
                  <a:lnTo>
                    <a:pt x="772654" y="1498030"/>
                  </a:lnTo>
                  <a:lnTo>
                    <a:pt x="770362" y="1498786"/>
                  </a:lnTo>
                  <a:lnTo>
                    <a:pt x="768256" y="1499480"/>
                  </a:lnTo>
                  <a:lnTo>
                    <a:pt x="762052" y="1507489"/>
                  </a:lnTo>
                  <a:lnTo>
                    <a:pt x="756720" y="1515962"/>
                  </a:lnTo>
                  <a:lnTo>
                    <a:pt x="751831" y="1524179"/>
                  </a:lnTo>
                  <a:lnTo>
                    <a:pt x="750140" y="1528374"/>
                  </a:lnTo>
                  <a:lnTo>
                    <a:pt x="748695" y="1531953"/>
                  </a:lnTo>
                  <a:lnTo>
                    <a:pt x="745982" y="1534449"/>
                  </a:lnTo>
                  <a:lnTo>
                    <a:pt x="745100" y="1535260"/>
                  </a:lnTo>
                  <a:lnTo>
                    <a:pt x="743238" y="1539210"/>
                  </a:lnTo>
                  <a:lnTo>
                    <a:pt x="739732" y="1540224"/>
                  </a:lnTo>
                  <a:lnTo>
                    <a:pt x="736571" y="1541304"/>
                  </a:lnTo>
                  <a:lnTo>
                    <a:pt x="736238" y="1542123"/>
                  </a:lnTo>
                  <a:lnTo>
                    <a:pt x="734949" y="1545296"/>
                  </a:lnTo>
                  <a:lnTo>
                    <a:pt x="745382" y="1548241"/>
                  </a:lnTo>
                  <a:lnTo>
                    <a:pt x="747675" y="1554127"/>
                  </a:lnTo>
                  <a:lnTo>
                    <a:pt x="749114" y="1558843"/>
                  </a:lnTo>
                  <a:lnTo>
                    <a:pt x="752550" y="1561841"/>
                  </a:lnTo>
                  <a:lnTo>
                    <a:pt x="748450" y="1566780"/>
                  </a:lnTo>
                  <a:lnTo>
                    <a:pt x="747269" y="1570565"/>
                  </a:lnTo>
                  <a:lnTo>
                    <a:pt x="749709" y="1571853"/>
                  </a:lnTo>
                  <a:lnTo>
                    <a:pt x="749058" y="1576421"/>
                  </a:lnTo>
                  <a:lnTo>
                    <a:pt x="748797" y="1577140"/>
                  </a:lnTo>
                  <a:lnTo>
                    <a:pt x="747849" y="1579755"/>
                  </a:lnTo>
                  <a:lnTo>
                    <a:pt x="746539" y="1584536"/>
                  </a:lnTo>
                  <a:lnTo>
                    <a:pt x="749442" y="1585303"/>
                  </a:lnTo>
                  <a:lnTo>
                    <a:pt x="747724" y="1592560"/>
                  </a:lnTo>
                  <a:lnTo>
                    <a:pt x="745801" y="1597129"/>
                  </a:lnTo>
                  <a:lnTo>
                    <a:pt x="749810" y="1600114"/>
                  </a:lnTo>
                  <a:lnTo>
                    <a:pt x="750153" y="1601537"/>
                  </a:lnTo>
                  <a:lnTo>
                    <a:pt x="751588" y="1607492"/>
                  </a:lnTo>
                  <a:lnTo>
                    <a:pt x="754798" y="1612829"/>
                  </a:lnTo>
                  <a:lnTo>
                    <a:pt x="756733" y="1622255"/>
                  </a:lnTo>
                  <a:lnTo>
                    <a:pt x="760875" y="1628382"/>
                  </a:lnTo>
                  <a:lnTo>
                    <a:pt x="766069" y="1632125"/>
                  </a:lnTo>
                  <a:lnTo>
                    <a:pt x="773143" y="1636944"/>
                  </a:lnTo>
                  <a:lnTo>
                    <a:pt x="774661" y="1640178"/>
                  </a:lnTo>
                  <a:lnTo>
                    <a:pt x="774796" y="1645542"/>
                  </a:lnTo>
                  <a:lnTo>
                    <a:pt x="774824" y="1646639"/>
                  </a:lnTo>
                  <a:lnTo>
                    <a:pt x="777955" y="1647677"/>
                  </a:lnTo>
                  <a:lnTo>
                    <a:pt x="778127" y="1655027"/>
                  </a:lnTo>
                  <a:lnTo>
                    <a:pt x="783784" y="1661383"/>
                  </a:lnTo>
                  <a:lnTo>
                    <a:pt x="788195" y="1665270"/>
                  </a:lnTo>
                  <a:lnTo>
                    <a:pt x="788484" y="1670277"/>
                  </a:lnTo>
                  <a:lnTo>
                    <a:pt x="791355" y="1677628"/>
                  </a:lnTo>
                  <a:lnTo>
                    <a:pt x="785315" y="1673797"/>
                  </a:lnTo>
                  <a:lnTo>
                    <a:pt x="778553" y="1670599"/>
                  </a:lnTo>
                  <a:lnTo>
                    <a:pt x="773955" y="1672413"/>
                  </a:lnTo>
                  <a:lnTo>
                    <a:pt x="767220" y="1669553"/>
                  </a:lnTo>
                  <a:lnTo>
                    <a:pt x="760552" y="1663525"/>
                  </a:lnTo>
                  <a:lnTo>
                    <a:pt x="752191" y="1663340"/>
                  </a:lnTo>
                  <a:lnTo>
                    <a:pt x="745967" y="1665047"/>
                  </a:lnTo>
                  <a:lnTo>
                    <a:pt x="739285" y="1664769"/>
                  </a:lnTo>
                  <a:lnTo>
                    <a:pt x="737128" y="1664610"/>
                  </a:lnTo>
                  <a:lnTo>
                    <a:pt x="733318" y="1664327"/>
                  </a:lnTo>
                  <a:lnTo>
                    <a:pt x="726570" y="1660757"/>
                  </a:lnTo>
                  <a:lnTo>
                    <a:pt x="720456" y="1657834"/>
                  </a:lnTo>
                  <a:lnTo>
                    <a:pt x="715635" y="1649505"/>
                  </a:lnTo>
                  <a:lnTo>
                    <a:pt x="713509" y="1647041"/>
                  </a:lnTo>
                  <a:lnTo>
                    <a:pt x="708684" y="1651144"/>
                  </a:lnTo>
                  <a:lnTo>
                    <a:pt x="704686" y="1654120"/>
                  </a:lnTo>
                  <a:lnTo>
                    <a:pt x="697467" y="1660083"/>
                  </a:lnTo>
                  <a:lnTo>
                    <a:pt x="691180" y="1654698"/>
                  </a:lnTo>
                  <a:lnTo>
                    <a:pt x="689171" y="1641934"/>
                  </a:lnTo>
                  <a:lnTo>
                    <a:pt x="693017" y="1632723"/>
                  </a:lnTo>
                  <a:lnTo>
                    <a:pt x="697651" y="1629619"/>
                  </a:lnTo>
                  <a:lnTo>
                    <a:pt x="696887" y="1627150"/>
                  </a:lnTo>
                  <a:lnTo>
                    <a:pt x="695434" y="1622516"/>
                  </a:lnTo>
                  <a:lnTo>
                    <a:pt x="698752" y="1617467"/>
                  </a:lnTo>
                  <a:lnTo>
                    <a:pt x="699198" y="1616788"/>
                  </a:lnTo>
                  <a:lnTo>
                    <a:pt x="701619" y="1616040"/>
                  </a:lnTo>
                  <a:lnTo>
                    <a:pt x="701848" y="1612328"/>
                  </a:lnTo>
                  <a:lnTo>
                    <a:pt x="701596" y="1611257"/>
                  </a:lnTo>
                  <a:lnTo>
                    <a:pt x="700486" y="1606544"/>
                  </a:lnTo>
                  <a:lnTo>
                    <a:pt x="700305" y="1605774"/>
                  </a:lnTo>
                  <a:lnTo>
                    <a:pt x="704315" y="1598604"/>
                  </a:lnTo>
                  <a:lnTo>
                    <a:pt x="709005" y="1590076"/>
                  </a:lnTo>
                  <a:lnTo>
                    <a:pt x="698066" y="1583769"/>
                  </a:lnTo>
                  <a:lnTo>
                    <a:pt x="693553" y="1581160"/>
                  </a:lnTo>
                  <a:lnTo>
                    <a:pt x="688259" y="1590649"/>
                  </a:lnTo>
                  <a:lnTo>
                    <a:pt x="684829" y="1587749"/>
                  </a:lnTo>
                  <a:lnTo>
                    <a:pt x="681674" y="1588364"/>
                  </a:lnTo>
                  <a:lnTo>
                    <a:pt x="679554" y="1588777"/>
                  </a:lnTo>
                  <a:lnTo>
                    <a:pt x="674616" y="1587845"/>
                  </a:lnTo>
                  <a:lnTo>
                    <a:pt x="673434" y="1582846"/>
                  </a:lnTo>
                  <a:lnTo>
                    <a:pt x="666890" y="1581444"/>
                  </a:lnTo>
                  <a:lnTo>
                    <a:pt x="664983" y="1581474"/>
                  </a:lnTo>
                  <a:lnTo>
                    <a:pt x="663705" y="1581493"/>
                  </a:lnTo>
                  <a:lnTo>
                    <a:pt x="662056" y="1581518"/>
                  </a:lnTo>
                  <a:lnTo>
                    <a:pt x="652117" y="1582480"/>
                  </a:lnTo>
                  <a:lnTo>
                    <a:pt x="649465" y="1579404"/>
                  </a:lnTo>
                  <a:lnTo>
                    <a:pt x="645420" y="1578560"/>
                  </a:lnTo>
                  <a:lnTo>
                    <a:pt x="644030" y="1573734"/>
                  </a:lnTo>
                  <a:lnTo>
                    <a:pt x="646496" y="1569839"/>
                  </a:lnTo>
                  <a:lnTo>
                    <a:pt x="647827" y="1565148"/>
                  </a:lnTo>
                  <a:lnTo>
                    <a:pt x="643444" y="1562198"/>
                  </a:lnTo>
                  <a:lnTo>
                    <a:pt x="637353" y="1560246"/>
                  </a:lnTo>
                  <a:lnTo>
                    <a:pt x="633406" y="1558406"/>
                  </a:lnTo>
                  <a:lnTo>
                    <a:pt x="625770" y="1558592"/>
                  </a:lnTo>
                  <a:lnTo>
                    <a:pt x="624678" y="1558777"/>
                  </a:lnTo>
                  <a:lnTo>
                    <a:pt x="620726" y="1559444"/>
                  </a:lnTo>
                  <a:lnTo>
                    <a:pt x="617295" y="1556256"/>
                  </a:lnTo>
                  <a:lnTo>
                    <a:pt x="616315" y="1550232"/>
                  </a:lnTo>
                  <a:lnTo>
                    <a:pt x="608646" y="1542754"/>
                  </a:lnTo>
                  <a:lnTo>
                    <a:pt x="606691" y="1540048"/>
                  </a:lnTo>
                  <a:lnTo>
                    <a:pt x="604725" y="1537325"/>
                  </a:lnTo>
                  <a:lnTo>
                    <a:pt x="602242" y="1530043"/>
                  </a:lnTo>
                  <a:lnTo>
                    <a:pt x="592793" y="1530022"/>
                  </a:lnTo>
                  <a:lnTo>
                    <a:pt x="585590" y="1532831"/>
                  </a:lnTo>
                  <a:lnTo>
                    <a:pt x="583072" y="1531018"/>
                  </a:lnTo>
                  <a:lnTo>
                    <a:pt x="576495" y="1526273"/>
                  </a:lnTo>
                  <a:lnTo>
                    <a:pt x="563789" y="1531347"/>
                  </a:lnTo>
                  <a:lnTo>
                    <a:pt x="556583" y="1536924"/>
                  </a:lnTo>
                  <a:lnTo>
                    <a:pt x="554846" y="1537716"/>
                  </a:lnTo>
                  <a:lnTo>
                    <a:pt x="550435" y="1539726"/>
                  </a:lnTo>
                  <a:lnTo>
                    <a:pt x="547161" y="1548221"/>
                  </a:lnTo>
                  <a:lnTo>
                    <a:pt x="546214" y="1553340"/>
                  </a:lnTo>
                  <a:lnTo>
                    <a:pt x="545534" y="1553492"/>
                  </a:lnTo>
                  <a:lnTo>
                    <a:pt x="534159" y="1556034"/>
                  </a:lnTo>
                  <a:lnTo>
                    <a:pt x="527807" y="1555896"/>
                  </a:lnTo>
                  <a:lnTo>
                    <a:pt x="522671" y="1555780"/>
                  </a:lnTo>
                  <a:lnTo>
                    <a:pt x="518109" y="1550026"/>
                  </a:lnTo>
                  <a:lnTo>
                    <a:pt x="514295" y="1547326"/>
                  </a:lnTo>
                  <a:lnTo>
                    <a:pt x="509482" y="1559513"/>
                  </a:lnTo>
                  <a:lnTo>
                    <a:pt x="503268" y="1570777"/>
                  </a:lnTo>
                  <a:lnTo>
                    <a:pt x="503137" y="1575899"/>
                  </a:lnTo>
                  <a:lnTo>
                    <a:pt x="494879" y="1573789"/>
                  </a:lnTo>
                  <a:lnTo>
                    <a:pt x="491960" y="1574622"/>
                  </a:lnTo>
                  <a:lnTo>
                    <a:pt x="489769" y="1575246"/>
                  </a:lnTo>
                  <a:lnTo>
                    <a:pt x="484941" y="1585744"/>
                  </a:lnTo>
                  <a:lnTo>
                    <a:pt x="478269" y="1597113"/>
                  </a:lnTo>
                  <a:lnTo>
                    <a:pt x="476781" y="1599642"/>
                  </a:lnTo>
                  <a:lnTo>
                    <a:pt x="471220" y="1605154"/>
                  </a:lnTo>
                  <a:lnTo>
                    <a:pt x="466123" y="1612898"/>
                  </a:lnTo>
                  <a:lnTo>
                    <a:pt x="460974" y="1617081"/>
                  </a:lnTo>
                  <a:close/>
                </a:path>
              </a:pathLst>
            </a:custGeom>
            <a:solidFill>
              <a:srgbClr val="ECB185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h89"/>
            <p:cNvSpPr/>
            <p:nvPr/>
          </p:nvSpPr>
          <p:spPr>
            <a:xfrm>
              <a:off x="6235606" y="1390947"/>
              <a:ext cx="486216" cy="1605370"/>
            </a:xfrm>
            <a:custGeom>
              <a:avLst/>
              <a:pathLst>
                <a:path w="486216" h="1605370">
                  <a:moveTo>
                    <a:pt x="457199" y="1600200"/>
                  </a:moveTo>
                  <a:lnTo>
                    <a:pt x="464072" y="1597071"/>
                  </a:lnTo>
                  <a:lnTo>
                    <a:pt x="473645" y="1592552"/>
                  </a:lnTo>
                  <a:lnTo>
                    <a:pt x="473094" y="1582992"/>
                  </a:lnTo>
                  <a:lnTo>
                    <a:pt x="480011" y="1584727"/>
                  </a:lnTo>
                  <a:lnTo>
                    <a:pt x="486216" y="1595055"/>
                  </a:lnTo>
                  <a:lnTo>
                    <a:pt x="482650" y="1600059"/>
                  </a:lnTo>
                  <a:lnTo>
                    <a:pt x="475515" y="1602467"/>
                  </a:lnTo>
                  <a:lnTo>
                    <a:pt x="465348" y="1605370"/>
                  </a:lnTo>
                  <a:close/>
                </a:path>
              </a:pathLst>
            </a:custGeom>
            <a:solidFill>
              <a:srgbClr val="FFF6BB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h90"/>
            <p:cNvSpPr/>
            <p:nvPr/>
          </p:nvSpPr>
          <p:spPr>
            <a:xfrm>
              <a:off x="6185828" y="1404315"/>
              <a:ext cx="490307" cy="1611943"/>
            </a:xfrm>
            <a:custGeom>
              <a:avLst/>
              <a:pathLst>
                <a:path w="490307" h="1611943">
                  <a:moveTo>
                    <a:pt x="457200" y="1600200"/>
                  </a:moveTo>
                  <a:lnTo>
                    <a:pt x="463214" y="1596246"/>
                  </a:lnTo>
                  <a:lnTo>
                    <a:pt x="466098" y="1584941"/>
                  </a:lnTo>
                  <a:lnTo>
                    <a:pt x="471497" y="1577328"/>
                  </a:lnTo>
                  <a:lnTo>
                    <a:pt x="477061" y="1579160"/>
                  </a:lnTo>
                  <a:lnTo>
                    <a:pt x="483151" y="1580600"/>
                  </a:lnTo>
                  <a:lnTo>
                    <a:pt x="486172" y="1580211"/>
                  </a:lnTo>
                  <a:lnTo>
                    <a:pt x="490307" y="1587461"/>
                  </a:lnTo>
                  <a:lnTo>
                    <a:pt x="479409" y="1592269"/>
                  </a:lnTo>
                  <a:lnTo>
                    <a:pt x="469697" y="1596851"/>
                  </a:lnTo>
                  <a:lnTo>
                    <a:pt x="464899" y="1603962"/>
                  </a:lnTo>
                  <a:lnTo>
                    <a:pt x="462595" y="1611943"/>
                  </a:lnTo>
                  <a:lnTo>
                    <a:pt x="458779" y="1604532"/>
                  </a:lnTo>
                  <a:close/>
                </a:path>
              </a:pathLst>
            </a:custGeom>
            <a:solidFill>
              <a:srgbClr val="FFF6BB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h91"/>
            <p:cNvSpPr/>
            <p:nvPr/>
          </p:nvSpPr>
          <p:spPr>
            <a:xfrm>
              <a:off x="5925804" y="1400261"/>
              <a:ext cx="783152" cy="1603964"/>
            </a:xfrm>
            <a:custGeom>
              <a:avLst/>
              <a:pathLst>
                <a:path w="783152" h="1603964">
                  <a:moveTo>
                    <a:pt x="457200" y="1600200"/>
                  </a:moveTo>
                  <a:lnTo>
                    <a:pt x="454044" y="1544939"/>
                  </a:lnTo>
                  <a:lnTo>
                    <a:pt x="452239" y="1514162"/>
                  </a:lnTo>
                  <a:lnTo>
                    <a:pt x="473030" y="1507569"/>
                  </a:lnTo>
                  <a:lnTo>
                    <a:pt x="481009" y="1505020"/>
                  </a:lnTo>
                  <a:lnTo>
                    <a:pt x="486658" y="1503209"/>
                  </a:lnTo>
                  <a:lnTo>
                    <a:pt x="491393" y="1501686"/>
                  </a:lnTo>
                  <a:lnTo>
                    <a:pt x="521552" y="1492237"/>
                  </a:lnTo>
                  <a:lnTo>
                    <a:pt x="536629" y="1487454"/>
                  </a:lnTo>
                  <a:lnTo>
                    <a:pt x="550236" y="1483103"/>
                  </a:lnTo>
                  <a:lnTo>
                    <a:pt x="551392" y="1482732"/>
                  </a:lnTo>
                  <a:lnTo>
                    <a:pt x="567003" y="1477693"/>
                  </a:lnTo>
                  <a:lnTo>
                    <a:pt x="569597" y="1476852"/>
                  </a:lnTo>
                  <a:lnTo>
                    <a:pt x="582702" y="1472585"/>
                  </a:lnTo>
                  <a:lnTo>
                    <a:pt x="592062" y="1469440"/>
                  </a:lnTo>
                  <a:lnTo>
                    <a:pt x="616343" y="1461282"/>
                  </a:lnTo>
                  <a:lnTo>
                    <a:pt x="621255" y="1459592"/>
                  </a:lnTo>
                  <a:lnTo>
                    <a:pt x="622882" y="1453674"/>
                  </a:lnTo>
                  <a:lnTo>
                    <a:pt x="623694" y="1453346"/>
                  </a:lnTo>
                  <a:lnTo>
                    <a:pt x="629004" y="1451202"/>
                  </a:lnTo>
                  <a:lnTo>
                    <a:pt x="626387" y="1445038"/>
                  </a:lnTo>
                  <a:lnTo>
                    <a:pt x="628393" y="1440938"/>
                  </a:lnTo>
                  <a:lnTo>
                    <a:pt x="631347" y="1440301"/>
                  </a:lnTo>
                  <a:lnTo>
                    <a:pt x="635971" y="1439303"/>
                  </a:lnTo>
                  <a:lnTo>
                    <a:pt x="636214" y="1435870"/>
                  </a:lnTo>
                  <a:lnTo>
                    <a:pt x="636487" y="1431987"/>
                  </a:lnTo>
                  <a:lnTo>
                    <a:pt x="641493" y="1428745"/>
                  </a:lnTo>
                  <a:lnTo>
                    <a:pt x="643819" y="1425752"/>
                  </a:lnTo>
                  <a:lnTo>
                    <a:pt x="649973" y="1425331"/>
                  </a:lnTo>
                  <a:lnTo>
                    <a:pt x="653863" y="1423565"/>
                  </a:lnTo>
                  <a:lnTo>
                    <a:pt x="658773" y="1433899"/>
                  </a:lnTo>
                  <a:lnTo>
                    <a:pt x="664585" y="1441218"/>
                  </a:lnTo>
                  <a:lnTo>
                    <a:pt x="669938" y="1444760"/>
                  </a:lnTo>
                  <a:lnTo>
                    <a:pt x="674305" y="1444058"/>
                  </a:lnTo>
                  <a:lnTo>
                    <a:pt x="676202" y="1439667"/>
                  </a:lnTo>
                  <a:lnTo>
                    <a:pt x="680286" y="1439673"/>
                  </a:lnTo>
                  <a:lnTo>
                    <a:pt x="682846" y="1444451"/>
                  </a:lnTo>
                  <a:lnTo>
                    <a:pt x="680021" y="1452677"/>
                  </a:lnTo>
                  <a:lnTo>
                    <a:pt x="676540" y="1454673"/>
                  </a:lnTo>
                  <a:lnTo>
                    <a:pt x="668332" y="1459961"/>
                  </a:lnTo>
                  <a:lnTo>
                    <a:pt x="665079" y="1462746"/>
                  </a:lnTo>
                  <a:lnTo>
                    <a:pt x="668691" y="1469419"/>
                  </a:lnTo>
                  <a:lnTo>
                    <a:pt x="665297" y="1473456"/>
                  </a:lnTo>
                  <a:lnTo>
                    <a:pt x="664857" y="1479357"/>
                  </a:lnTo>
                  <a:lnTo>
                    <a:pt x="661401" y="1480976"/>
                  </a:lnTo>
                  <a:lnTo>
                    <a:pt x="659115" y="1482045"/>
                  </a:lnTo>
                  <a:lnTo>
                    <a:pt x="659314" y="1482478"/>
                  </a:lnTo>
                  <a:lnTo>
                    <a:pt x="662701" y="1489869"/>
                  </a:lnTo>
                  <a:lnTo>
                    <a:pt x="662681" y="1490079"/>
                  </a:lnTo>
                  <a:lnTo>
                    <a:pt x="662534" y="1491601"/>
                  </a:lnTo>
                  <a:lnTo>
                    <a:pt x="662232" y="1494717"/>
                  </a:lnTo>
                  <a:lnTo>
                    <a:pt x="662990" y="1495549"/>
                  </a:lnTo>
                  <a:lnTo>
                    <a:pt x="667070" y="1500027"/>
                  </a:lnTo>
                  <a:lnTo>
                    <a:pt x="668065" y="1497736"/>
                  </a:lnTo>
                  <a:lnTo>
                    <a:pt x="669698" y="1493967"/>
                  </a:lnTo>
                  <a:lnTo>
                    <a:pt x="672981" y="1493392"/>
                  </a:lnTo>
                  <a:lnTo>
                    <a:pt x="676917" y="1496258"/>
                  </a:lnTo>
                  <a:lnTo>
                    <a:pt x="678358" y="1496181"/>
                  </a:lnTo>
                  <a:lnTo>
                    <a:pt x="682813" y="1495939"/>
                  </a:lnTo>
                  <a:lnTo>
                    <a:pt x="683644" y="1496333"/>
                  </a:lnTo>
                  <a:lnTo>
                    <a:pt x="689579" y="1499145"/>
                  </a:lnTo>
                  <a:lnTo>
                    <a:pt x="696752" y="1506908"/>
                  </a:lnTo>
                  <a:lnTo>
                    <a:pt x="702931" y="1511478"/>
                  </a:lnTo>
                  <a:lnTo>
                    <a:pt x="703964" y="1515900"/>
                  </a:lnTo>
                  <a:lnTo>
                    <a:pt x="702766" y="1521814"/>
                  </a:lnTo>
                  <a:lnTo>
                    <a:pt x="706075" y="1526606"/>
                  </a:lnTo>
                  <a:lnTo>
                    <a:pt x="711546" y="1527186"/>
                  </a:lnTo>
                  <a:lnTo>
                    <a:pt x="713239" y="1525277"/>
                  </a:lnTo>
                  <a:lnTo>
                    <a:pt x="717828" y="1527999"/>
                  </a:lnTo>
                  <a:lnTo>
                    <a:pt x="722090" y="1534191"/>
                  </a:lnTo>
                  <a:lnTo>
                    <a:pt x="722617" y="1539794"/>
                  </a:lnTo>
                  <a:lnTo>
                    <a:pt x="723187" y="1540130"/>
                  </a:lnTo>
                  <a:lnTo>
                    <a:pt x="728416" y="1543210"/>
                  </a:lnTo>
                  <a:lnTo>
                    <a:pt x="733778" y="1543971"/>
                  </a:lnTo>
                  <a:lnTo>
                    <a:pt x="744550" y="1542065"/>
                  </a:lnTo>
                  <a:lnTo>
                    <a:pt x="749575" y="1542097"/>
                  </a:lnTo>
                  <a:lnTo>
                    <a:pt x="753427" y="1537666"/>
                  </a:lnTo>
                  <a:lnTo>
                    <a:pt x="760746" y="1532653"/>
                  </a:lnTo>
                  <a:lnTo>
                    <a:pt x="767772" y="1526027"/>
                  </a:lnTo>
                  <a:lnTo>
                    <a:pt x="768624" y="1522824"/>
                  </a:lnTo>
                  <a:lnTo>
                    <a:pt x="766516" y="1517709"/>
                  </a:lnTo>
                  <a:lnTo>
                    <a:pt x="759760" y="1515961"/>
                  </a:lnTo>
                  <a:lnTo>
                    <a:pt x="756993" y="1509770"/>
                  </a:lnTo>
                  <a:lnTo>
                    <a:pt x="752964" y="1501411"/>
                  </a:lnTo>
                  <a:lnTo>
                    <a:pt x="746658" y="1501921"/>
                  </a:lnTo>
                  <a:lnTo>
                    <a:pt x="743548" y="1504026"/>
                  </a:lnTo>
                  <a:lnTo>
                    <a:pt x="737027" y="1500661"/>
                  </a:lnTo>
                  <a:lnTo>
                    <a:pt x="740966" y="1496600"/>
                  </a:lnTo>
                  <a:lnTo>
                    <a:pt x="744767" y="1493677"/>
                  </a:lnTo>
                  <a:lnTo>
                    <a:pt x="753575" y="1494036"/>
                  </a:lnTo>
                  <a:lnTo>
                    <a:pt x="761112" y="1499933"/>
                  </a:lnTo>
                  <a:lnTo>
                    <a:pt x="765996" y="1508058"/>
                  </a:lnTo>
                  <a:lnTo>
                    <a:pt x="774349" y="1520442"/>
                  </a:lnTo>
                  <a:lnTo>
                    <a:pt x="780148" y="1534111"/>
                  </a:lnTo>
                  <a:lnTo>
                    <a:pt x="782918" y="1542377"/>
                  </a:lnTo>
                  <a:lnTo>
                    <a:pt x="783152" y="1551982"/>
                  </a:lnTo>
                  <a:lnTo>
                    <a:pt x="779520" y="1554386"/>
                  </a:lnTo>
                  <a:lnTo>
                    <a:pt x="776158" y="1545431"/>
                  </a:lnTo>
                  <a:lnTo>
                    <a:pt x="774325" y="1539136"/>
                  </a:lnTo>
                  <a:lnTo>
                    <a:pt x="770487" y="1541559"/>
                  </a:lnTo>
                  <a:lnTo>
                    <a:pt x="762329" y="1546710"/>
                  </a:lnTo>
                  <a:lnTo>
                    <a:pt x="754269" y="1554279"/>
                  </a:lnTo>
                  <a:lnTo>
                    <a:pt x="749291" y="1554496"/>
                  </a:lnTo>
                  <a:lnTo>
                    <a:pt x="743584" y="1559974"/>
                  </a:lnTo>
                  <a:lnTo>
                    <a:pt x="740389" y="1563181"/>
                  </a:lnTo>
                  <a:lnTo>
                    <a:pt x="739169" y="1568154"/>
                  </a:lnTo>
                  <a:lnTo>
                    <a:pt x="732466" y="1572115"/>
                  </a:lnTo>
                  <a:lnTo>
                    <a:pt x="725630" y="1578700"/>
                  </a:lnTo>
                  <a:lnTo>
                    <a:pt x="724608" y="1579914"/>
                  </a:lnTo>
                  <a:lnTo>
                    <a:pt x="720144" y="1585212"/>
                  </a:lnTo>
                  <a:lnTo>
                    <a:pt x="717036" y="1591794"/>
                  </a:lnTo>
                  <a:lnTo>
                    <a:pt x="712130" y="1596437"/>
                  </a:lnTo>
                  <a:lnTo>
                    <a:pt x="705015" y="1601372"/>
                  </a:lnTo>
                  <a:lnTo>
                    <a:pt x="704255" y="1595530"/>
                  </a:lnTo>
                  <a:lnTo>
                    <a:pt x="713444" y="1586255"/>
                  </a:lnTo>
                  <a:lnTo>
                    <a:pt x="718434" y="1578191"/>
                  </a:lnTo>
                  <a:lnTo>
                    <a:pt x="720153" y="1575406"/>
                  </a:lnTo>
                  <a:lnTo>
                    <a:pt x="718542" y="1570148"/>
                  </a:lnTo>
                  <a:lnTo>
                    <a:pt x="716292" y="1569462"/>
                  </a:lnTo>
                  <a:lnTo>
                    <a:pt x="710887" y="1567813"/>
                  </a:lnTo>
                  <a:lnTo>
                    <a:pt x="709291" y="1573825"/>
                  </a:lnTo>
                  <a:lnTo>
                    <a:pt x="708545" y="1576628"/>
                  </a:lnTo>
                  <a:lnTo>
                    <a:pt x="705681" y="1577115"/>
                  </a:lnTo>
                  <a:lnTo>
                    <a:pt x="701226" y="1580192"/>
                  </a:lnTo>
                  <a:lnTo>
                    <a:pt x="700073" y="1585609"/>
                  </a:lnTo>
                  <a:lnTo>
                    <a:pt x="697912" y="1590476"/>
                  </a:lnTo>
                  <a:lnTo>
                    <a:pt x="693755" y="1593534"/>
                  </a:lnTo>
                  <a:lnTo>
                    <a:pt x="689017" y="1593944"/>
                  </a:lnTo>
                  <a:lnTo>
                    <a:pt x="686514" y="1596482"/>
                  </a:lnTo>
                  <a:lnTo>
                    <a:pt x="680658" y="1584541"/>
                  </a:lnTo>
                  <a:lnTo>
                    <a:pt x="679998" y="1582255"/>
                  </a:lnTo>
                  <a:lnTo>
                    <a:pt x="678640" y="1577557"/>
                  </a:lnTo>
                  <a:lnTo>
                    <a:pt x="672633" y="1577801"/>
                  </a:lnTo>
                  <a:lnTo>
                    <a:pt x="670885" y="1576410"/>
                  </a:lnTo>
                  <a:lnTo>
                    <a:pt x="663769" y="1570743"/>
                  </a:lnTo>
                  <a:lnTo>
                    <a:pt x="657929" y="1569574"/>
                  </a:lnTo>
                  <a:lnTo>
                    <a:pt x="656679" y="1569324"/>
                  </a:lnTo>
                  <a:lnTo>
                    <a:pt x="653744" y="1563779"/>
                  </a:lnTo>
                  <a:lnTo>
                    <a:pt x="651205" y="1556473"/>
                  </a:lnTo>
                  <a:lnTo>
                    <a:pt x="647588" y="1557852"/>
                  </a:lnTo>
                  <a:lnTo>
                    <a:pt x="645149" y="1550839"/>
                  </a:lnTo>
                  <a:lnTo>
                    <a:pt x="643776" y="1546923"/>
                  </a:lnTo>
                  <a:lnTo>
                    <a:pt x="642370" y="1542916"/>
                  </a:lnTo>
                  <a:lnTo>
                    <a:pt x="632520" y="1546982"/>
                  </a:lnTo>
                  <a:lnTo>
                    <a:pt x="627356" y="1549106"/>
                  </a:lnTo>
                  <a:lnTo>
                    <a:pt x="624686" y="1550208"/>
                  </a:lnTo>
                  <a:lnTo>
                    <a:pt x="623370" y="1550750"/>
                  </a:lnTo>
                  <a:lnTo>
                    <a:pt x="607116" y="1557424"/>
                  </a:lnTo>
                  <a:lnTo>
                    <a:pt x="606357" y="1555623"/>
                  </a:lnTo>
                  <a:lnTo>
                    <a:pt x="602444" y="1556952"/>
                  </a:lnTo>
                  <a:lnTo>
                    <a:pt x="590248" y="1561077"/>
                  </a:lnTo>
                  <a:lnTo>
                    <a:pt x="577445" y="1565430"/>
                  </a:lnTo>
                  <a:lnTo>
                    <a:pt x="571435" y="1567464"/>
                  </a:lnTo>
                  <a:lnTo>
                    <a:pt x="561782" y="1570718"/>
                  </a:lnTo>
                  <a:lnTo>
                    <a:pt x="543581" y="1576921"/>
                  </a:lnTo>
                  <a:lnTo>
                    <a:pt x="536868" y="1579779"/>
                  </a:lnTo>
                  <a:lnTo>
                    <a:pt x="525683" y="1582998"/>
                  </a:lnTo>
                  <a:lnTo>
                    <a:pt x="524327" y="1587935"/>
                  </a:lnTo>
                  <a:lnTo>
                    <a:pt x="523671" y="1588282"/>
                  </a:lnTo>
                  <a:lnTo>
                    <a:pt x="520784" y="1589809"/>
                  </a:lnTo>
                  <a:lnTo>
                    <a:pt x="516064" y="1586327"/>
                  </a:lnTo>
                  <a:lnTo>
                    <a:pt x="514633" y="1586805"/>
                  </a:lnTo>
                  <a:lnTo>
                    <a:pt x="502881" y="1590719"/>
                  </a:lnTo>
                  <a:lnTo>
                    <a:pt x="498188" y="1592165"/>
                  </a:lnTo>
                  <a:lnTo>
                    <a:pt x="491751" y="1594141"/>
                  </a:lnTo>
                  <a:lnTo>
                    <a:pt x="482696" y="1596910"/>
                  </a:lnTo>
                  <a:lnTo>
                    <a:pt x="460416" y="1603964"/>
                  </a:lnTo>
                  <a:lnTo>
                    <a:pt x="460051" y="1603536"/>
                  </a:lnTo>
                  <a:close/>
                </a:path>
              </a:pathLst>
            </a:custGeom>
            <a:solidFill>
              <a:srgbClr val="FFF6BB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h92"/>
            <p:cNvSpPr/>
            <p:nvPr/>
          </p:nvSpPr>
          <p:spPr>
            <a:xfrm>
              <a:off x="4855284" y="1193331"/>
              <a:ext cx="482146" cy="1618082"/>
            </a:xfrm>
            <a:custGeom>
              <a:avLst/>
              <a:pathLst>
                <a:path w="482146" h="1618082">
                  <a:moveTo>
                    <a:pt x="457200" y="1600200"/>
                  </a:moveTo>
                  <a:lnTo>
                    <a:pt x="467086" y="1606656"/>
                  </a:lnTo>
                  <a:lnTo>
                    <a:pt x="476084" y="1608543"/>
                  </a:lnTo>
                  <a:lnTo>
                    <a:pt x="482146" y="1610901"/>
                  </a:lnTo>
                  <a:lnTo>
                    <a:pt x="479994" y="1616959"/>
                  </a:lnTo>
                  <a:lnTo>
                    <a:pt x="472287" y="1618082"/>
                  </a:lnTo>
                  <a:lnTo>
                    <a:pt x="461712" y="1610483"/>
                  </a:lnTo>
                  <a:lnTo>
                    <a:pt x="455115" y="1605088"/>
                  </a:lnTo>
                  <a:close/>
                </a:path>
              </a:pathLst>
            </a:custGeom>
            <a:solidFill>
              <a:srgbClr val="F0BB8D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h93"/>
            <p:cNvSpPr/>
            <p:nvPr/>
          </p:nvSpPr>
          <p:spPr>
            <a:xfrm>
              <a:off x="4766883" y="1229985"/>
              <a:ext cx="484328" cy="1618164"/>
            </a:xfrm>
            <a:custGeom>
              <a:avLst/>
              <a:pathLst>
                <a:path w="484328" h="1618164">
                  <a:moveTo>
                    <a:pt x="457200" y="1600200"/>
                  </a:moveTo>
                  <a:lnTo>
                    <a:pt x="461291" y="1598573"/>
                  </a:lnTo>
                  <a:lnTo>
                    <a:pt x="470182" y="1585970"/>
                  </a:lnTo>
                  <a:lnTo>
                    <a:pt x="484328" y="1584927"/>
                  </a:lnTo>
                  <a:lnTo>
                    <a:pt x="484052" y="1591136"/>
                  </a:lnTo>
                  <a:lnTo>
                    <a:pt x="476688" y="1614373"/>
                  </a:lnTo>
                  <a:lnTo>
                    <a:pt x="472767" y="1618164"/>
                  </a:lnTo>
                  <a:lnTo>
                    <a:pt x="467251" y="1617413"/>
                  </a:lnTo>
                  <a:lnTo>
                    <a:pt x="458478" y="1604897"/>
                  </a:lnTo>
                  <a:close/>
                </a:path>
              </a:pathLst>
            </a:custGeom>
            <a:solidFill>
              <a:srgbClr val="F0BB8D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h94"/>
            <p:cNvSpPr/>
            <p:nvPr/>
          </p:nvSpPr>
          <p:spPr>
            <a:xfrm>
              <a:off x="4744535" y="1321735"/>
              <a:ext cx="471422" cy="1605855"/>
            </a:xfrm>
            <a:custGeom>
              <a:avLst/>
              <a:pathLst>
                <a:path w="471422" h="1605855">
                  <a:moveTo>
                    <a:pt x="457200" y="1600200"/>
                  </a:moveTo>
                  <a:lnTo>
                    <a:pt x="462780" y="1584470"/>
                  </a:lnTo>
                  <a:lnTo>
                    <a:pt x="467694" y="1584686"/>
                  </a:lnTo>
                  <a:lnTo>
                    <a:pt x="471422" y="1588055"/>
                  </a:lnTo>
                  <a:lnTo>
                    <a:pt x="470671" y="1595359"/>
                  </a:lnTo>
                  <a:lnTo>
                    <a:pt x="463206" y="1605855"/>
                  </a:lnTo>
                  <a:lnTo>
                    <a:pt x="456619" y="1605445"/>
                  </a:lnTo>
                  <a:close/>
                </a:path>
              </a:pathLst>
            </a:custGeom>
            <a:solidFill>
              <a:srgbClr val="F0BB8D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h95"/>
            <p:cNvSpPr/>
            <p:nvPr/>
          </p:nvSpPr>
          <p:spPr>
            <a:xfrm>
              <a:off x="4750095" y="1735803"/>
              <a:ext cx="826546" cy="1600199"/>
            </a:xfrm>
            <a:custGeom>
              <a:avLst/>
              <a:pathLst>
                <a:path w="826546" h="1600199">
                  <a:moveTo>
                    <a:pt x="457200" y="1600199"/>
                  </a:moveTo>
                  <a:lnTo>
                    <a:pt x="467736" y="1588987"/>
                  </a:lnTo>
                  <a:lnTo>
                    <a:pt x="474793" y="1577354"/>
                  </a:lnTo>
                  <a:lnTo>
                    <a:pt x="478762" y="1561518"/>
                  </a:lnTo>
                  <a:lnTo>
                    <a:pt x="480278" y="1555438"/>
                  </a:lnTo>
                  <a:lnTo>
                    <a:pt x="482464" y="1548771"/>
                  </a:lnTo>
                  <a:lnTo>
                    <a:pt x="489330" y="1533878"/>
                  </a:lnTo>
                  <a:lnTo>
                    <a:pt x="490027" y="1532363"/>
                  </a:lnTo>
                  <a:lnTo>
                    <a:pt x="493672" y="1513995"/>
                  </a:lnTo>
                  <a:lnTo>
                    <a:pt x="493842" y="1510836"/>
                  </a:lnTo>
                  <a:lnTo>
                    <a:pt x="494663" y="1495435"/>
                  </a:lnTo>
                  <a:lnTo>
                    <a:pt x="493781" y="1482316"/>
                  </a:lnTo>
                  <a:lnTo>
                    <a:pt x="493014" y="1467539"/>
                  </a:lnTo>
                  <a:lnTo>
                    <a:pt x="492897" y="1466958"/>
                  </a:lnTo>
                  <a:lnTo>
                    <a:pt x="490017" y="1452776"/>
                  </a:lnTo>
                  <a:lnTo>
                    <a:pt x="489976" y="1452615"/>
                  </a:lnTo>
                  <a:lnTo>
                    <a:pt x="486781" y="1440083"/>
                  </a:lnTo>
                  <a:lnTo>
                    <a:pt x="482301" y="1428817"/>
                  </a:lnTo>
                  <a:lnTo>
                    <a:pt x="479865" y="1424811"/>
                  </a:lnTo>
                  <a:lnTo>
                    <a:pt x="474524" y="1416015"/>
                  </a:lnTo>
                  <a:lnTo>
                    <a:pt x="470678" y="1410375"/>
                  </a:lnTo>
                  <a:lnTo>
                    <a:pt x="463459" y="1399768"/>
                  </a:lnTo>
                  <a:lnTo>
                    <a:pt x="457925" y="1388870"/>
                  </a:lnTo>
                  <a:lnTo>
                    <a:pt x="455797" y="1384132"/>
                  </a:lnTo>
                  <a:lnTo>
                    <a:pt x="453527" y="1379077"/>
                  </a:lnTo>
                  <a:lnTo>
                    <a:pt x="447498" y="1370213"/>
                  </a:lnTo>
                  <a:lnTo>
                    <a:pt x="445466" y="1364090"/>
                  </a:lnTo>
                  <a:lnTo>
                    <a:pt x="447063" y="1356991"/>
                  </a:lnTo>
                  <a:lnTo>
                    <a:pt x="451332" y="1347050"/>
                  </a:lnTo>
                  <a:lnTo>
                    <a:pt x="451204" y="1341019"/>
                  </a:lnTo>
                  <a:lnTo>
                    <a:pt x="451147" y="1338336"/>
                  </a:lnTo>
                  <a:lnTo>
                    <a:pt x="448093" y="1329069"/>
                  </a:lnTo>
                  <a:lnTo>
                    <a:pt x="445674" y="1322790"/>
                  </a:lnTo>
                  <a:lnTo>
                    <a:pt x="441243" y="1317096"/>
                  </a:lnTo>
                  <a:lnTo>
                    <a:pt x="439366" y="1312834"/>
                  </a:lnTo>
                  <a:lnTo>
                    <a:pt x="445546" y="1303994"/>
                  </a:lnTo>
                  <a:lnTo>
                    <a:pt x="448017" y="1296124"/>
                  </a:lnTo>
                  <a:lnTo>
                    <a:pt x="450138" y="1289345"/>
                  </a:lnTo>
                  <a:lnTo>
                    <a:pt x="454979" y="1273855"/>
                  </a:lnTo>
                  <a:lnTo>
                    <a:pt x="455283" y="1266760"/>
                  </a:lnTo>
                  <a:lnTo>
                    <a:pt x="453833" y="1256631"/>
                  </a:lnTo>
                  <a:lnTo>
                    <a:pt x="454130" y="1252114"/>
                  </a:lnTo>
                  <a:lnTo>
                    <a:pt x="454535" y="1245914"/>
                  </a:lnTo>
                  <a:lnTo>
                    <a:pt x="449942" y="1236412"/>
                  </a:lnTo>
                  <a:lnTo>
                    <a:pt x="449350" y="1230065"/>
                  </a:lnTo>
                  <a:lnTo>
                    <a:pt x="456385" y="1225161"/>
                  </a:lnTo>
                  <a:lnTo>
                    <a:pt x="462263" y="1222455"/>
                  </a:lnTo>
                  <a:lnTo>
                    <a:pt x="462407" y="1217766"/>
                  </a:lnTo>
                  <a:lnTo>
                    <a:pt x="462574" y="1212269"/>
                  </a:lnTo>
                  <a:lnTo>
                    <a:pt x="461283" y="1201164"/>
                  </a:lnTo>
                  <a:lnTo>
                    <a:pt x="468180" y="1200573"/>
                  </a:lnTo>
                  <a:lnTo>
                    <a:pt x="471031" y="1192136"/>
                  </a:lnTo>
                  <a:lnTo>
                    <a:pt x="478361" y="1194720"/>
                  </a:lnTo>
                  <a:lnTo>
                    <a:pt x="483869" y="1188699"/>
                  </a:lnTo>
                  <a:lnTo>
                    <a:pt x="485201" y="1179173"/>
                  </a:lnTo>
                  <a:lnTo>
                    <a:pt x="489917" y="1173072"/>
                  </a:lnTo>
                  <a:lnTo>
                    <a:pt x="492321" y="1162725"/>
                  </a:lnTo>
                  <a:lnTo>
                    <a:pt x="498484" y="1156558"/>
                  </a:lnTo>
                  <a:lnTo>
                    <a:pt x="500910" y="1160364"/>
                  </a:lnTo>
                  <a:lnTo>
                    <a:pt x="500888" y="1177310"/>
                  </a:lnTo>
                  <a:lnTo>
                    <a:pt x="502200" y="1179177"/>
                  </a:lnTo>
                  <a:lnTo>
                    <a:pt x="506397" y="1185139"/>
                  </a:lnTo>
                  <a:lnTo>
                    <a:pt x="509880" y="1182342"/>
                  </a:lnTo>
                  <a:lnTo>
                    <a:pt x="513080" y="1178511"/>
                  </a:lnTo>
                  <a:lnTo>
                    <a:pt x="516785" y="1174068"/>
                  </a:lnTo>
                  <a:lnTo>
                    <a:pt x="516743" y="1167064"/>
                  </a:lnTo>
                  <a:lnTo>
                    <a:pt x="513788" y="1157549"/>
                  </a:lnTo>
                  <a:lnTo>
                    <a:pt x="513415" y="1154222"/>
                  </a:lnTo>
                  <a:lnTo>
                    <a:pt x="512531" y="1146368"/>
                  </a:lnTo>
                  <a:lnTo>
                    <a:pt x="518076" y="1139563"/>
                  </a:lnTo>
                  <a:lnTo>
                    <a:pt x="525467" y="1132576"/>
                  </a:lnTo>
                  <a:lnTo>
                    <a:pt x="534014" y="1130667"/>
                  </a:lnTo>
                  <a:lnTo>
                    <a:pt x="537515" y="1129882"/>
                  </a:lnTo>
                  <a:lnTo>
                    <a:pt x="545415" y="1126881"/>
                  </a:lnTo>
                  <a:lnTo>
                    <a:pt x="548574" y="1121988"/>
                  </a:lnTo>
                  <a:lnTo>
                    <a:pt x="542318" y="1120684"/>
                  </a:lnTo>
                  <a:lnTo>
                    <a:pt x="537031" y="1120753"/>
                  </a:lnTo>
                  <a:lnTo>
                    <a:pt x="529255" y="1111431"/>
                  </a:lnTo>
                  <a:lnTo>
                    <a:pt x="527275" y="1105784"/>
                  </a:lnTo>
                  <a:lnTo>
                    <a:pt x="530612" y="1096208"/>
                  </a:lnTo>
                  <a:lnTo>
                    <a:pt x="537223" y="1089011"/>
                  </a:lnTo>
                  <a:lnTo>
                    <a:pt x="531812" y="1080637"/>
                  </a:lnTo>
                  <a:lnTo>
                    <a:pt x="544517" y="1079273"/>
                  </a:lnTo>
                  <a:lnTo>
                    <a:pt x="551629" y="1073178"/>
                  </a:lnTo>
                  <a:lnTo>
                    <a:pt x="555270" y="1073596"/>
                  </a:lnTo>
                  <a:lnTo>
                    <a:pt x="556468" y="1073733"/>
                  </a:lnTo>
                  <a:lnTo>
                    <a:pt x="572379" y="1080695"/>
                  </a:lnTo>
                  <a:lnTo>
                    <a:pt x="581255" y="1084830"/>
                  </a:lnTo>
                  <a:lnTo>
                    <a:pt x="584921" y="1081944"/>
                  </a:lnTo>
                  <a:lnTo>
                    <a:pt x="592175" y="1081154"/>
                  </a:lnTo>
                  <a:lnTo>
                    <a:pt x="603163" y="1083826"/>
                  </a:lnTo>
                  <a:lnTo>
                    <a:pt x="604539" y="1084159"/>
                  </a:lnTo>
                  <a:lnTo>
                    <a:pt x="612020" y="1090918"/>
                  </a:lnTo>
                  <a:lnTo>
                    <a:pt x="616072" y="1097659"/>
                  </a:lnTo>
                  <a:lnTo>
                    <a:pt x="624513" y="1096739"/>
                  </a:lnTo>
                  <a:lnTo>
                    <a:pt x="632198" y="1095866"/>
                  </a:lnTo>
                  <a:lnTo>
                    <a:pt x="639223" y="1100869"/>
                  </a:lnTo>
                  <a:lnTo>
                    <a:pt x="652460" y="1103132"/>
                  </a:lnTo>
                  <a:lnTo>
                    <a:pt x="661896" y="1106752"/>
                  </a:lnTo>
                  <a:lnTo>
                    <a:pt x="671207" y="1104392"/>
                  </a:lnTo>
                  <a:lnTo>
                    <a:pt x="682109" y="1112532"/>
                  </a:lnTo>
                  <a:lnTo>
                    <a:pt x="681534" y="1118656"/>
                  </a:lnTo>
                  <a:lnTo>
                    <a:pt x="683809" y="1120738"/>
                  </a:lnTo>
                  <a:lnTo>
                    <a:pt x="691429" y="1127701"/>
                  </a:lnTo>
                  <a:lnTo>
                    <a:pt x="698594" y="1140634"/>
                  </a:lnTo>
                  <a:lnTo>
                    <a:pt x="691862" y="1140177"/>
                  </a:lnTo>
                  <a:lnTo>
                    <a:pt x="686087" y="1137712"/>
                  </a:lnTo>
                  <a:lnTo>
                    <a:pt x="682918" y="1140840"/>
                  </a:lnTo>
                  <a:lnTo>
                    <a:pt x="684744" y="1146972"/>
                  </a:lnTo>
                  <a:lnTo>
                    <a:pt x="685981" y="1154264"/>
                  </a:lnTo>
                  <a:lnTo>
                    <a:pt x="694740" y="1159406"/>
                  </a:lnTo>
                  <a:lnTo>
                    <a:pt x="697652" y="1159507"/>
                  </a:lnTo>
                  <a:lnTo>
                    <a:pt x="698574" y="1162118"/>
                  </a:lnTo>
                  <a:lnTo>
                    <a:pt x="702777" y="1174011"/>
                  </a:lnTo>
                  <a:lnTo>
                    <a:pt x="706268" y="1182101"/>
                  </a:lnTo>
                  <a:lnTo>
                    <a:pt x="705074" y="1192645"/>
                  </a:lnTo>
                  <a:lnTo>
                    <a:pt x="707323" y="1204559"/>
                  </a:lnTo>
                  <a:lnTo>
                    <a:pt x="707916" y="1207705"/>
                  </a:lnTo>
                  <a:lnTo>
                    <a:pt x="710113" y="1226789"/>
                  </a:lnTo>
                  <a:lnTo>
                    <a:pt x="705283" y="1231767"/>
                  </a:lnTo>
                  <a:lnTo>
                    <a:pt x="702654" y="1236969"/>
                  </a:lnTo>
                  <a:lnTo>
                    <a:pt x="695632" y="1238914"/>
                  </a:lnTo>
                  <a:lnTo>
                    <a:pt x="694616" y="1251627"/>
                  </a:lnTo>
                  <a:lnTo>
                    <a:pt x="694536" y="1252616"/>
                  </a:lnTo>
                  <a:lnTo>
                    <a:pt x="695575" y="1265044"/>
                  </a:lnTo>
                  <a:lnTo>
                    <a:pt x="687759" y="1269251"/>
                  </a:lnTo>
                  <a:lnTo>
                    <a:pt x="687749" y="1275320"/>
                  </a:lnTo>
                  <a:lnTo>
                    <a:pt x="679583" y="1277432"/>
                  </a:lnTo>
                  <a:lnTo>
                    <a:pt x="673069" y="1281884"/>
                  </a:lnTo>
                  <a:lnTo>
                    <a:pt x="671553" y="1288852"/>
                  </a:lnTo>
                  <a:lnTo>
                    <a:pt x="671110" y="1290878"/>
                  </a:lnTo>
                  <a:lnTo>
                    <a:pt x="672281" y="1305433"/>
                  </a:lnTo>
                  <a:lnTo>
                    <a:pt x="671685" y="1310893"/>
                  </a:lnTo>
                  <a:lnTo>
                    <a:pt x="676550" y="1317878"/>
                  </a:lnTo>
                  <a:lnTo>
                    <a:pt x="684552" y="1316110"/>
                  </a:lnTo>
                  <a:lnTo>
                    <a:pt x="693400" y="1320734"/>
                  </a:lnTo>
                  <a:lnTo>
                    <a:pt x="696703" y="1322829"/>
                  </a:lnTo>
                  <a:lnTo>
                    <a:pt x="698383" y="1323894"/>
                  </a:lnTo>
                  <a:lnTo>
                    <a:pt x="709842" y="1303287"/>
                  </a:lnTo>
                  <a:lnTo>
                    <a:pt x="710106" y="1301775"/>
                  </a:lnTo>
                  <a:lnTo>
                    <a:pt x="711222" y="1295362"/>
                  </a:lnTo>
                  <a:lnTo>
                    <a:pt x="713040" y="1283294"/>
                  </a:lnTo>
                  <a:lnTo>
                    <a:pt x="714398" y="1278606"/>
                  </a:lnTo>
                  <a:lnTo>
                    <a:pt x="724821" y="1274098"/>
                  </a:lnTo>
                  <a:lnTo>
                    <a:pt x="725736" y="1269375"/>
                  </a:lnTo>
                  <a:lnTo>
                    <a:pt x="736261" y="1264646"/>
                  </a:lnTo>
                  <a:lnTo>
                    <a:pt x="743366" y="1260252"/>
                  </a:lnTo>
                  <a:lnTo>
                    <a:pt x="744522" y="1256242"/>
                  </a:lnTo>
                  <a:lnTo>
                    <a:pt x="752214" y="1251499"/>
                  </a:lnTo>
                  <a:lnTo>
                    <a:pt x="765190" y="1254596"/>
                  </a:lnTo>
                  <a:lnTo>
                    <a:pt x="774386" y="1262190"/>
                  </a:lnTo>
                  <a:lnTo>
                    <a:pt x="784070" y="1275039"/>
                  </a:lnTo>
                  <a:lnTo>
                    <a:pt x="788326" y="1285805"/>
                  </a:lnTo>
                  <a:lnTo>
                    <a:pt x="790116" y="1291722"/>
                  </a:lnTo>
                  <a:lnTo>
                    <a:pt x="794071" y="1304795"/>
                  </a:lnTo>
                  <a:lnTo>
                    <a:pt x="802942" y="1323199"/>
                  </a:lnTo>
                  <a:lnTo>
                    <a:pt x="809565" y="1346947"/>
                  </a:lnTo>
                  <a:lnTo>
                    <a:pt x="812540" y="1353525"/>
                  </a:lnTo>
                  <a:lnTo>
                    <a:pt x="816033" y="1361244"/>
                  </a:lnTo>
                  <a:lnTo>
                    <a:pt x="824749" y="1371725"/>
                  </a:lnTo>
                  <a:lnTo>
                    <a:pt x="825031" y="1378514"/>
                  </a:lnTo>
                  <a:lnTo>
                    <a:pt x="823064" y="1387205"/>
                  </a:lnTo>
                  <a:lnTo>
                    <a:pt x="826546" y="1402498"/>
                  </a:lnTo>
                  <a:lnTo>
                    <a:pt x="826014" y="1418553"/>
                  </a:lnTo>
                  <a:lnTo>
                    <a:pt x="821580" y="1430168"/>
                  </a:lnTo>
                  <a:lnTo>
                    <a:pt x="813935" y="1435899"/>
                  </a:lnTo>
                  <a:lnTo>
                    <a:pt x="808973" y="1424335"/>
                  </a:lnTo>
                  <a:lnTo>
                    <a:pt x="813868" y="1418144"/>
                  </a:lnTo>
                  <a:lnTo>
                    <a:pt x="807445" y="1417714"/>
                  </a:lnTo>
                  <a:lnTo>
                    <a:pt x="800340" y="1425120"/>
                  </a:lnTo>
                  <a:lnTo>
                    <a:pt x="804207" y="1428055"/>
                  </a:lnTo>
                  <a:lnTo>
                    <a:pt x="806013" y="1432219"/>
                  </a:lnTo>
                  <a:lnTo>
                    <a:pt x="797378" y="1436948"/>
                  </a:lnTo>
                  <a:lnTo>
                    <a:pt x="798701" y="1448294"/>
                  </a:lnTo>
                  <a:lnTo>
                    <a:pt x="796408" y="1461404"/>
                  </a:lnTo>
                  <a:lnTo>
                    <a:pt x="791123" y="1465036"/>
                  </a:lnTo>
                  <a:lnTo>
                    <a:pt x="782527" y="1472256"/>
                  </a:lnTo>
                  <a:lnTo>
                    <a:pt x="782156" y="1483731"/>
                  </a:lnTo>
                  <a:lnTo>
                    <a:pt x="782046" y="1487083"/>
                  </a:lnTo>
                  <a:lnTo>
                    <a:pt x="784231" y="1497672"/>
                  </a:lnTo>
                  <a:lnTo>
                    <a:pt x="780446" y="1503047"/>
                  </a:lnTo>
                  <a:lnTo>
                    <a:pt x="780071" y="1505566"/>
                  </a:lnTo>
                  <a:lnTo>
                    <a:pt x="779196" y="1511432"/>
                  </a:lnTo>
                  <a:lnTo>
                    <a:pt x="775676" y="1518482"/>
                  </a:lnTo>
                  <a:lnTo>
                    <a:pt x="770931" y="1521265"/>
                  </a:lnTo>
                  <a:lnTo>
                    <a:pt x="770630" y="1527065"/>
                  </a:lnTo>
                  <a:lnTo>
                    <a:pt x="766357" y="1531391"/>
                  </a:lnTo>
                  <a:lnTo>
                    <a:pt x="763331" y="1537665"/>
                  </a:lnTo>
                  <a:lnTo>
                    <a:pt x="766568" y="1545652"/>
                  </a:lnTo>
                  <a:lnTo>
                    <a:pt x="764073" y="1547197"/>
                  </a:lnTo>
                  <a:lnTo>
                    <a:pt x="736304" y="1554017"/>
                  </a:lnTo>
                  <a:lnTo>
                    <a:pt x="725768" y="1556563"/>
                  </a:lnTo>
                  <a:lnTo>
                    <a:pt x="702921" y="1562026"/>
                  </a:lnTo>
                  <a:lnTo>
                    <a:pt x="682564" y="1566767"/>
                  </a:lnTo>
                  <a:lnTo>
                    <a:pt x="679038" y="1567582"/>
                  </a:lnTo>
                  <a:lnTo>
                    <a:pt x="675566" y="1568383"/>
                  </a:lnTo>
                  <a:lnTo>
                    <a:pt x="642350" y="1575837"/>
                  </a:lnTo>
                  <a:lnTo>
                    <a:pt x="640942" y="1567963"/>
                  </a:lnTo>
                  <a:lnTo>
                    <a:pt x="639195" y="1568294"/>
                  </a:lnTo>
                  <a:lnTo>
                    <a:pt x="605453" y="1574604"/>
                  </a:lnTo>
                  <a:lnTo>
                    <a:pt x="602177" y="1575208"/>
                  </a:lnTo>
                  <a:lnTo>
                    <a:pt x="596786" y="1576203"/>
                  </a:lnTo>
                  <a:lnTo>
                    <a:pt x="563374" y="1582276"/>
                  </a:lnTo>
                  <a:lnTo>
                    <a:pt x="551402" y="1584414"/>
                  </a:lnTo>
                  <a:lnTo>
                    <a:pt x="526700" y="1588636"/>
                  </a:lnTo>
                  <a:lnTo>
                    <a:pt x="511796" y="1591143"/>
                  </a:lnTo>
                  <a:lnTo>
                    <a:pt x="486679" y="1595432"/>
                  </a:lnTo>
                  <a:lnTo>
                    <a:pt x="484632" y="1595771"/>
                  </a:lnTo>
                  <a:lnTo>
                    <a:pt x="474068" y="1597509"/>
                  </a:lnTo>
                  <a:lnTo>
                    <a:pt x="468625" y="1598381"/>
                  </a:lnTo>
                  <a:close/>
                </a:path>
              </a:pathLst>
            </a:custGeom>
            <a:solidFill>
              <a:srgbClr val="F0BB8D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h96"/>
            <p:cNvSpPr/>
            <p:nvPr/>
          </p:nvSpPr>
          <p:spPr>
            <a:xfrm>
              <a:off x="4429564" y="1009296"/>
              <a:ext cx="517781" cy="1609851"/>
            </a:xfrm>
            <a:custGeom>
              <a:avLst/>
              <a:pathLst>
                <a:path w="517781" h="1609851">
                  <a:moveTo>
                    <a:pt x="457200" y="1600200"/>
                  </a:moveTo>
                  <a:lnTo>
                    <a:pt x="460210" y="1596401"/>
                  </a:lnTo>
                  <a:lnTo>
                    <a:pt x="472446" y="1587490"/>
                  </a:lnTo>
                  <a:lnTo>
                    <a:pt x="478333" y="1583268"/>
                  </a:lnTo>
                  <a:lnTo>
                    <a:pt x="481941" y="1580854"/>
                  </a:lnTo>
                  <a:lnTo>
                    <a:pt x="487918" y="1577215"/>
                  </a:lnTo>
                  <a:lnTo>
                    <a:pt x="494324" y="1570657"/>
                  </a:lnTo>
                  <a:lnTo>
                    <a:pt x="501377" y="1563811"/>
                  </a:lnTo>
                  <a:lnTo>
                    <a:pt x="507841" y="1559533"/>
                  </a:lnTo>
                  <a:lnTo>
                    <a:pt x="517152" y="1553676"/>
                  </a:lnTo>
                  <a:lnTo>
                    <a:pt x="517781" y="1559108"/>
                  </a:lnTo>
                  <a:lnTo>
                    <a:pt x="508890" y="1568540"/>
                  </a:lnTo>
                  <a:lnTo>
                    <a:pt x="507650" y="1576440"/>
                  </a:lnTo>
                  <a:lnTo>
                    <a:pt x="497031" y="1583704"/>
                  </a:lnTo>
                  <a:lnTo>
                    <a:pt x="486520" y="1588943"/>
                  </a:lnTo>
                  <a:lnTo>
                    <a:pt x="483873" y="1597444"/>
                  </a:lnTo>
                  <a:lnTo>
                    <a:pt x="472676" y="1604652"/>
                  </a:lnTo>
                  <a:lnTo>
                    <a:pt x="463885" y="1609851"/>
                  </a:lnTo>
                  <a:lnTo>
                    <a:pt x="459799" y="1607112"/>
                  </a:lnTo>
                  <a:lnTo>
                    <a:pt x="454955" y="1604521"/>
                  </a:lnTo>
                  <a:close/>
                </a:path>
              </a:pathLst>
            </a:custGeom>
            <a:solidFill>
              <a:srgbClr val="F0BB8D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h97"/>
            <p:cNvSpPr/>
            <p:nvPr/>
          </p:nvSpPr>
          <p:spPr>
            <a:xfrm>
              <a:off x="4351125" y="1187763"/>
              <a:ext cx="1054568" cy="1748366"/>
            </a:xfrm>
            <a:custGeom>
              <a:avLst/>
              <a:pathLst>
                <a:path w="1054568" h="1748366">
                  <a:moveTo>
                    <a:pt x="457200" y="1600200"/>
                  </a:moveTo>
                  <a:lnTo>
                    <a:pt x="464234" y="1594129"/>
                  </a:lnTo>
                  <a:lnTo>
                    <a:pt x="471593" y="1591134"/>
                  </a:lnTo>
                  <a:lnTo>
                    <a:pt x="487160" y="1583718"/>
                  </a:lnTo>
                  <a:lnTo>
                    <a:pt x="496745" y="1573474"/>
                  </a:lnTo>
                  <a:lnTo>
                    <a:pt x="499225" y="1570004"/>
                  </a:lnTo>
                  <a:lnTo>
                    <a:pt x="503024" y="1564678"/>
                  </a:lnTo>
                  <a:lnTo>
                    <a:pt x="512003" y="1560217"/>
                  </a:lnTo>
                  <a:lnTo>
                    <a:pt x="518651" y="1559993"/>
                  </a:lnTo>
                  <a:lnTo>
                    <a:pt x="524641" y="1558394"/>
                  </a:lnTo>
                  <a:lnTo>
                    <a:pt x="530430" y="1556408"/>
                  </a:lnTo>
                  <a:lnTo>
                    <a:pt x="537448" y="1555182"/>
                  </a:lnTo>
                  <a:lnTo>
                    <a:pt x="552023" y="1544561"/>
                  </a:lnTo>
                  <a:lnTo>
                    <a:pt x="557959" y="1534717"/>
                  </a:lnTo>
                  <a:lnTo>
                    <a:pt x="567203" y="1531402"/>
                  </a:lnTo>
                  <a:lnTo>
                    <a:pt x="572899" y="1529689"/>
                  </a:lnTo>
                  <a:lnTo>
                    <a:pt x="574643" y="1526290"/>
                  </a:lnTo>
                  <a:lnTo>
                    <a:pt x="575237" y="1525131"/>
                  </a:lnTo>
                  <a:lnTo>
                    <a:pt x="577175" y="1517514"/>
                  </a:lnTo>
                  <a:lnTo>
                    <a:pt x="582667" y="1511609"/>
                  </a:lnTo>
                  <a:lnTo>
                    <a:pt x="591155" y="1502428"/>
                  </a:lnTo>
                  <a:lnTo>
                    <a:pt x="600048" y="1496433"/>
                  </a:lnTo>
                  <a:lnTo>
                    <a:pt x="605251" y="1490177"/>
                  </a:lnTo>
                  <a:lnTo>
                    <a:pt x="606129" y="1489119"/>
                  </a:lnTo>
                  <a:lnTo>
                    <a:pt x="611542" y="1478552"/>
                  </a:lnTo>
                  <a:lnTo>
                    <a:pt x="621682" y="1470615"/>
                  </a:lnTo>
                  <a:lnTo>
                    <a:pt x="626781" y="1466541"/>
                  </a:lnTo>
                  <a:lnTo>
                    <a:pt x="637391" y="1462407"/>
                  </a:lnTo>
                  <a:lnTo>
                    <a:pt x="650126" y="1459247"/>
                  </a:lnTo>
                  <a:lnTo>
                    <a:pt x="660836" y="1458291"/>
                  </a:lnTo>
                  <a:lnTo>
                    <a:pt x="671204" y="1458906"/>
                  </a:lnTo>
                  <a:lnTo>
                    <a:pt x="679155" y="1461646"/>
                  </a:lnTo>
                  <a:lnTo>
                    <a:pt x="678755" y="1466185"/>
                  </a:lnTo>
                  <a:lnTo>
                    <a:pt x="662472" y="1468270"/>
                  </a:lnTo>
                  <a:lnTo>
                    <a:pt x="650792" y="1470320"/>
                  </a:lnTo>
                  <a:lnTo>
                    <a:pt x="651677" y="1477013"/>
                  </a:lnTo>
                  <a:lnTo>
                    <a:pt x="646165" y="1481582"/>
                  </a:lnTo>
                  <a:lnTo>
                    <a:pt x="640328" y="1488122"/>
                  </a:lnTo>
                  <a:lnTo>
                    <a:pt x="633197" y="1495752"/>
                  </a:lnTo>
                  <a:lnTo>
                    <a:pt x="632855" y="1497003"/>
                  </a:lnTo>
                  <a:lnTo>
                    <a:pt x="630684" y="1504917"/>
                  </a:lnTo>
                  <a:lnTo>
                    <a:pt x="623411" y="1513413"/>
                  </a:lnTo>
                  <a:lnTo>
                    <a:pt x="620993" y="1523333"/>
                  </a:lnTo>
                  <a:lnTo>
                    <a:pt x="617631" y="1531697"/>
                  </a:lnTo>
                  <a:lnTo>
                    <a:pt x="616626" y="1534192"/>
                  </a:lnTo>
                  <a:lnTo>
                    <a:pt x="616053" y="1543434"/>
                  </a:lnTo>
                  <a:lnTo>
                    <a:pt x="624487" y="1539472"/>
                  </a:lnTo>
                  <a:lnTo>
                    <a:pt x="634181" y="1530826"/>
                  </a:lnTo>
                  <a:lnTo>
                    <a:pt x="641926" y="1525007"/>
                  </a:lnTo>
                  <a:lnTo>
                    <a:pt x="649393" y="1529948"/>
                  </a:lnTo>
                  <a:lnTo>
                    <a:pt x="651144" y="1529825"/>
                  </a:lnTo>
                  <a:lnTo>
                    <a:pt x="663360" y="1528953"/>
                  </a:lnTo>
                  <a:lnTo>
                    <a:pt x="674318" y="1531429"/>
                  </a:lnTo>
                  <a:lnTo>
                    <a:pt x="682508" y="1534574"/>
                  </a:lnTo>
                  <a:lnTo>
                    <a:pt x="691343" y="1540614"/>
                  </a:lnTo>
                  <a:lnTo>
                    <a:pt x="694412" y="1548015"/>
                  </a:lnTo>
                  <a:lnTo>
                    <a:pt x="701727" y="1556073"/>
                  </a:lnTo>
                  <a:lnTo>
                    <a:pt x="713253" y="1562760"/>
                  </a:lnTo>
                  <a:lnTo>
                    <a:pt x="715940" y="1571515"/>
                  </a:lnTo>
                  <a:lnTo>
                    <a:pt x="732275" y="1570128"/>
                  </a:lnTo>
                  <a:lnTo>
                    <a:pt x="737044" y="1568269"/>
                  </a:lnTo>
                  <a:lnTo>
                    <a:pt x="748359" y="1563842"/>
                  </a:lnTo>
                  <a:lnTo>
                    <a:pt x="755750" y="1570263"/>
                  </a:lnTo>
                  <a:lnTo>
                    <a:pt x="763898" y="1570995"/>
                  </a:lnTo>
                  <a:lnTo>
                    <a:pt x="768408" y="1566522"/>
                  </a:lnTo>
                  <a:lnTo>
                    <a:pt x="771418" y="1556421"/>
                  </a:lnTo>
                  <a:lnTo>
                    <a:pt x="777596" y="1558077"/>
                  </a:lnTo>
                  <a:lnTo>
                    <a:pt x="784417" y="1562775"/>
                  </a:lnTo>
                  <a:lnTo>
                    <a:pt x="791276" y="1553450"/>
                  </a:lnTo>
                  <a:lnTo>
                    <a:pt x="811892" y="1536973"/>
                  </a:lnTo>
                  <a:lnTo>
                    <a:pt x="815645" y="1533920"/>
                  </a:lnTo>
                  <a:lnTo>
                    <a:pt x="827614" y="1531719"/>
                  </a:lnTo>
                  <a:lnTo>
                    <a:pt x="838239" y="1528196"/>
                  </a:lnTo>
                  <a:lnTo>
                    <a:pt x="840156" y="1527558"/>
                  </a:lnTo>
                  <a:lnTo>
                    <a:pt x="870339" y="1523157"/>
                  </a:lnTo>
                  <a:lnTo>
                    <a:pt x="887463" y="1510729"/>
                  </a:lnTo>
                  <a:lnTo>
                    <a:pt x="888992" y="1510148"/>
                  </a:lnTo>
                  <a:lnTo>
                    <a:pt x="894211" y="1508163"/>
                  </a:lnTo>
                  <a:lnTo>
                    <a:pt x="911351" y="1503750"/>
                  </a:lnTo>
                  <a:lnTo>
                    <a:pt x="908340" y="1516736"/>
                  </a:lnTo>
                  <a:lnTo>
                    <a:pt x="911253" y="1531600"/>
                  </a:lnTo>
                  <a:lnTo>
                    <a:pt x="917909" y="1540176"/>
                  </a:lnTo>
                  <a:lnTo>
                    <a:pt x="928306" y="1540228"/>
                  </a:lnTo>
                  <a:lnTo>
                    <a:pt x="941990" y="1534098"/>
                  </a:lnTo>
                  <a:lnTo>
                    <a:pt x="948625" y="1536743"/>
                  </a:lnTo>
                  <a:lnTo>
                    <a:pt x="958601" y="1536880"/>
                  </a:lnTo>
                  <a:lnTo>
                    <a:pt x="960607" y="1533145"/>
                  </a:lnTo>
                  <a:lnTo>
                    <a:pt x="963243" y="1528234"/>
                  </a:lnTo>
                  <a:lnTo>
                    <a:pt x="974073" y="1527139"/>
                  </a:lnTo>
                  <a:lnTo>
                    <a:pt x="981203" y="1519715"/>
                  </a:lnTo>
                  <a:lnTo>
                    <a:pt x="988078" y="1521173"/>
                  </a:lnTo>
                  <a:lnTo>
                    <a:pt x="988659" y="1527103"/>
                  </a:lnTo>
                  <a:lnTo>
                    <a:pt x="989918" y="1539321"/>
                  </a:lnTo>
                  <a:lnTo>
                    <a:pt x="996220" y="1552789"/>
                  </a:lnTo>
                  <a:lnTo>
                    <a:pt x="995731" y="1554833"/>
                  </a:lnTo>
                  <a:lnTo>
                    <a:pt x="996812" y="1563165"/>
                  </a:lnTo>
                  <a:lnTo>
                    <a:pt x="1005286" y="1566864"/>
                  </a:lnTo>
                  <a:lnTo>
                    <a:pt x="1010942" y="1572100"/>
                  </a:lnTo>
                  <a:lnTo>
                    <a:pt x="1019636" y="1575362"/>
                  </a:lnTo>
                  <a:lnTo>
                    <a:pt x="1023559" y="1566086"/>
                  </a:lnTo>
                  <a:lnTo>
                    <a:pt x="1031812" y="1565344"/>
                  </a:lnTo>
                  <a:lnTo>
                    <a:pt x="1042263" y="1564574"/>
                  </a:lnTo>
                  <a:lnTo>
                    <a:pt x="1054568" y="1573989"/>
                  </a:lnTo>
                  <a:lnTo>
                    <a:pt x="1052701" y="1584273"/>
                  </a:lnTo>
                  <a:lnTo>
                    <a:pt x="1047996" y="1585601"/>
                  </a:lnTo>
                  <a:lnTo>
                    <a:pt x="1040965" y="1583292"/>
                  </a:lnTo>
                  <a:lnTo>
                    <a:pt x="1029089" y="1586745"/>
                  </a:lnTo>
                  <a:lnTo>
                    <a:pt x="1019141" y="1585207"/>
                  </a:lnTo>
                  <a:lnTo>
                    <a:pt x="1004755" y="1587458"/>
                  </a:lnTo>
                  <a:lnTo>
                    <a:pt x="1001917" y="1588401"/>
                  </a:lnTo>
                  <a:lnTo>
                    <a:pt x="990375" y="1592219"/>
                  </a:lnTo>
                  <a:lnTo>
                    <a:pt x="980712" y="1597205"/>
                  </a:lnTo>
                  <a:lnTo>
                    <a:pt x="970832" y="1593323"/>
                  </a:lnTo>
                  <a:lnTo>
                    <a:pt x="964205" y="1598443"/>
                  </a:lnTo>
                  <a:lnTo>
                    <a:pt x="958608" y="1599113"/>
                  </a:lnTo>
                  <a:lnTo>
                    <a:pt x="951105" y="1606157"/>
                  </a:lnTo>
                  <a:lnTo>
                    <a:pt x="954820" y="1612859"/>
                  </a:lnTo>
                  <a:lnTo>
                    <a:pt x="947274" y="1613038"/>
                  </a:lnTo>
                  <a:lnTo>
                    <a:pt x="935039" y="1606232"/>
                  </a:lnTo>
                  <a:lnTo>
                    <a:pt x="926006" y="1598362"/>
                  </a:lnTo>
                  <a:lnTo>
                    <a:pt x="912443" y="1595255"/>
                  </a:lnTo>
                  <a:lnTo>
                    <a:pt x="902445" y="1595212"/>
                  </a:lnTo>
                  <a:lnTo>
                    <a:pt x="892365" y="1595015"/>
                  </a:lnTo>
                  <a:lnTo>
                    <a:pt x="878955" y="1597788"/>
                  </a:lnTo>
                  <a:lnTo>
                    <a:pt x="871988" y="1611213"/>
                  </a:lnTo>
                  <a:lnTo>
                    <a:pt x="868394" y="1614846"/>
                  </a:lnTo>
                  <a:lnTo>
                    <a:pt x="858365" y="1614121"/>
                  </a:lnTo>
                  <a:lnTo>
                    <a:pt x="854385" y="1618952"/>
                  </a:lnTo>
                  <a:lnTo>
                    <a:pt x="850937" y="1623129"/>
                  </a:lnTo>
                  <a:lnTo>
                    <a:pt x="836521" y="1619862"/>
                  </a:lnTo>
                  <a:lnTo>
                    <a:pt x="819554" y="1625760"/>
                  </a:lnTo>
                  <a:lnTo>
                    <a:pt x="815797" y="1640061"/>
                  </a:lnTo>
                  <a:lnTo>
                    <a:pt x="809639" y="1650413"/>
                  </a:lnTo>
                  <a:lnTo>
                    <a:pt x="808136" y="1651990"/>
                  </a:lnTo>
                  <a:lnTo>
                    <a:pt x="802064" y="1658347"/>
                  </a:lnTo>
                  <a:lnTo>
                    <a:pt x="797430" y="1670197"/>
                  </a:lnTo>
                  <a:lnTo>
                    <a:pt x="797345" y="1680140"/>
                  </a:lnTo>
                  <a:lnTo>
                    <a:pt x="789481" y="1672748"/>
                  </a:lnTo>
                  <a:lnTo>
                    <a:pt x="788451" y="1662811"/>
                  </a:lnTo>
                  <a:lnTo>
                    <a:pt x="792528" y="1656855"/>
                  </a:lnTo>
                  <a:lnTo>
                    <a:pt x="780178" y="1648961"/>
                  </a:lnTo>
                  <a:lnTo>
                    <a:pt x="776414" y="1660842"/>
                  </a:lnTo>
                  <a:lnTo>
                    <a:pt x="766700" y="1668700"/>
                  </a:lnTo>
                  <a:lnTo>
                    <a:pt x="756712" y="1664516"/>
                  </a:lnTo>
                  <a:lnTo>
                    <a:pt x="749149" y="1672935"/>
                  </a:lnTo>
                  <a:lnTo>
                    <a:pt x="744402" y="1687794"/>
                  </a:lnTo>
                  <a:lnTo>
                    <a:pt x="742330" y="1694248"/>
                  </a:lnTo>
                  <a:lnTo>
                    <a:pt x="738831" y="1706651"/>
                  </a:lnTo>
                  <a:lnTo>
                    <a:pt x="731596" y="1724750"/>
                  </a:lnTo>
                  <a:lnTo>
                    <a:pt x="725943" y="1735948"/>
                  </a:lnTo>
                  <a:lnTo>
                    <a:pt x="724217" y="1748366"/>
                  </a:lnTo>
                  <a:lnTo>
                    <a:pt x="718995" y="1747774"/>
                  </a:lnTo>
                  <a:lnTo>
                    <a:pt x="714112" y="1742959"/>
                  </a:lnTo>
                  <a:lnTo>
                    <a:pt x="709198" y="1737847"/>
                  </a:lnTo>
                  <a:lnTo>
                    <a:pt x="710907" y="1731511"/>
                  </a:lnTo>
                  <a:lnTo>
                    <a:pt x="713358" y="1722164"/>
                  </a:lnTo>
                  <a:lnTo>
                    <a:pt x="713231" y="1715576"/>
                  </a:lnTo>
                  <a:lnTo>
                    <a:pt x="708695" y="1714375"/>
                  </a:lnTo>
                  <a:lnTo>
                    <a:pt x="705438" y="1718505"/>
                  </a:lnTo>
                  <a:lnTo>
                    <a:pt x="701201" y="1719333"/>
                  </a:lnTo>
                  <a:lnTo>
                    <a:pt x="695787" y="1720232"/>
                  </a:lnTo>
                  <a:lnTo>
                    <a:pt x="695611" y="1715206"/>
                  </a:lnTo>
                  <a:lnTo>
                    <a:pt x="695465" y="1708791"/>
                  </a:lnTo>
                  <a:lnTo>
                    <a:pt x="698501" y="1704677"/>
                  </a:lnTo>
                  <a:lnTo>
                    <a:pt x="697668" y="1698308"/>
                  </a:lnTo>
                  <a:lnTo>
                    <a:pt x="698173" y="1691898"/>
                  </a:lnTo>
                  <a:lnTo>
                    <a:pt x="698351" y="1687547"/>
                  </a:lnTo>
                  <a:lnTo>
                    <a:pt x="693497" y="1682741"/>
                  </a:lnTo>
                  <a:lnTo>
                    <a:pt x="696845" y="1679617"/>
                  </a:lnTo>
                  <a:lnTo>
                    <a:pt x="694227" y="1676283"/>
                  </a:lnTo>
                  <a:lnTo>
                    <a:pt x="691473" y="1674283"/>
                  </a:lnTo>
                  <a:lnTo>
                    <a:pt x="686873" y="1670938"/>
                  </a:lnTo>
                  <a:lnTo>
                    <a:pt x="679251" y="1670935"/>
                  </a:lnTo>
                  <a:lnTo>
                    <a:pt x="676196" y="1667437"/>
                  </a:lnTo>
                  <a:lnTo>
                    <a:pt x="671937" y="1669700"/>
                  </a:lnTo>
                  <a:lnTo>
                    <a:pt x="671166" y="1669509"/>
                  </a:lnTo>
                  <a:lnTo>
                    <a:pt x="666764" y="1668420"/>
                  </a:lnTo>
                  <a:lnTo>
                    <a:pt x="663820" y="1665980"/>
                  </a:lnTo>
                  <a:lnTo>
                    <a:pt x="668046" y="1658559"/>
                  </a:lnTo>
                  <a:lnTo>
                    <a:pt x="663655" y="1653342"/>
                  </a:lnTo>
                  <a:lnTo>
                    <a:pt x="663515" y="1653287"/>
                  </a:lnTo>
                  <a:lnTo>
                    <a:pt x="657855" y="1651067"/>
                  </a:lnTo>
                  <a:lnTo>
                    <a:pt x="651743" y="1649971"/>
                  </a:lnTo>
                  <a:lnTo>
                    <a:pt x="646421" y="1651209"/>
                  </a:lnTo>
                  <a:lnTo>
                    <a:pt x="639814" y="1648109"/>
                  </a:lnTo>
                  <a:lnTo>
                    <a:pt x="637500" y="1649952"/>
                  </a:lnTo>
                  <a:lnTo>
                    <a:pt x="626810" y="1646319"/>
                  </a:lnTo>
                  <a:lnTo>
                    <a:pt x="621186" y="1647841"/>
                  </a:lnTo>
                  <a:lnTo>
                    <a:pt x="619982" y="1651097"/>
                  </a:lnTo>
                  <a:lnTo>
                    <a:pt x="616195" y="1651805"/>
                  </a:lnTo>
                  <a:lnTo>
                    <a:pt x="613946" y="1649073"/>
                  </a:lnTo>
                  <a:lnTo>
                    <a:pt x="613581" y="1649008"/>
                  </a:lnTo>
                  <a:lnTo>
                    <a:pt x="608518" y="1648108"/>
                  </a:lnTo>
                  <a:lnTo>
                    <a:pt x="602484" y="1649674"/>
                  </a:lnTo>
                  <a:lnTo>
                    <a:pt x="591315" y="1644880"/>
                  </a:lnTo>
                  <a:lnTo>
                    <a:pt x="585917" y="1642554"/>
                  </a:lnTo>
                  <a:lnTo>
                    <a:pt x="576653" y="1638550"/>
                  </a:lnTo>
                  <a:lnTo>
                    <a:pt x="528386" y="1631749"/>
                  </a:lnTo>
                  <a:lnTo>
                    <a:pt x="502773" y="1627980"/>
                  </a:lnTo>
                  <a:lnTo>
                    <a:pt x="485932" y="1625448"/>
                  </a:lnTo>
                  <a:lnTo>
                    <a:pt x="481440" y="1615512"/>
                  </a:lnTo>
                  <a:lnTo>
                    <a:pt x="475421" y="1606285"/>
                  </a:lnTo>
                  <a:lnTo>
                    <a:pt x="469130" y="1604683"/>
                  </a:lnTo>
                  <a:lnTo>
                    <a:pt x="464696" y="1600903"/>
                  </a:lnTo>
                  <a:lnTo>
                    <a:pt x="460304" y="1603893"/>
                  </a:lnTo>
                  <a:close/>
                </a:path>
              </a:pathLst>
            </a:custGeom>
            <a:solidFill>
              <a:srgbClr val="F0BB8D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h98"/>
            <p:cNvSpPr/>
            <p:nvPr/>
          </p:nvSpPr>
          <p:spPr>
            <a:xfrm>
              <a:off x="3760835" y="930089"/>
              <a:ext cx="1102076" cy="2280592"/>
            </a:xfrm>
            <a:custGeom>
              <a:avLst/>
              <a:pathLst>
                <a:path w="1102076" h="2280592">
                  <a:moveTo>
                    <a:pt x="457200" y="1600200"/>
                  </a:moveTo>
                  <a:lnTo>
                    <a:pt x="481498" y="1599395"/>
                  </a:lnTo>
                  <a:lnTo>
                    <a:pt x="524322" y="1597602"/>
                  </a:lnTo>
                  <a:lnTo>
                    <a:pt x="559350" y="1595924"/>
                  </a:lnTo>
                  <a:lnTo>
                    <a:pt x="611016" y="1593258"/>
                  </a:lnTo>
                  <a:lnTo>
                    <a:pt x="612731" y="1593155"/>
                  </a:lnTo>
                  <a:lnTo>
                    <a:pt x="626255" y="1592326"/>
                  </a:lnTo>
                  <a:lnTo>
                    <a:pt x="624820" y="1569274"/>
                  </a:lnTo>
                  <a:lnTo>
                    <a:pt x="623844" y="1553848"/>
                  </a:lnTo>
                  <a:lnTo>
                    <a:pt x="623256" y="1544540"/>
                  </a:lnTo>
                  <a:lnTo>
                    <a:pt x="631170" y="1547934"/>
                  </a:lnTo>
                  <a:lnTo>
                    <a:pt x="636658" y="1545632"/>
                  </a:lnTo>
                  <a:lnTo>
                    <a:pt x="639632" y="1545471"/>
                  </a:lnTo>
                  <a:lnTo>
                    <a:pt x="645876" y="1549488"/>
                  </a:lnTo>
                  <a:lnTo>
                    <a:pt x="651008" y="1550675"/>
                  </a:lnTo>
                  <a:lnTo>
                    <a:pt x="653440" y="1563802"/>
                  </a:lnTo>
                  <a:lnTo>
                    <a:pt x="656058" y="1574749"/>
                  </a:lnTo>
                  <a:lnTo>
                    <a:pt x="658220" y="1577748"/>
                  </a:lnTo>
                  <a:lnTo>
                    <a:pt x="661623" y="1589937"/>
                  </a:lnTo>
                  <a:lnTo>
                    <a:pt x="665535" y="1604131"/>
                  </a:lnTo>
                  <a:lnTo>
                    <a:pt x="665697" y="1609577"/>
                  </a:lnTo>
                  <a:lnTo>
                    <a:pt x="665426" y="1615918"/>
                  </a:lnTo>
                  <a:lnTo>
                    <a:pt x="672026" y="1621948"/>
                  </a:lnTo>
                  <a:lnTo>
                    <a:pt x="681358" y="1625921"/>
                  </a:lnTo>
                  <a:lnTo>
                    <a:pt x="686518" y="1626492"/>
                  </a:lnTo>
                  <a:lnTo>
                    <a:pt x="687812" y="1625728"/>
                  </a:lnTo>
                  <a:lnTo>
                    <a:pt x="691072" y="1623800"/>
                  </a:lnTo>
                  <a:lnTo>
                    <a:pt x="699888" y="1624005"/>
                  </a:lnTo>
                  <a:lnTo>
                    <a:pt x="702593" y="1626519"/>
                  </a:lnTo>
                  <a:lnTo>
                    <a:pt x="702924" y="1629884"/>
                  </a:lnTo>
                  <a:lnTo>
                    <a:pt x="716054" y="1630498"/>
                  </a:lnTo>
                  <a:lnTo>
                    <a:pt x="729620" y="1631028"/>
                  </a:lnTo>
                  <a:lnTo>
                    <a:pt x="736432" y="1630732"/>
                  </a:lnTo>
                  <a:lnTo>
                    <a:pt x="740191" y="1637808"/>
                  </a:lnTo>
                  <a:lnTo>
                    <a:pt x="739813" y="1643297"/>
                  </a:lnTo>
                  <a:lnTo>
                    <a:pt x="751449" y="1643655"/>
                  </a:lnTo>
                  <a:lnTo>
                    <a:pt x="760547" y="1641354"/>
                  </a:lnTo>
                  <a:lnTo>
                    <a:pt x="768124" y="1638645"/>
                  </a:lnTo>
                  <a:lnTo>
                    <a:pt x="767903" y="1632909"/>
                  </a:lnTo>
                  <a:lnTo>
                    <a:pt x="775388" y="1630631"/>
                  </a:lnTo>
                  <a:lnTo>
                    <a:pt x="777093" y="1627802"/>
                  </a:lnTo>
                  <a:lnTo>
                    <a:pt x="788384" y="1624869"/>
                  </a:lnTo>
                  <a:lnTo>
                    <a:pt x="793890" y="1626586"/>
                  </a:lnTo>
                  <a:lnTo>
                    <a:pt x="798275" y="1625970"/>
                  </a:lnTo>
                  <a:lnTo>
                    <a:pt x="809154" y="1624430"/>
                  </a:lnTo>
                  <a:lnTo>
                    <a:pt x="814492" y="1628521"/>
                  </a:lnTo>
                  <a:lnTo>
                    <a:pt x="828773" y="1634173"/>
                  </a:lnTo>
                  <a:lnTo>
                    <a:pt x="836355" y="1633027"/>
                  </a:lnTo>
                  <a:lnTo>
                    <a:pt x="837076" y="1637284"/>
                  </a:lnTo>
                  <a:lnTo>
                    <a:pt x="835433" y="1642598"/>
                  </a:lnTo>
                  <a:lnTo>
                    <a:pt x="842423" y="1645206"/>
                  </a:lnTo>
                  <a:lnTo>
                    <a:pt x="847314" y="1643812"/>
                  </a:lnTo>
                  <a:lnTo>
                    <a:pt x="852530" y="1647580"/>
                  </a:lnTo>
                  <a:lnTo>
                    <a:pt x="852163" y="1655405"/>
                  </a:lnTo>
                  <a:lnTo>
                    <a:pt x="857255" y="1661963"/>
                  </a:lnTo>
                  <a:lnTo>
                    <a:pt x="862045" y="1670899"/>
                  </a:lnTo>
                  <a:lnTo>
                    <a:pt x="866285" y="1667959"/>
                  </a:lnTo>
                  <a:lnTo>
                    <a:pt x="867387" y="1663156"/>
                  </a:lnTo>
                  <a:lnTo>
                    <a:pt x="866843" y="1657481"/>
                  </a:lnTo>
                  <a:lnTo>
                    <a:pt x="869183" y="1653383"/>
                  </a:lnTo>
                  <a:lnTo>
                    <a:pt x="877300" y="1651545"/>
                  </a:lnTo>
                  <a:lnTo>
                    <a:pt x="886129" y="1651176"/>
                  </a:lnTo>
                  <a:lnTo>
                    <a:pt x="891136" y="1655405"/>
                  </a:lnTo>
                  <a:lnTo>
                    <a:pt x="893669" y="1664345"/>
                  </a:lnTo>
                  <a:lnTo>
                    <a:pt x="900980" y="1664866"/>
                  </a:lnTo>
                  <a:lnTo>
                    <a:pt x="909307" y="1668002"/>
                  </a:lnTo>
                  <a:lnTo>
                    <a:pt x="910705" y="1668527"/>
                  </a:lnTo>
                  <a:lnTo>
                    <a:pt x="916175" y="1668122"/>
                  </a:lnTo>
                  <a:lnTo>
                    <a:pt x="919089" y="1677798"/>
                  </a:lnTo>
                  <a:lnTo>
                    <a:pt x="930207" y="1678010"/>
                  </a:lnTo>
                  <a:lnTo>
                    <a:pt x="932330" y="1684665"/>
                  </a:lnTo>
                  <a:lnTo>
                    <a:pt x="938500" y="1682316"/>
                  </a:lnTo>
                  <a:lnTo>
                    <a:pt x="949092" y="1680812"/>
                  </a:lnTo>
                  <a:lnTo>
                    <a:pt x="956020" y="1678243"/>
                  </a:lnTo>
                  <a:lnTo>
                    <a:pt x="962972" y="1670415"/>
                  </a:lnTo>
                  <a:lnTo>
                    <a:pt x="972194" y="1663248"/>
                  </a:lnTo>
                  <a:lnTo>
                    <a:pt x="972417" y="1663088"/>
                  </a:lnTo>
                  <a:lnTo>
                    <a:pt x="982082" y="1656127"/>
                  </a:lnTo>
                  <a:lnTo>
                    <a:pt x="987181" y="1654760"/>
                  </a:lnTo>
                  <a:lnTo>
                    <a:pt x="991382" y="1662509"/>
                  </a:lnTo>
                  <a:lnTo>
                    <a:pt x="994521" y="1669110"/>
                  </a:lnTo>
                  <a:lnTo>
                    <a:pt x="1000856" y="1671656"/>
                  </a:lnTo>
                  <a:lnTo>
                    <a:pt x="1011780" y="1667032"/>
                  </a:lnTo>
                  <a:lnTo>
                    <a:pt x="1019853" y="1668141"/>
                  </a:lnTo>
                  <a:lnTo>
                    <a:pt x="1032538" y="1666891"/>
                  </a:lnTo>
                  <a:lnTo>
                    <a:pt x="1047294" y="1664026"/>
                  </a:lnTo>
                  <a:lnTo>
                    <a:pt x="1056443" y="1665961"/>
                  </a:lnTo>
                  <a:lnTo>
                    <a:pt x="1062137" y="1673678"/>
                  </a:lnTo>
                  <a:lnTo>
                    <a:pt x="1071294" y="1676336"/>
                  </a:lnTo>
                  <a:lnTo>
                    <a:pt x="1080534" y="1670952"/>
                  </a:lnTo>
                  <a:lnTo>
                    <a:pt x="1090950" y="1671081"/>
                  </a:lnTo>
                  <a:lnTo>
                    <a:pt x="1102076" y="1669237"/>
                  </a:lnTo>
                  <a:lnTo>
                    <a:pt x="1097324" y="1674848"/>
                  </a:lnTo>
                  <a:lnTo>
                    <a:pt x="1089018" y="1678903"/>
                  </a:lnTo>
                  <a:lnTo>
                    <a:pt x="1083219" y="1683803"/>
                  </a:lnTo>
                  <a:lnTo>
                    <a:pt x="1079037" y="1687710"/>
                  </a:lnTo>
                  <a:lnTo>
                    <a:pt x="1068770" y="1692699"/>
                  </a:lnTo>
                  <a:lnTo>
                    <a:pt x="1065091" y="1697123"/>
                  </a:lnTo>
                  <a:lnTo>
                    <a:pt x="1057321" y="1700535"/>
                  </a:lnTo>
                  <a:lnTo>
                    <a:pt x="1048276" y="1705795"/>
                  </a:lnTo>
                  <a:lnTo>
                    <a:pt x="1037411" y="1710183"/>
                  </a:lnTo>
                  <a:lnTo>
                    <a:pt x="1029583" y="1713466"/>
                  </a:lnTo>
                  <a:lnTo>
                    <a:pt x="1020477" y="1718580"/>
                  </a:lnTo>
                  <a:lnTo>
                    <a:pt x="1011990" y="1725459"/>
                  </a:lnTo>
                  <a:lnTo>
                    <a:pt x="1005144" y="1730249"/>
                  </a:lnTo>
                  <a:lnTo>
                    <a:pt x="995124" y="1739857"/>
                  </a:lnTo>
                  <a:lnTo>
                    <a:pt x="983544" y="1752688"/>
                  </a:lnTo>
                  <a:lnTo>
                    <a:pt x="974388" y="1764168"/>
                  </a:lnTo>
                  <a:lnTo>
                    <a:pt x="966145" y="1777869"/>
                  </a:lnTo>
                  <a:lnTo>
                    <a:pt x="956973" y="1790381"/>
                  </a:lnTo>
                  <a:lnTo>
                    <a:pt x="951755" y="1796966"/>
                  </a:lnTo>
                  <a:lnTo>
                    <a:pt x="942598" y="1804101"/>
                  </a:lnTo>
                  <a:lnTo>
                    <a:pt x="937487" y="1812573"/>
                  </a:lnTo>
                  <a:lnTo>
                    <a:pt x="930267" y="1818783"/>
                  </a:lnTo>
                  <a:lnTo>
                    <a:pt x="925963" y="1824271"/>
                  </a:lnTo>
                  <a:lnTo>
                    <a:pt x="925024" y="1825467"/>
                  </a:lnTo>
                  <a:lnTo>
                    <a:pt x="917163" y="1831582"/>
                  </a:lnTo>
                  <a:lnTo>
                    <a:pt x="908860" y="1839608"/>
                  </a:lnTo>
                  <a:lnTo>
                    <a:pt x="905116" y="1843693"/>
                  </a:lnTo>
                  <a:lnTo>
                    <a:pt x="910293" y="1855376"/>
                  </a:lnTo>
                  <a:lnTo>
                    <a:pt x="907234" y="1855174"/>
                  </a:lnTo>
                  <a:lnTo>
                    <a:pt x="902750" y="1852627"/>
                  </a:lnTo>
                  <a:lnTo>
                    <a:pt x="899138" y="1853339"/>
                  </a:lnTo>
                  <a:lnTo>
                    <a:pt x="896217" y="1858169"/>
                  </a:lnTo>
                  <a:lnTo>
                    <a:pt x="894691" y="1862131"/>
                  </a:lnTo>
                  <a:lnTo>
                    <a:pt x="887358" y="1863028"/>
                  </a:lnTo>
                  <a:lnTo>
                    <a:pt x="889363" y="1883788"/>
                  </a:lnTo>
                  <a:lnTo>
                    <a:pt x="890274" y="1893494"/>
                  </a:lnTo>
                  <a:lnTo>
                    <a:pt x="892281" y="1914945"/>
                  </a:lnTo>
                  <a:lnTo>
                    <a:pt x="893303" y="1925685"/>
                  </a:lnTo>
                  <a:lnTo>
                    <a:pt x="894279" y="1935957"/>
                  </a:lnTo>
                  <a:lnTo>
                    <a:pt x="890755" y="1939073"/>
                  </a:lnTo>
                  <a:lnTo>
                    <a:pt x="890028" y="1943699"/>
                  </a:lnTo>
                  <a:lnTo>
                    <a:pt x="886471" y="1943555"/>
                  </a:lnTo>
                  <a:lnTo>
                    <a:pt x="881786" y="1946157"/>
                  </a:lnTo>
                  <a:lnTo>
                    <a:pt x="880143" y="1949973"/>
                  </a:lnTo>
                  <a:lnTo>
                    <a:pt x="873912" y="1950908"/>
                  </a:lnTo>
                  <a:lnTo>
                    <a:pt x="871190" y="1954142"/>
                  </a:lnTo>
                  <a:lnTo>
                    <a:pt x="864943" y="1957440"/>
                  </a:lnTo>
                  <a:lnTo>
                    <a:pt x="859812" y="1962983"/>
                  </a:lnTo>
                  <a:lnTo>
                    <a:pt x="857057" y="1969285"/>
                  </a:lnTo>
                  <a:lnTo>
                    <a:pt x="856096" y="1975032"/>
                  </a:lnTo>
                  <a:lnTo>
                    <a:pt x="852419" y="1982026"/>
                  </a:lnTo>
                  <a:lnTo>
                    <a:pt x="851229" y="1983038"/>
                  </a:lnTo>
                  <a:lnTo>
                    <a:pt x="848887" y="1985026"/>
                  </a:lnTo>
                  <a:lnTo>
                    <a:pt x="848199" y="1993952"/>
                  </a:lnTo>
                  <a:lnTo>
                    <a:pt x="848150" y="1994599"/>
                  </a:lnTo>
                  <a:lnTo>
                    <a:pt x="849458" y="2002674"/>
                  </a:lnTo>
                  <a:lnTo>
                    <a:pt x="856468" y="2003369"/>
                  </a:lnTo>
                  <a:lnTo>
                    <a:pt x="860389" y="2003686"/>
                  </a:lnTo>
                  <a:lnTo>
                    <a:pt x="863247" y="2007406"/>
                  </a:lnTo>
                  <a:lnTo>
                    <a:pt x="867420" y="2013695"/>
                  </a:lnTo>
                  <a:lnTo>
                    <a:pt x="871279" y="2017633"/>
                  </a:lnTo>
                  <a:lnTo>
                    <a:pt x="870737" y="2022913"/>
                  </a:lnTo>
                  <a:lnTo>
                    <a:pt x="867893" y="2030627"/>
                  </a:lnTo>
                  <a:lnTo>
                    <a:pt x="864059" y="2036008"/>
                  </a:lnTo>
                  <a:lnTo>
                    <a:pt x="863000" y="2037493"/>
                  </a:lnTo>
                  <a:lnTo>
                    <a:pt x="863466" y="2046807"/>
                  </a:lnTo>
                  <a:lnTo>
                    <a:pt x="863558" y="2048661"/>
                  </a:lnTo>
                  <a:lnTo>
                    <a:pt x="866771" y="2058578"/>
                  </a:lnTo>
                  <a:lnTo>
                    <a:pt x="862897" y="2063652"/>
                  </a:lnTo>
                  <a:lnTo>
                    <a:pt x="861856" y="2065013"/>
                  </a:lnTo>
                  <a:lnTo>
                    <a:pt x="865914" y="2070012"/>
                  </a:lnTo>
                  <a:lnTo>
                    <a:pt x="867783" y="2079948"/>
                  </a:lnTo>
                  <a:lnTo>
                    <a:pt x="867241" y="2089994"/>
                  </a:lnTo>
                  <a:lnTo>
                    <a:pt x="867193" y="2090891"/>
                  </a:lnTo>
                  <a:lnTo>
                    <a:pt x="864921" y="2101835"/>
                  </a:lnTo>
                  <a:lnTo>
                    <a:pt x="866159" y="2102896"/>
                  </a:lnTo>
                  <a:lnTo>
                    <a:pt x="871980" y="2107877"/>
                  </a:lnTo>
                  <a:lnTo>
                    <a:pt x="875351" y="2110756"/>
                  </a:lnTo>
                  <a:lnTo>
                    <a:pt x="883110" y="2119615"/>
                  </a:lnTo>
                  <a:lnTo>
                    <a:pt x="889559" y="2123416"/>
                  </a:lnTo>
                  <a:lnTo>
                    <a:pt x="902990" y="2124590"/>
                  </a:lnTo>
                  <a:lnTo>
                    <a:pt x="906307" y="2124197"/>
                  </a:lnTo>
                  <a:lnTo>
                    <a:pt x="910463" y="2126260"/>
                  </a:lnTo>
                  <a:lnTo>
                    <a:pt x="910730" y="2126392"/>
                  </a:lnTo>
                  <a:lnTo>
                    <a:pt x="913379" y="2132707"/>
                  </a:lnTo>
                  <a:lnTo>
                    <a:pt x="917770" y="2136188"/>
                  </a:lnTo>
                  <a:lnTo>
                    <a:pt x="919012" y="2137171"/>
                  </a:lnTo>
                  <a:lnTo>
                    <a:pt x="930096" y="2140032"/>
                  </a:lnTo>
                  <a:lnTo>
                    <a:pt x="932552" y="2140959"/>
                  </a:lnTo>
                  <a:lnTo>
                    <a:pt x="943742" y="2145168"/>
                  </a:lnTo>
                  <a:lnTo>
                    <a:pt x="948469" y="2150201"/>
                  </a:lnTo>
                  <a:lnTo>
                    <a:pt x="951615" y="2160763"/>
                  </a:lnTo>
                  <a:lnTo>
                    <a:pt x="955413" y="2164618"/>
                  </a:lnTo>
                  <a:lnTo>
                    <a:pt x="959116" y="2168370"/>
                  </a:lnTo>
                  <a:lnTo>
                    <a:pt x="968258" y="2171864"/>
                  </a:lnTo>
                  <a:lnTo>
                    <a:pt x="975388" y="2179230"/>
                  </a:lnTo>
                  <a:lnTo>
                    <a:pt x="982479" y="2183149"/>
                  </a:lnTo>
                  <a:lnTo>
                    <a:pt x="983762" y="2183352"/>
                  </a:lnTo>
                  <a:lnTo>
                    <a:pt x="994588" y="2185055"/>
                  </a:lnTo>
                  <a:lnTo>
                    <a:pt x="996318" y="2187025"/>
                  </a:lnTo>
                  <a:lnTo>
                    <a:pt x="1003066" y="2194699"/>
                  </a:lnTo>
                  <a:lnTo>
                    <a:pt x="1009819" y="2202047"/>
                  </a:lnTo>
                  <a:lnTo>
                    <a:pt x="1010191" y="2202717"/>
                  </a:lnTo>
                  <a:lnTo>
                    <a:pt x="1015057" y="2211456"/>
                  </a:lnTo>
                  <a:lnTo>
                    <a:pt x="1014519" y="2217445"/>
                  </a:lnTo>
                  <a:lnTo>
                    <a:pt x="1013846" y="2224907"/>
                  </a:lnTo>
                  <a:lnTo>
                    <a:pt x="1016532" y="2232910"/>
                  </a:lnTo>
                  <a:lnTo>
                    <a:pt x="1018798" y="2237111"/>
                  </a:lnTo>
                  <a:lnTo>
                    <a:pt x="1020997" y="2244920"/>
                  </a:lnTo>
                  <a:lnTo>
                    <a:pt x="996527" y="2247512"/>
                  </a:lnTo>
                  <a:lnTo>
                    <a:pt x="985801" y="2248630"/>
                  </a:lnTo>
                  <a:lnTo>
                    <a:pt x="975109" y="2249728"/>
                  </a:lnTo>
                  <a:lnTo>
                    <a:pt x="966633" y="2250588"/>
                  </a:lnTo>
                  <a:lnTo>
                    <a:pt x="943789" y="2252851"/>
                  </a:lnTo>
                  <a:lnTo>
                    <a:pt x="934911" y="2253711"/>
                  </a:lnTo>
                  <a:lnTo>
                    <a:pt x="910702" y="2256041"/>
                  </a:lnTo>
                  <a:lnTo>
                    <a:pt x="901359" y="2256918"/>
                  </a:lnTo>
                  <a:lnTo>
                    <a:pt x="872923" y="2259564"/>
                  </a:lnTo>
                  <a:lnTo>
                    <a:pt x="859098" y="2260764"/>
                  </a:lnTo>
                  <a:lnTo>
                    <a:pt x="856869" y="2260955"/>
                  </a:lnTo>
                  <a:lnTo>
                    <a:pt x="840744" y="2262315"/>
                  </a:lnTo>
                  <a:lnTo>
                    <a:pt x="816640" y="2264288"/>
                  </a:lnTo>
                  <a:lnTo>
                    <a:pt x="809513" y="2264856"/>
                  </a:lnTo>
                  <a:lnTo>
                    <a:pt x="803064" y="2265361"/>
                  </a:lnTo>
                  <a:lnTo>
                    <a:pt x="774120" y="2267556"/>
                  </a:lnTo>
                  <a:lnTo>
                    <a:pt x="749207" y="2269289"/>
                  </a:lnTo>
                  <a:lnTo>
                    <a:pt x="736386" y="2270148"/>
                  </a:lnTo>
                  <a:lnTo>
                    <a:pt x="731690" y="2270469"/>
                  </a:lnTo>
                  <a:lnTo>
                    <a:pt x="694675" y="2272894"/>
                  </a:lnTo>
                  <a:lnTo>
                    <a:pt x="692906" y="2273005"/>
                  </a:lnTo>
                  <a:lnTo>
                    <a:pt x="689274" y="2273228"/>
                  </a:lnTo>
                  <a:lnTo>
                    <a:pt x="662261" y="2274830"/>
                  </a:lnTo>
                  <a:lnTo>
                    <a:pt x="646715" y="2275778"/>
                  </a:lnTo>
                  <a:lnTo>
                    <a:pt x="640720" y="2276134"/>
                  </a:lnTo>
                  <a:lnTo>
                    <a:pt x="637808" y="2276306"/>
                  </a:lnTo>
                  <a:lnTo>
                    <a:pt x="606528" y="2278008"/>
                  </a:lnTo>
                  <a:lnTo>
                    <a:pt x="604141" y="2278126"/>
                  </a:lnTo>
                  <a:lnTo>
                    <a:pt x="586839" y="2278960"/>
                  </a:lnTo>
                  <a:lnTo>
                    <a:pt x="573756" y="2279564"/>
                  </a:lnTo>
                  <a:lnTo>
                    <a:pt x="550818" y="2280592"/>
                  </a:lnTo>
                  <a:lnTo>
                    <a:pt x="550536" y="2274146"/>
                  </a:lnTo>
                  <a:lnTo>
                    <a:pt x="548984" y="2237238"/>
                  </a:lnTo>
                  <a:lnTo>
                    <a:pt x="547161" y="2194110"/>
                  </a:lnTo>
                  <a:lnTo>
                    <a:pt x="546301" y="2173825"/>
                  </a:lnTo>
                  <a:lnTo>
                    <a:pt x="545214" y="2151044"/>
                  </a:lnTo>
                  <a:lnTo>
                    <a:pt x="544694" y="2140155"/>
                  </a:lnTo>
                  <a:lnTo>
                    <a:pt x="543660" y="2118525"/>
                  </a:lnTo>
                  <a:lnTo>
                    <a:pt x="542639" y="2097195"/>
                  </a:lnTo>
                  <a:lnTo>
                    <a:pt x="540902" y="2060997"/>
                  </a:lnTo>
                  <a:lnTo>
                    <a:pt x="540671" y="2056191"/>
                  </a:lnTo>
                  <a:lnTo>
                    <a:pt x="539494" y="2053855"/>
                  </a:lnTo>
                  <a:lnTo>
                    <a:pt x="538299" y="2051484"/>
                  </a:lnTo>
                  <a:lnTo>
                    <a:pt x="534720" y="2047984"/>
                  </a:lnTo>
                  <a:lnTo>
                    <a:pt x="531146" y="2046838"/>
                  </a:lnTo>
                  <a:lnTo>
                    <a:pt x="526185" y="2044310"/>
                  </a:lnTo>
                  <a:lnTo>
                    <a:pt x="521144" y="2044255"/>
                  </a:lnTo>
                  <a:lnTo>
                    <a:pt x="517929" y="2041063"/>
                  </a:lnTo>
                  <a:lnTo>
                    <a:pt x="514956" y="2035985"/>
                  </a:lnTo>
                  <a:lnTo>
                    <a:pt x="511318" y="2029009"/>
                  </a:lnTo>
                  <a:lnTo>
                    <a:pt x="506344" y="2022967"/>
                  </a:lnTo>
                  <a:lnTo>
                    <a:pt x="505563" y="2022018"/>
                  </a:lnTo>
                  <a:lnTo>
                    <a:pt x="504774" y="2018888"/>
                  </a:lnTo>
                  <a:lnTo>
                    <a:pt x="506814" y="2014486"/>
                  </a:lnTo>
                  <a:lnTo>
                    <a:pt x="513611" y="2008318"/>
                  </a:lnTo>
                  <a:lnTo>
                    <a:pt x="519731" y="2004242"/>
                  </a:lnTo>
                  <a:lnTo>
                    <a:pt x="523129" y="1998027"/>
                  </a:lnTo>
                  <a:lnTo>
                    <a:pt x="526701" y="1993487"/>
                  </a:lnTo>
                  <a:lnTo>
                    <a:pt x="527723" y="1986552"/>
                  </a:lnTo>
                  <a:lnTo>
                    <a:pt x="528094" y="1978649"/>
                  </a:lnTo>
                  <a:lnTo>
                    <a:pt x="526747" y="1968592"/>
                  </a:lnTo>
                  <a:lnTo>
                    <a:pt x="526853" y="1967922"/>
                  </a:lnTo>
                  <a:lnTo>
                    <a:pt x="528089" y="1960145"/>
                  </a:lnTo>
                  <a:lnTo>
                    <a:pt x="523825" y="1943424"/>
                  </a:lnTo>
                  <a:lnTo>
                    <a:pt x="522835" y="1931062"/>
                  </a:lnTo>
                  <a:lnTo>
                    <a:pt x="518666" y="1926393"/>
                  </a:lnTo>
                  <a:lnTo>
                    <a:pt x="512977" y="1917075"/>
                  </a:lnTo>
                  <a:lnTo>
                    <a:pt x="509288" y="1900972"/>
                  </a:lnTo>
                  <a:lnTo>
                    <a:pt x="505438" y="1893212"/>
                  </a:lnTo>
                  <a:lnTo>
                    <a:pt x="505066" y="1892461"/>
                  </a:lnTo>
                  <a:lnTo>
                    <a:pt x="504998" y="1892323"/>
                  </a:lnTo>
                  <a:lnTo>
                    <a:pt x="505030" y="1885366"/>
                  </a:lnTo>
                  <a:lnTo>
                    <a:pt x="504436" y="1874846"/>
                  </a:lnTo>
                  <a:lnTo>
                    <a:pt x="505862" y="1858006"/>
                  </a:lnTo>
                  <a:lnTo>
                    <a:pt x="499479" y="1846121"/>
                  </a:lnTo>
                  <a:lnTo>
                    <a:pt x="500344" y="1837251"/>
                  </a:lnTo>
                  <a:lnTo>
                    <a:pt x="499364" y="1828661"/>
                  </a:lnTo>
                  <a:lnTo>
                    <a:pt x="498130" y="1817834"/>
                  </a:lnTo>
                  <a:lnTo>
                    <a:pt x="497581" y="1813006"/>
                  </a:lnTo>
                  <a:lnTo>
                    <a:pt x="495315" y="1792764"/>
                  </a:lnTo>
                  <a:lnTo>
                    <a:pt x="495150" y="1785469"/>
                  </a:lnTo>
                  <a:lnTo>
                    <a:pt x="494946" y="1776419"/>
                  </a:lnTo>
                  <a:lnTo>
                    <a:pt x="492194" y="1766949"/>
                  </a:lnTo>
                  <a:lnTo>
                    <a:pt x="491150" y="1764117"/>
                  </a:lnTo>
                  <a:lnTo>
                    <a:pt x="487868" y="1755197"/>
                  </a:lnTo>
                  <a:lnTo>
                    <a:pt x="481726" y="1743056"/>
                  </a:lnTo>
                  <a:lnTo>
                    <a:pt x="477890" y="1732148"/>
                  </a:lnTo>
                  <a:lnTo>
                    <a:pt x="474824" y="1720699"/>
                  </a:lnTo>
                  <a:lnTo>
                    <a:pt x="471481" y="1712728"/>
                  </a:lnTo>
                  <a:lnTo>
                    <a:pt x="467717" y="1703266"/>
                  </a:lnTo>
                  <a:lnTo>
                    <a:pt x="467770" y="1702684"/>
                  </a:lnTo>
                  <a:lnTo>
                    <a:pt x="468004" y="1700131"/>
                  </a:lnTo>
                  <a:lnTo>
                    <a:pt x="468734" y="1692133"/>
                  </a:lnTo>
                  <a:lnTo>
                    <a:pt x="467644" y="1681385"/>
                  </a:lnTo>
                  <a:lnTo>
                    <a:pt x="467146" y="1670719"/>
                  </a:lnTo>
                  <a:lnTo>
                    <a:pt x="465861" y="1658113"/>
                  </a:lnTo>
                  <a:lnTo>
                    <a:pt x="465906" y="1657062"/>
                  </a:lnTo>
                  <a:lnTo>
                    <a:pt x="465923" y="1656671"/>
                  </a:lnTo>
                  <a:lnTo>
                    <a:pt x="466136" y="1651710"/>
                  </a:lnTo>
                  <a:lnTo>
                    <a:pt x="469270" y="1641131"/>
                  </a:lnTo>
                  <a:lnTo>
                    <a:pt x="467316" y="1635525"/>
                  </a:lnTo>
                  <a:lnTo>
                    <a:pt x="464477" y="1628292"/>
                  </a:lnTo>
                  <a:lnTo>
                    <a:pt x="461200" y="1616601"/>
                  </a:lnTo>
                  <a:lnTo>
                    <a:pt x="457541" y="1607001"/>
                  </a:lnTo>
                  <a:close/>
                </a:path>
              </a:pathLst>
            </a:custGeom>
            <a:solidFill>
              <a:srgbClr val="F5CF9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h99"/>
            <p:cNvSpPr/>
            <p:nvPr/>
          </p:nvSpPr>
          <p:spPr>
            <a:xfrm>
              <a:off x="4429507" y="3089969"/>
              <a:ext cx="812390" cy="1709228"/>
            </a:xfrm>
            <a:custGeom>
              <a:avLst/>
              <a:pathLst>
                <a:path w="812390" h="1709228">
                  <a:moveTo>
                    <a:pt x="457200" y="1600200"/>
                  </a:moveTo>
                  <a:lnTo>
                    <a:pt x="463345" y="1600364"/>
                  </a:lnTo>
                  <a:lnTo>
                    <a:pt x="468912" y="1596089"/>
                  </a:lnTo>
                  <a:lnTo>
                    <a:pt x="465527" y="1590626"/>
                  </a:lnTo>
                  <a:lnTo>
                    <a:pt x="465374" y="1584197"/>
                  </a:lnTo>
                  <a:lnTo>
                    <a:pt x="467192" y="1577977"/>
                  </a:lnTo>
                  <a:lnTo>
                    <a:pt x="465841" y="1570729"/>
                  </a:lnTo>
                  <a:lnTo>
                    <a:pt x="468378" y="1566023"/>
                  </a:lnTo>
                  <a:lnTo>
                    <a:pt x="473763" y="1564009"/>
                  </a:lnTo>
                  <a:lnTo>
                    <a:pt x="471211" y="1559123"/>
                  </a:lnTo>
                  <a:lnTo>
                    <a:pt x="470193" y="1555152"/>
                  </a:lnTo>
                  <a:lnTo>
                    <a:pt x="477148" y="1551500"/>
                  </a:lnTo>
                  <a:lnTo>
                    <a:pt x="477841" y="1540444"/>
                  </a:lnTo>
                  <a:lnTo>
                    <a:pt x="484211" y="1538223"/>
                  </a:lnTo>
                  <a:lnTo>
                    <a:pt x="483985" y="1537938"/>
                  </a:lnTo>
                  <a:lnTo>
                    <a:pt x="479296" y="1532008"/>
                  </a:lnTo>
                  <a:lnTo>
                    <a:pt x="480280" y="1526505"/>
                  </a:lnTo>
                  <a:lnTo>
                    <a:pt x="486250" y="1527042"/>
                  </a:lnTo>
                  <a:lnTo>
                    <a:pt x="490723" y="1522103"/>
                  </a:lnTo>
                  <a:lnTo>
                    <a:pt x="491606" y="1521126"/>
                  </a:lnTo>
                  <a:lnTo>
                    <a:pt x="496803" y="1515224"/>
                  </a:lnTo>
                  <a:lnTo>
                    <a:pt x="496602" y="1508634"/>
                  </a:lnTo>
                  <a:lnTo>
                    <a:pt x="502772" y="1506279"/>
                  </a:lnTo>
                  <a:lnTo>
                    <a:pt x="506219" y="1501396"/>
                  </a:lnTo>
                  <a:lnTo>
                    <a:pt x="506096" y="1498078"/>
                  </a:lnTo>
                  <a:lnTo>
                    <a:pt x="510196" y="1491334"/>
                  </a:lnTo>
                  <a:lnTo>
                    <a:pt x="509617" y="1490535"/>
                  </a:lnTo>
                  <a:lnTo>
                    <a:pt x="501225" y="1478958"/>
                  </a:lnTo>
                  <a:lnTo>
                    <a:pt x="513476" y="1476863"/>
                  </a:lnTo>
                  <a:lnTo>
                    <a:pt x="517246" y="1467906"/>
                  </a:lnTo>
                  <a:lnTo>
                    <a:pt x="519371" y="1460394"/>
                  </a:lnTo>
                  <a:lnTo>
                    <a:pt x="512388" y="1459930"/>
                  </a:lnTo>
                  <a:lnTo>
                    <a:pt x="513720" y="1450705"/>
                  </a:lnTo>
                  <a:lnTo>
                    <a:pt x="504454" y="1449987"/>
                  </a:lnTo>
                  <a:lnTo>
                    <a:pt x="502816" y="1440966"/>
                  </a:lnTo>
                  <a:lnTo>
                    <a:pt x="507923" y="1439902"/>
                  </a:lnTo>
                  <a:lnTo>
                    <a:pt x="503290" y="1433297"/>
                  </a:lnTo>
                  <a:lnTo>
                    <a:pt x="502590" y="1432691"/>
                  </a:lnTo>
                  <a:lnTo>
                    <a:pt x="499823" y="1430296"/>
                  </a:lnTo>
                  <a:lnTo>
                    <a:pt x="496848" y="1420084"/>
                  </a:lnTo>
                  <a:lnTo>
                    <a:pt x="500752" y="1414663"/>
                  </a:lnTo>
                  <a:lnTo>
                    <a:pt x="494672" y="1413510"/>
                  </a:lnTo>
                  <a:lnTo>
                    <a:pt x="489673" y="1409545"/>
                  </a:lnTo>
                  <a:lnTo>
                    <a:pt x="488838" y="1405100"/>
                  </a:lnTo>
                  <a:lnTo>
                    <a:pt x="490905" y="1400344"/>
                  </a:lnTo>
                  <a:lnTo>
                    <a:pt x="497468" y="1394721"/>
                  </a:lnTo>
                  <a:lnTo>
                    <a:pt x="496752" y="1388678"/>
                  </a:lnTo>
                  <a:lnTo>
                    <a:pt x="489772" y="1384096"/>
                  </a:lnTo>
                  <a:lnTo>
                    <a:pt x="486208" y="1381534"/>
                  </a:lnTo>
                  <a:lnTo>
                    <a:pt x="486801" y="1380585"/>
                  </a:lnTo>
                  <a:lnTo>
                    <a:pt x="490390" y="1374825"/>
                  </a:lnTo>
                  <a:lnTo>
                    <a:pt x="483604" y="1370078"/>
                  </a:lnTo>
                  <a:lnTo>
                    <a:pt x="486079" y="1365251"/>
                  </a:lnTo>
                  <a:lnTo>
                    <a:pt x="491180" y="1365153"/>
                  </a:lnTo>
                  <a:lnTo>
                    <a:pt x="492688" y="1358866"/>
                  </a:lnTo>
                  <a:lnTo>
                    <a:pt x="493715" y="1352276"/>
                  </a:lnTo>
                  <a:lnTo>
                    <a:pt x="491438" y="1347448"/>
                  </a:lnTo>
                  <a:lnTo>
                    <a:pt x="487275" y="1347063"/>
                  </a:lnTo>
                  <a:lnTo>
                    <a:pt x="484759" y="1338772"/>
                  </a:lnTo>
                  <a:lnTo>
                    <a:pt x="487202" y="1333023"/>
                  </a:lnTo>
                  <a:lnTo>
                    <a:pt x="483300" y="1329194"/>
                  </a:lnTo>
                  <a:lnTo>
                    <a:pt x="480399" y="1325119"/>
                  </a:lnTo>
                  <a:lnTo>
                    <a:pt x="478231" y="1321528"/>
                  </a:lnTo>
                  <a:lnTo>
                    <a:pt x="475095" y="1317320"/>
                  </a:lnTo>
                  <a:lnTo>
                    <a:pt x="475868" y="1315223"/>
                  </a:lnTo>
                  <a:lnTo>
                    <a:pt x="477326" y="1311264"/>
                  </a:lnTo>
                  <a:lnTo>
                    <a:pt x="482926" y="1306361"/>
                  </a:lnTo>
                  <a:lnTo>
                    <a:pt x="477568" y="1301917"/>
                  </a:lnTo>
                  <a:lnTo>
                    <a:pt x="485444" y="1299918"/>
                  </a:lnTo>
                  <a:lnTo>
                    <a:pt x="487462" y="1293001"/>
                  </a:lnTo>
                  <a:lnTo>
                    <a:pt x="480080" y="1289700"/>
                  </a:lnTo>
                  <a:lnTo>
                    <a:pt x="483042" y="1285975"/>
                  </a:lnTo>
                  <a:lnTo>
                    <a:pt x="485700" y="1285466"/>
                  </a:lnTo>
                  <a:lnTo>
                    <a:pt x="491903" y="1286401"/>
                  </a:lnTo>
                  <a:lnTo>
                    <a:pt x="491575" y="1281167"/>
                  </a:lnTo>
                  <a:lnTo>
                    <a:pt x="488514" y="1279221"/>
                  </a:lnTo>
                  <a:lnTo>
                    <a:pt x="487025" y="1272738"/>
                  </a:lnTo>
                  <a:lnTo>
                    <a:pt x="490258" y="1268601"/>
                  </a:lnTo>
                  <a:lnTo>
                    <a:pt x="488855" y="1264294"/>
                  </a:lnTo>
                  <a:lnTo>
                    <a:pt x="483225" y="1262699"/>
                  </a:lnTo>
                  <a:lnTo>
                    <a:pt x="487096" y="1259334"/>
                  </a:lnTo>
                  <a:lnTo>
                    <a:pt x="491651" y="1259855"/>
                  </a:lnTo>
                  <a:lnTo>
                    <a:pt x="493953" y="1256734"/>
                  </a:lnTo>
                  <a:lnTo>
                    <a:pt x="497573" y="1254112"/>
                  </a:lnTo>
                  <a:lnTo>
                    <a:pt x="502631" y="1252471"/>
                  </a:lnTo>
                  <a:lnTo>
                    <a:pt x="503929" y="1246702"/>
                  </a:lnTo>
                  <a:lnTo>
                    <a:pt x="500930" y="1244207"/>
                  </a:lnTo>
                  <a:lnTo>
                    <a:pt x="496117" y="1242891"/>
                  </a:lnTo>
                  <a:lnTo>
                    <a:pt x="496185" y="1242006"/>
                  </a:lnTo>
                  <a:lnTo>
                    <a:pt x="496221" y="1241548"/>
                  </a:lnTo>
                  <a:lnTo>
                    <a:pt x="496498" y="1237944"/>
                  </a:lnTo>
                  <a:lnTo>
                    <a:pt x="500833" y="1235958"/>
                  </a:lnTo>
                  <a:lnTo>
                    <a:pt x="501752" y="1232942"/>
                  </a:lnTo>
                  <a:lnTo>
                    <a:pt x="500059" y="1228139"/>
                  </a:lnTo>
                  <a:lnTo>
                    <a:pt x="505511" y="1226087"/>
                  </a:lnTo>
                  <a:lnTo>
                    <a:pt x="507771" y="1220443"/>
                  </a:lnTo>
                  <a:lnTo>
                    <a:pt x="513811" y="1218559"/>
                  </a:lnTo>
                  <a:lnTo>
                    <a:pt x="511883" y="1212095"/>
                  </a:lnTo>
                  <a:lnTo>
                    <a:pt x="515310" y="1209054"/>
                  </a:lnTo>
                  <a:lnTo>
                    <a:pt x="522687" y="1211787"/>
                  </a:lnTo>
                  <a:lnTo>
                    <a:pt x="524040" y="1205639"/>
                  </a:lnTo>
                  <a:lnTo>
                    <a:pt x="530405" y="1201031"/>
                  </a:lnTo>
                  <a:lnTo>
                    <a:pt x="529009" y="1195741"/>
                  </a:lnTo>
                  <a:lnTo>
                    <a:pt x="529657" y="1187434"/>
                  </a:lnTo>
                  <a:lnTo>
                    <a:pt x="531170" y="1181873"/>
                  </a:lnTo>
                  <a:lnTo>
                    <a:pt x="526706" y="1176432"/>
                  </a:lnTo>
                  <a:lnTo>
                    <a:pt x="527769" y="1174328"/>
                  </a:lnTo>
                  <a:lnTo>
                    <a:pt x="529889" y="1170126"/>
                  </a:lnTo>
                  <a:lnTo>
                    <a:pt x="529825" y="1165315"/>
                  </a:lnTo>
                  <a:lnTo>
                    <a:pt x="533170" y="1157144"/>
                  </a:lnTo>
                  <a:lnTo>
                    <a:pt x="536116" y="1153784"/>
                  </a:lnTo>
                  <a:lnTo>
                    <a:pt x="536524" y="1147989"/>
                  </a:lnTo>
                  <a:lnTo>
                    <a:pt x="542190" y="1147302"/>
                  </a:lnTo>
                  <a:lnTo>
                    <a:pt x="542835" y="1147224"/>
                  </a:lnTo>
                  <a:lnTo>
                    <a:pt x="551324" y="1141710"/>
                  </a:lnTo>
                  <a:lnTo>
                    <a:pt x="551515" y="1141546"/>
                  </a:lnTo>
                  <a:lnTo>
                    <a:pt x="557299" y="1136575"/>
                  </a:lnTo>
                  <a:lnTo>
                    <a:pt x="557478" y="1132775"/>
                  </a:lnTo>
                  <a:lnTo>
                    <a:pt x="550156" y="1126370"/>
                  </a:lnTo>
                  <a:lnTo>
                    <a:pt x="602265" y="1120380"/>
                  </a:lnTo>
                  <a:lnTo>
                    <a:pt x="609443" y="1119519"/>
                  </a:lnTo>
                  <a:lnTo>
                    <a:pt x="611237" y="1119303"/>
                  </a:lnTo>
                  <a:lnTo>
                    <a:pt x="617572" y="1118536"/>
                  </a:lnTo>
                  <a:lnTo>
                    <a:pt x="638744" y="1115940"/>
                  </a:lnTo>
                  <a:lnTo>
                    <a:pt x="647067" y="1114859"/>
                  </a:lnTo>
                  <a:lnTo>
                    <a:pt x="662682" y="1112808"/>
                  </a:lnTo>
                  <a:lnTo>
                    <a:pt x="680047" y="1110493"/>
                  </a:lnTo>
                  <a:lnTo>
                    <a:pt x="680999" y="1110367"/>
                  </a:lnTo>
                  <a:lnTo>
                    <a:pt x="700619" y="1107746"/>
                  </a:lnTo>
                  <a:lnTo>
                    <a:pt x="704302" y="1107249"/>
                  </a:lnTo>
                  <a:lnTo>
                    <a:pt x="736297" y="1102814"/>
                  </a:lnTo>
                  <a:lnTo>
                    <a:pt x="745330" y="1101597"/>
                  </a:lnTo>
                  <a:lnTo>
                    <a:pt x="747044" y="1101365"/>
                  </a:lnTo>
                  <a:lnTo>
                    <a:pt x="757694" y="1099915"/>
                  </a:lnTo>
                  <a:lnTo>
                    <a:pt x="763553" y="1099071"/>
                  </a:lnTo>
                  <a:lnTo>
                    <a:pt x="769291" y="1107439"/>
                  </a:lnTo>
                  <a:lnTo>
                    <a:pt x="775499" y="1110342"/>
                  </a:lnTo>
                  <a:lnTo>
                    <a:pt x="776046" y="1144036"/>
                  </a:lnTo>
                  <a:lnTo>
                    <a:pt x="776149" y="1149153"/>
                  </a:lnTo>
                  <a:lnTo>
                    <a:pt x="776441" y="1163974"/>
                  </a:lnTo>
                  <a:lnTo>
                    <a:pt x="776779" y="1181709"/>
                  </a:lnTo>
                  <a:lnTo>
                    <a:pt x="777312" y="1210997"/>
                  </a:lnTo>
                  <a:lnTo>
                    <a:pt x="777374" y="1214518"/>
                  </a:lnTo>
                  <a:lnTo>
                    <a:pt x="777965" y="1253663"/>
                  </a:lnTo>
                  <a:lnTo>
                    <a:pt x="778047" y="1259424"/>
                  </a:lnTo>
                  <a:lnTo>
                    <a:pt x="778491" y="1279979"/>
                  </a:lnTo>
                  <a:lnTo>
                    <a:pt x="779125" y="1310621"/>
                  </a:lnTo>
                  <a:lnTo>
                    <a:pt x="779383" y="1323616"/>
                  </a:lnTo>
                  <a:lnTo>
                    <a:pt x="779901" y="1347658"/>
                  </a:lnTo>
                  <a:lnTo>
                    <a:pt x="780064" y="1355415"/>
                  </a:lnTo>
                  <a:lnTo>
                    <a:pt x="780615" y="1382489"/>
                  </a:lnTo>
                  <a:lnTo>
                    <a:pt x="780941" y="1399152"/>
                  </a:lnTo>
                  <a:lnTo>
                    <a:pt x="781568" y="1432727"/>
                  </a:lnTo>
                  <a:lnTo>
                    <a:pt x="781699" y="1440020"/>
                  </a:lnTo>
                  <a:lnTo>
                    <a:pt x="781729" y="1442827"/>
                  </a:lnTo>
                  <a:lnTo>
                    <a:pt x="782095" y="1479546"/>
                  </a:lnTo>
                  <a:lnTo>
                    <a:pt x="782666" y="1484377"/>
                  </a:lnTo>
                  <a:lnTo>
                    <a:pt x="784162" y="1497049"/>
                  </a:lnTo>
                  <a:lnTo>
                    <a:pt x="786037" y="1508375"/>
                  </a:lnTo>
                  <a:lnTo>
                    <a:pt x="787578" y="1517688"/>
                  </a:lnTo>
                  <a:lnTo>
                    <a:pt x="791322" y="1540369"/>
                  </a:lnTo>
                  <a:lnTo>
                    <a:pt x="791615" y="1542146"/>
                  </a:lnTo>
                  <a:lnTo>
                    <a:pt x="797798" y="1579605"/>
                  </a:lnTo>
                  <a:lnTo>
                    <a:pt x="800100" y="1593764"/>
                  </a:lnTo>
                  <a:lnTo>
                    <a:pt x="804314" y="1619715"/>
                  </a:lnTo>
                  <a:lnTo>
                    <a:pt x="805305" y="1625816"/>
                  </a:lnTo>
                  <a:lnTo>
                    <a:pt x="805380" y="1626283"/>
                  </a:lnTo>
                  <a:lnTo>
                    <a:pt x="808960" y="1649287"/>
                  </a:lnTo>
                  <a:lnTo>
                    <a:pt x="812390" y="1670502"/>
                  </a:lnTo>
                  <a:lnTo>
                    <a:pt x="811185" y="1674069"/>
                  </a:lnTo>
                  <a:lnTo>
                    <a:pt x="807194" y="1673905"/>
                  </a:lnTo>
                  <a:lnTo>
                    <a:pt x="804872" y="1677673"/>
                  </a:lnTo>
                  <a:lnTo>
                    <a:pt x="799174" y="1675937"/>
                  </a:lnTo>
                  <a:lnTo>
                    <a:pt x="792942" y="1677894"/>
                  </a:lnTo>
                  <a:lnTo>
                    <a:pt x="789298" y="1675526"/>
                  </a:lnTo>
                  <a:lnTo>
                    <a:pt x="783749" y="1675248"/>
                  </a:lnTo>
                  <a:lnTo>
                    <a:pt x="780071" y="1678026"/>
                  </a:lnTo>
                  <a:lnTo>
                    <a:pt x="775056" y="1678196"/>
                  </a:lnTo>
                  <a:lnTo>
                    <a:pt x="769209" y="1677760"/>
                  </a:lnTo>
                  <a:lnTo>
                    <a:pt x="767193" y="1677609"/>
                  </a:lnTo>
                  <a:lnTo>
                    <a:pt x="758702" y="1674627"/>
                  </a:lnTo>
                  <a:lnTo>
                    <a:pt x="750467" y="1676014"/>
                  </a:lnTo>
                  <a:lnTo>
                    <a:pt x="738786" y="1680334"/>
                  </a:lnTo>
                  <a:lnTo>
                    <a:pt x="728184" y="1686268"/>
                  </a:lnTo>
                  <a:lnTo>
                    <a:pt x="716967" y="1690611"/>
                  </a:lnTo>
                  <a:lnTo>
                    <a:pt x="715666" y="1691221"/>
                  </a:lnTo>
                  <a:lnTo>
                    <a:pt x="711764" y="1693050"/>
                  </a:lnTo>
                  <a:lnTo>
                    <a:pt x="703821" y="1699978"/>
                  </a:lnTo>
                  <a:lnTo>
                    <a:pt x="701891" y="1705227"/>
                  </a:lnTo>
                  <a:lnTo>
                    <a:pt x="699022" y="1707262"/>
                  </a:lnTo>
                  <a:lnTo>
                    <a:pt x="693935" y="1709228"/>
                  </a:lnTo>
                  <a:lnTo>
                    <a:pt x="684546" y="1705849"/>
                  </a:lnTo>
                  <a:lnTo>
                    <a:pt x="680539" y="1694998"/>
                  </a:lnTo>
                  <a:lnTo>
                    <a:pt x="674449" y="1682580"/>
                  </a:lnTo>
                  <a:lnTo>
                    <a:pt x="671649" y="1677939"/>
                  </a:lnTo>
                  <a:lnTo>
                    <a:pt x="670008" y="1675217"/>
                  </a:lnTo>
                  <a:lnTo>
                    <a:pt x="660604" y="1667136"/>
                  </a:lnTo>
                  <a:lnTo>
                    <a:pt x="656215" y="1656155"/>
                  </a:lnTo>
                  <a:lnTo>
                    <a:pt x="655443" y="1653163"/>
                  </a:lnTo>
                  <a:lnTo>
                    <a:pt x="653627" y="1646119"/>
                  </a:lnTo>
                  <a:lnTo>
                    <a:pt x="657211" y="1634103"/>
                  </a:lnTo>
                  <a:lnTo>
                    <a:pt x="660480" y="1622201"/>
                  </a:lnTo>
                  <a:lnTo>
                    <a:pt x="661675" y="1610922"/>
                  </a:lnTo>
                  <a:lnTo>
                    <a:pt x="650215" y="1612330"/>
                  </a:lnTo>
                  <a:lnTo>
                    <a:pt x="643661" y="1613129"/>
                  </a:lnTo>
                  <a:lnTo>
                    <a:pt x="605139" y="1617746"/>
                  </a:lnTo>
                  <a:lnTo>
                    <a:pt x="595936" y="1618824"/>
                  </a:lnTo>
                  <a:lnTo>
                    <a:pt x="595798" y="1618840"/>
                  </a:lnTo>
                  <a:lnTo>
                    <a:pt x="574471" y="1621264"/>
                  </a:lnTo>
                  <a:lnTo>
                    <a:pt x="572381" y="1621498"/>
                  </a:lnTo>
                  <a:lnTo>
                    <a:pt x="551973" y="1623766"/>
                  </a:lnTo>
                  <a:lnTo>
                    <a:pt x="544828" y="1624540"/>
                  </a:lnTo>
                  <a:lnTo>
                    <a:pt x="519855" y="1627201"/>
                  </a:lnTo>
                  <a:lnTo>
                    <a:pt x="507487" y="1628494"/>
                  </a:lnTo>
                  <a:lnTo>
                    <a:pt x="502376" y="1629023"/>
                  </a:lnTo>
                  <a:lnTo>
                    <a:pt x="458332" y="1633391"/>
                  </a:lnTo>
                  <a:lnTo>
                    <a:pt x="459200" y="1632602"/>
                  </a:lnTo>
                  <a:lnTo>
                    <a:pt x="465978" y="1626428"/>
                  </a:lnTo>
                  <a:lnTo>
                    <a:pt x="461880" y="1621627"/>
                  </a:lnTo>
                  <a:lnTo>
                    <a:pt x="458532" y="1616318"/>
                  </a:lnTo>
                  <a:lnTo>
                    <a:pt x="461223" y="1609214"/>
                  </a:lnTo>
                  <a:lnTo>
                    <a:pt x="461306" y="1608995"/>
                  </a:lnTo>
                  <a:lnTo>
                    <a:pt x="455101" y="1604549"/>
                  </a:lnTo>
                  <a:close/>
                </a:path>
              </a:pathLst>
            </a:custGeom>
            <a:solidFill>
              <a:srgbClr val="B10026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h100"/>
            <p:cNvSpPr/>
            <p:nvPr/>
          </p:nvSpPr>
          <p:spPr>
            <a:xfrm>
              <a:off x="3934539" y="1969326"/>
              <a:ext cx="1138887" cy="2124326"/>
            </a:xfrm>
            <a:custGeom>
              <a:avLst/>
              <a:pathLst>
                <a:path w="1138887" h="2124326">
                  <a:moveTo>
                    <a:pt x="457200" y="1600199"/>
                  </a:moveTo>
                  <a:lnTo>
                    <a:pt x="479135" y="1599411"/>
                  </a:lnTo>
                  <a:lnTo>
                    <a:pt x="494161" y="1598821"/>
                  </a:lnTo>
                  <a:lnTo>
                    <a:pt x="497778" y="1598675"/>
                  </a:lnTo>
                  <a:lnTo>
                    <a:pt x="510355" y="1598139"/>
                  </a:lnTo>
                  <a:lnTo>
                    <a:pt x="522933" y="1597583"/>
                  </a:lnTo>
                  <a:lnTo>
                    <a:pt x="537462" y="1596945"/>
                  </a:lnTo>
                  <a:lnTo>
                    <a:pt x="546416" y="1596538"/>
                  </a:lnTo>
                  <a:lnTo>
                    <a:pt x="564140" y="1595647"/>
                  </a:lnTo>
                  <a:lnTo>
                    <a:pt x="573394" y="1595166"/>
                  </a:lnTo>
                  <a:lnTo>
                    <a:pt x="579296" y="1594745"/>
                  </a:lnTo>
                  <a:lnTo>
                    <a:pt x="594408" y="1593646"/>
                  </a:lnTo>
                  <a:lnTo>
                    <a:pt x="601795" y="1593072"/>
                  </a:lnTo>
                  <a:lnTo>
                    <a:pt x="615080" y="1592020"/>
                  </a:lnTo>
                  <a:lnTo>
                    <a:pt x="622187" y="1591361"/>
                  </a:lnTo>
                  <a:lnTo>
                    <a:pt x="638597" y="1589813"/>
                  </a:lnTo>
                  <a:lnTo>
                    <a:pt x="644858" y="1589250"/>
                  </a:lnTo>
                  <a:lnTo>
                    <a:pt x="661496" y="1587729"/>
                  </a:lnTo>
                  <a:lnTo>
                    <a:pt x="665301" y="1587412"/>
                  </a:lnTo>
                  <a:lnTo>
                    <a:pt x="682466" y="1585958"/>
                  </a:lnTo>
                  <a:lnTo>
                    <a:pt x="685187" y="1585724"/>
                  </a:lnTo>
                  <a:lnTo>
                    <a:pt x="704882" y="1583815"/>
                  </a:lnTo>
                  <a:lnTo>
                    <a:pt x="708494" y="1583392"/>
                  </a:lnTo>
                  <a:lnTo>
                    <a:pt x="723093" y="1581665"/>
                  </a:lnTo>
                  <a:lnTo>
                    <a:pt x="744411" y="1579577"/>
                  </a:lnTo>
                  <a:lnTo>
                    <a:pt x="747031" y="1579316"/>
                  </a:lnTo>
                  <a:lnTo>
                    <a:pt x="751604" y="1578765"/>
                  </a:lnTo>
                  <a:lnTo>
                    <a:pt x="768860" y="1576661"/>
                  </a:lnTo>
                  <a:lnTo>
                    <a:pt x="778507" y="1575523"/>
                  </a:lnTo>
                  <a:lnTo>
                    <a:pt x="794531" y="1573607"/>
                  </a:lnTo>
                  <a:lnTo>
                    <a:pt x="816685" y="1570777"/>
                  </a:lnTo>
                  <a:lnTo>
                    <a:pt x="817042" y="1570731"/>
                  </a:lnTo>
                  <a:lnTo>
                    <a:pt x="836676" y="1567844"/>
                  </a:lnTo>
                  <a:lnTo>
                    <a:pt x="837963" y="1568951"/>
                  </a:lnTo>
                  <a:lnTo>
                    <a:pt x="841196" y="1571730"/>
                  </a:lnTo>
                  <a:lnTo>
                    <a:pt x="842882" y="1575052"/>
                  </a:lnTo>
                  <a:lnTo>
                    <a:pt x="847907" y="1576022"/>
                  </a:lnTo>
                  <a:lnTo>
                    <a:pt x="849379" y="1580752"/>
                  </a:lnTo>
                  <a:lnTo>
                    <a:pt x="854036" y="1585156"/>
                  </a:lnTo>
                  <a:lnTo>
                    <a:pt x="858583" y="1588208"/>
                  </a:lnTo>
                  <a:lnTo>
                    <a:pt x="860939" y="1591826"/>
                  </a:lnTo>
                  <a:lnTo>
                    <a:pt x="868633" y="1593985"/>
                  </a:lnTo>
                  <a:lnTo>
                    <a:pt x="864590" y="1601387"/>
                  </a:lnTo>
                  <a:lnTo>
                    <a:pt x="863043" y="1608107"/>
                  </a:lnTo>
                  <a:lnTo>
                    <a:pt x="862919" y="1610772"/>
                  </a:lnTo>
                  <a:lnTo>
                    <a:pt x="862634" y="1616869"/>
                  </a:lnTo>
                  <a:lnTo>
                    <a:pt x="862458" y="1620601"/>
                  </a:lnTo>
                  <a:lnTo>
                    <a:pt x="864931" y="1631866"/>
                  </a:lnTo>
                  <a:lnTo>
                    <a:pt x="866935" y="1639023"/>
                  </a:lnTo>
                  <a:lnTo>
                    <a:pt x="872274" y="1647582"/>
                  </a:lnTo>
                  <a:lnTo>
                    <a:pt x="872311" y="1647725"/>
                  </a:lnTo>
                  <a:lnTo>
                    <a:pt x="873518" y="1652288"/>
                  </a:lnTo>
                  <a:lnTo>
                    <a:pt x="873607" y="1660055"/>
                  </a:lnTo>
                  <a:lnTo>
                    <a:pt x="877530" y="1662694"/>
                  </a:lnTo>
                  <a:lnTo>
                    <a:pt x="881387" y="1666487"/>
                  </a:lnTo>
                  <a:lnTo>
                    <a:pt x="881453" y="1670083"/>
                  </a:lnTo>
                  <a:lnTo>
                    <a:pt x="881520" y="1673786"/>
                  </a:lnTo>
                  <a:lnTo>
                    <a:pt x="887941" y="1678463"/>
                  </a:lnTo>
                  <a:lnTo>
                    <a:pt x="891012" y="1680695"/>
                  </a:lnTo>
                  <a:lnTo>
                    <a:pt x="900728" y="1688102"/>
                  </a:lnTo>
                  <a:lnTo>
                    <a:pt x="901630" y="1688788"/>
                  </a:lnTo>
                  <a:lnTo>
                    <a:pt x="904682" y="1694234"/>
                  </a:lnTo>
                  <a:lnTo>
                    <a:pt x="909341" y="1694621"/>
                  </a:lnTo>
                  <a:lnTo>
                    <a:pt x="913329" y="1699697"/>
                  </a:lnTo>
                  <a:lnTo>
                    <a:pt x="916399" y="1705141"/>
                  </a:lnTo>
                  <a:lnTo>
                    <a:pt x="926629" y="1709979"/>
                  </a:lnTo>
                  <a:lnTo>
                    <a:pt x="926850" y="1710120"/>
                  </a:lnTo>
                  <a:lnTo>
                    <a:pt x="936699" y="1716416"/>
                  </a:lnTo>
                  <a:lnTo>
                    <a:pt x="948327" y="1725692"/>
                  </a:lnTo>
                  <a:lnTo>
                    <a:pt x="949382" y="1729550"/>
                  </a:lnTo>
                  <a:lnTo>
                    <a:pt x="951816" y="1738437"/>
                  </a:lnTo>
                  <a:lnTo>
                    <a:pt x="955045" y="1744361"/>
                  </a:lnTo>
                  <a:lnTo>
                    <a:pt x="952538" y="1750473"/>
                  </a:lnTo>
                  <a:lnTo>
                    <a:pt x="957027" y="1758708"/>
                  </a:lnTo>
                  <a:lnTo>
                    <a:pt x="959098" y="1764652"/>
                  </a:lnTo>
                  <a:lnTo>
                    <a:pt x="959704" y="1766388"/>
                  </a:lnTo>
                  <a:lnTo>
                    <a:pt x="966249" y="1771302"/>
                  </a:lnTo>
                  <a:lnTo>
                    <a:pt x="970117" y="1771395"/>
                  </a:lnTo>
                  <a:lnTo>
                    <a:pt x="974929" y="1765886"/>
                  </a:lnTo>
                  <a:lnTo>
                    <a:pt x="977344" y="1759177"/>
                  </a:lnTo>
                  <a:lnTo>
                    <a:pt x="978963" y="1759042"/>
                  </a:lnTo>
                  <a:lnTo>
                    <a:pt x="984275" y="1758596"/>
                  </a:lnTo>
                  <a:lnTo>
                    <a:pt x="994093" y="1762035"/>
                  </a:lnTo>
                  <a:lnTo>
                    <a:pt x="996284" y="1762287"/>
                  </a:lnTo>
                  <a:lnTo>
                    <a:pt x="1000829" y="1762810"/>
                  </a:lnTo>
                  <a:lnTo>
                    <a:pt x="1004870" y="1764907"/>
                  </a:lnTo>
                  <a:lnTo>
                    <a:pt x="1012918" y="1769076"/>
                  </a:lnTo>
                  <a:lnTo>
                    <a:pt x="1013102" y="1774507"/>
                  </a:lnTo>
                  <a:lnTo>
                    <a:pt x="1008850" y="1779204"/>
                  </a:lnTo>
                  <a:lnTo>
                    <a:pt x="1005334" y="1785407"/>
                  </a:lnTo>
                  <a:lnTo>
                    <a:pt x="1007279" y="1789995"/>
                  </a:lnTo>
                  <a:lnTo>
                    <a:pt x="1009023" y="1793292"/>
                  </a:lnTo>
                  <a:lnTo>
                    <a:pt x="1009356" y="1799260"/>
                  </a:lnTo>
                  <a:lnTo>
                    <a:pt x="1004059" y="1808246"/>
                  </a:lnTo>
                  <a:lnTo>
                    <a:pt x="1003632" y="1810033"/>
                  </a:lnTo>
                  <a:lnTo>
                    <a:pt x="1003244" y="1811657"/>
                  </a:lnTo>
                  <a:lnTo>
                    <a:pt x="1002560" y="1814516"/>
                  </a:lnTo>
                  <a:lnTo>
                    <a:pt x="1001652" y="1821830"/>
                  </a:lnTo>
                  <a:lnTo>
                    <a:pt x="997373" y="1828755"/>
                  </a:lnTo>
                  <a:lnTo>
                    <a:pt x="996582" y="1830034"/>
                  </a:lnTo>
                  <a:lnTo>
                    <a:pt x="995108" y="1836993"/>
                  </a:lnTo>
                  <a:lnTo>
                    <a:pt x="997109" y="1847643"/>
                  </a:lnTo>
                  <a:lnTo>
                    <a:pt x="1001879" y="1853937"/>
                  </a:lnTo>
                  <a:lnTo>
                    <a:pt x="1009392" y="1859815"/>
                  </a:lnTo>
                  <a:lnTo>
                    <a:pt x="1013124" y="1863529"/>
                  </a:lnTo>
                  <a:lnTo>
                    <a:pt x="1014658" y="1864224"/>
                  </a:lnTo>
                  <a:lnTo>
                    <a:pt x="1022730" y="1867870"/>
                  </a:lnTo>
                  <a:lnTo>
                    <a:pt x="1027592" y="1871687"/>
                  </a:lnTo>
                  <a:lnTo>
                    <a:pt x="1035279" y="1876427"/>
                  </a:lnTo>
                  <a:lnTo>
                    <a:pt x="1040527" y="1876235"/>
                  </a:lnTo>
                  <a:lnTo>
                    <a:pt x="1039308" y="1882318"/>
                  </a:lnTo>
                  <a:lnTo>
                    <a:pt x="1043858" y="1886663"/>
                  </a:lnTo>
                  <a:lnTo>
                    <a:pt x="1044955" y="1887709"/>
                  </a:lnTo>
                  <a:lnTo>
                    <a:pt x="1051512" y="1882741"/>
                  </a:lnTo>
                  <a:lnTo>
                    <a:pt x="1058922" y="1887951"/>
                  </a:lnTo>
                  <a:lnTo>
                    <a:pt x="1067829" y="1891951"/>
                  </a:lnTo>
                  <a:lnTo>
                    <a:pt x="1068993" y="1894049"/>
                  </a:lnTo>
                  <a:lnTo>
                    <a:pt x="1071397" y="1898375"/>
                  </a:lnTo>
                  <a:lnTo>
                    <a:pt x="1079393" y="1901870"/>
                  </a:lnTo>
                  <a:lnTo>
                    <a:pt x="1086550" y="1904366"/>
                  </a:lnTo>
                  <a:lnTo>
                    <a:pt x="1089086" y="1912990"/>
                  </a:lnTo>
                  <a:lnTo>
                    <a:pt x="1090960" y="1918380"/>
                  </a:lnTo>
                  <a:lnTo>
                    <a:pt x="1090746" y="1919676"/>
                  </a:lnTo>
                  <a:lnTo>
                    <a:pt x="1090511" y="1921094"/>
                  </a:lnTo>
                  <a:lnTo>
                    <a:pt x="1089895" y="1924814"/>
                  </a:lnTo>
                  <a:lnTo>
                    <a:pt x="1094843" y="1932119"/>
                  </a:lnTo>
                  <a:lnTo>
                    <a:pt x="1100133" y="1938836"/>
                  </a:lnTo>
                  <a:lnTo>
                    <a:pt x="1100659" y="1945195"/>
                  </a:lnTo>
                  <a:lnTo>
                    <a:pt x="1096439" y="1948443"/>
                  </a:lnTo>
                  <a:lnTo>
                    <a:pt x="1094547" y="1949897"/>
                  </a:lnTo>
                  <a:lnTo>
                    <a:pt x="1093019" y="1955458"/>
                  </a:lnTo>
                  <a:lnTo>
                    <a:pt x="1096673" y="1957622"/>
                  </a:lnTo>
                  <a:lnTo>
                    <a:pt x="1097997" y="1958405"/>
                  </a:lnTo>
                  <a:lnTo>
                    <a:pt x="1100357" y="1966274"/>
                  </a:lnTo>
                  <a:lnTo>
                    <a:pt x="1108659" y="1975842"/>
                  </a:lnTo>
                  <a:lnTo>
                    <a:pt x="1111975" y="1983014"/>
                  </a:lnTo>
                  <a:lnTo>
                    <a:pt x="1117225" y="1984051"/>
                  </a:lnTo>
                  <a:lnTo>
                    <a:pt x="1122398" y="1985070"/>
                  </a:lnTo>
                  <a:lnTo>
                    <a:pt x="1128939" y="1987445"/>
                  </a:lnTo>
                  <a:lnTo>
                    <a:pt x="1135171" y="1987599"/>
                  </a:lnTo>
                  <a:lnTo>
                    <a:pt x="1138887" y="1990145"/>
                  </a:lnTo>
                  <a:lnTo>
                    <a:pt x="1138659" y="1991814"/>
                  </a:lnTo>
                  <a:lnTo>
                    <a:pt x="1137737" y="1998557"/>
                  </a:lnTo>
                  <a:lnTo>
                    <a:pt x="1135718" y="2004426"/>
                  </a:lnTo>
                  <a:lnTo>
                    <a:pt x="1135766" y="2011686"/>
                  </a:lnTo>
                  <a:lnTo>
                    <a:pt x="1135798" y="2012037"/>
                  </a:lnTo>
                  <a:lnTo>
                    <a:pt x="1136147" y="2015789"/>
                  </a:lnTo>
                  <a:lnTo>
                    <a:pt x="1132229" y="2021226"/>
                  </a:lnTo>
                  <a:lnTo>
                    <a:pt x="1136688" y="2027433"/>
                  </a:lnTo>
                  <a:lnTo>
                    <a:pt x="1135846" y="2028933"/>
                  </a:lnTo>
                  <a:lnTo>
                    <a:pt x="1133900" y="2032400"/>
                  </a:lnTo>
                  <a:lnTo>
                    <a:pt x="1131935" y="2039701"/>
                  </a:lnTo>
                  <a:lnTo>
                    <a:pt x="1126700" y="2039333"/>
                  </a:lnTo>
                  <a:lnTo>
                    <a:pt x="1121498" y="2034201"/>
                  </a:lnTo>
                  <a:lnTo>
                    <a:pt x="1121236" y="2034245"/>
                  </a:lnTo>
                  <a:lnTo>
                    <a:pt x="1116173" y="2035099"/>
                  </a:lnTo>
                  <a:lnTo>
                    <a:pt x="1114144" y="2042860"/>
                  </a:lnTo>
                  <a:lnTo>
                    <a:pt x="1107007" y="2043274"/>
                  </a:lnTo>
                  <a:lnTo>
                    <a:pt x="1100439" y="2043067"/>
                  </a:lnTo>
                  <a:lnTo>
                    <a:pt x="1098274" y="2047896"/>
                  </a:lnTo>
                  <a:lnTo>
                    <a:pt x="1102043" y="2052448"/>
                  </a:lnTo>
                  <a:lnTo>
                    <a:pt x="1104361" y="2056661"/>
                  </a:lnTo>
                  <a:lnTo>
                    <a:pt x="1102839" y="2062086"/>
                  </a:lnTo>
                  <a:lnTo>
                    <a:pt x="1106606" y="2066837"/>
                  </a:lnTo>
                  <a:lnTo>
                    <a:pt x="1105859" y="2071130"/>
                  </a:lnTo>
                  <a:lnTo>
                    <a:pt x="1103646" y="2071472"/>
                  </a:lnTo>
                  <a:lnTo>
                    <a:pt x="1098144" y="2072320"/>
                  </a:lnTo>
                  <a:lnTo>
                    <a:pt x="1097500" y="2076641"/>
                  </a:lnTo>
                  <a:lnTo>
                    <a:pt x="1103666" y="2079792"/>
                  </a:lnTo>
                  <a:lnTo>
                    <a:pt x="1099438" y="2085278"/>
                  </a:lnTo>
                  <a:lnTo>
                    <a:pt x="1091760" y="2084956"/>
                  </a:lnTo>
                  <a:lnTo>
                    <a:pt x="1090633" y="2088012"/>
                  </a:lnTo>
                  <a:lnTo>
                    <a:pt x="1097660" y="2092084"/>
                  </a:lnTo>
                  <a:lnTo>
                    <a:pt x="1098075" y="2092324"/>
                  </a:lnTo>
                  <a:lnTo>
                    <a:pt x="1101902" y="2097788"/>
                  </a:lnTo>
                  <a:lnTo>
                    <a:pt x="1097272" y="2102366"/>
                  </a:lnTo>
                  <a:lnTo>
                    <a:pt x="1093874" y="2105428"/>
                  </a:lnTo>
                  <a:lnTo>
                    <a:pt x="1093497" y="2113226"/>
                  </a:lnTo>
                  <a:lnTo>
                    <a:pt x="1089711" y="2116180"/>
                  </a:lnTo>
                  <a:lnTo>
                    <a:pt x="1072929" y="2118378"/>
                  </a:lnTo>
                  <a:lnTo>
                    <a:pt x="1067117" y="2119121"/>
                  </a:lnTo>
                  <a:lnTo>
                    <a:pt x="1052686" y="2120949"/>
                  </a:lnTo>
                  <a:lnTo>
                    <a:pt x="1034182" y="2123320"/>
                  </a:lnTo>
                  <a:lnTo>
                    <a:pt x="1026225" y="2124326"/>
                  </a:lnTo>
                  <a:lnTo>
                    <a:pt x="1028495" y="2117658"/>
                  </a:lnTo>
                  <a:lnTo>
                    <a:pt x="1032117" y="2109015"/>
                  </a:lnTo>
                  <a:lnTo>
                    <a:pt x="1037650" y="2105057"/>
                  </a:lnTo>
                  <a:lnTo>
                    <a:pt x="1038565" y="2099292"/>
                  </a:lnTo>
                  <a:lnTo>
                    <a:pt x="1041501" y="2097170"/>
                  </a:lnTo>
                  <a:lnTo>
                    <a:pt x="1044609" y="2094921"/>
                  </a:lnTo>
                  <a:lnTo>
                    <a:pt x="1048008" y="2088081"/>
                  </a:lnTo>
                  <a:lnTo>
                    <a:pt x="1052580" y="2082860"/>
                  </a:lnTo>
                  <a:lnTo>
                    <a:pt x="1051900" y="2076207"/>
                  </a:lnTo>
                  <a:lnTo>
                    <a:pt x="1051245" y="2072615"/>
                  </a:lnTo>
                  <a:lnTo>
                    <a:pt x="1044405" y="2069826"/>
                  </a:lnTo>
                  <a:lnTo>
                    <a:pt x="1042775" y="2064419"/>
                  </a:lnTo>
                  <a:lnTo>
                    <a:pt x="1041062" y="2060188"/>
                  </a:lnTo>
                  <a:lnTo>
                    <a:pt x="1034411" y="2060895"/>
                  </a:lnTo>
                  <a:lnTo>
                    <a:pt x="1007172" y="2063736"/>
                  </a:lnTo>
                  <a:lnTo>
                    <a:pt x="999061" y="2064650"/>
                  </a:lnTo>
                  <a:lnTo>
                    <a:pt x="980222" y="2066741"/>
                  </a:lnTo>
                  <a:lnTo>
                    <a:pt x="978397" y="2066947"/>
                  </a:lnTo>
                  <a:lnTo>
                    <a:pt x="955137" y="2069528"/>
                  </a:lnTo>
                  <a:lnTo>
                    <a:pt x="944341" y="2070714"/>
                  </a:lnTo>
                  <a:lnTo>
                    <a:pt x="916649" y="2073690"/>
                  </a:lnTo>
                  <a:lnTo>
                    <a:pt x="916454" y="2073707"/>
                  </a:lnTo>
                  <a:lnTo>
                    <a:pt x="912154" y="2074098"/>
                  </a:lnTo>
                  <a:lnTo>
                    <a:pt x="892965" y="2075813"/>
                  </a:lnTo>
                  <a:lnTo>
                    <a:pt x="890004" y="2076118"/>
                  </a:lnTo>
                  <a:lnTo>
                    <a:pt x="858796" y="2079267"/>
                  </a:lnTo>
                  <a:lnTo>
                    <a:pt x="845391" y="2080568"/>
                  </a:lnTo>
                  <a:lnTo>
                    <a:pt x="842411" y="2080855"/>
                  </a:lnTo>
                  <a:lnTo>
                    <a:pt x="822489" y="2082742"/>
                  </a:lnTo>
                  <a:lnTo>
                    <a:pt x="804658" y="2084304"/>
                  </a:lnTo>
                  <a:lnTo>
                    <a:pt x="801158" y="2084606"/>
                  </a:lnTo>
                  <a:lnTo>
                    <a:pt x="780412" y="2086441"/>
                  </a:lnTo>
                  <a:lnTo>
                    <a:pt x="773777" y="2087017"/>
                  </a:lnTo>
                  <a:lnTo>
                    <a:pt x="772268" y="2087147"/>
                  </a:lnTo>
                  <a:lnTo>
                    <a:pt x="745144" y="2089436"/>
                  </a:lnTo>
                  <a:lnTo>
                    <a:pt x="728469" y="2090736"/>
                  </a:lnTo>
                  <a:lnTo>
                    <a:pt x="726248" y="2090907"/>
                  </a:lnTo>
                  <a:lnTo>
                    <a:pt x="715103" y="2091754"/>
                  </a:lnTo>
                  <a:lnTo>
                    <a:pt x="699404" y="2092930"/>
                  </a:lnTo>
                  <a:lnTo>
                    <a:pt x="687833" y="2093778"/>
                  </a:lnTo>
                  <a:lnTo>
                    <a:pt x="671211" y="2095043"/>
                  </a:lnTo>
                  <a:lnTo>
                    <a:pt x="661977" y="2095731"/>
                  </a:lnTo>
                  <a:lnTo>
                    <a:pt x="650202" y="2096538"/>
                  </a:lnTo>
                  <a:lnTo>
                    <a:pt x="621820" y="2098416"/>
                  </a:lnTo>
                  <a:lnTo>
                    <a:pt x="596175" y="2100122"/>
                  </a:lnTo>
                  <a:lnTo>
                    <a:pt x="595357" y="2086111"/>
                  </a:lnTo>
                  <a:lnTo>
                    <a:pt x="594934" y="2079265"/>
                  </a:lnTo>
                  <a:lnTo>
                    <a:pt x="594179" y="2067056"/>
                  </a:lnTo>
                  <a:lnTo>
                    <a:pt x="592504" y="2038289"/>
                  </a:lnTo>
                  <a:lnTo>
                    <a:pt x="592064" y="2031122"/>
                  </a:lnTo>
                  <a:lnTo>
                    <a:pt x="591276" y="2018319"/>
                  </a:lnTo>
                  <a:lnTo>
                    <a:pt x="590017" y="1996249"/>
                  </a:lnTo>
                  <a:lnTo>
                    <a:pt x="589835" y="1993059"/>
                  </a:lnTo>
                  <a:lnTo>
                    <a:pt x="589504" y="1987270"/>
                  </a:lnTo>
                  <a:lnTo>
                    <a:pt x="587669" y="1957219"/>
                  </a:lnTo>
                  <a:lnTo>
                    <a:pt x="587521" y="1954800"/>
                  </a:lnTo>
                  <a:lnTo>
                    <a:pt x="587452" y="1953672"/>
                  </a:lnTo>
                  <a:lnTo>
                    <a:pt x="585506" y="1915799"/>
                  </a:lnTo>
                  <a:lnTo>
                    <a:pt x="585173" y="1909695"/>
                  </a:lnTo>
                  <a:lnTo>
                    <a:pt x="585017" y="1906845"/>
                  </a:lnTo>
                  <a:lnTo>
                    <a:pt x="583812" y="1884821"/>
                  </a:lnTo>
                  <a:lnTo>
                    <a:pt x="582661" y="1866120"/>
                  </a:lnTo>
                  <a:lnTo>
                    <a:pt x="581982" y="1855108"/>
                  </a:lnTo>
                  <a:lnTo>
                    <a:pt x="580341" y="1822808"/>
                  </a:lnTo>
                  <a:lnTo>
                    <a:pt x="580324" y="1822486"/>
                  </a:lnTo>
                  <a:lnTo>
                    <a:pt x="579565" y="1809284"/>
                  </a:lnTo>
                  <a:lnTo>
                    <a:pt x="578603" y="1792601"/>
                  </a:lnTo>
                  <a:lnTo>
                    <a:pt x="578174" y="1784880"/>
                  </a:lnTo>
                  <a:lnTo>
                    <a:pt x="577859" y="1779214"/>
                  </a:lnTo>
                  <a:lnTo>
                    <a:pt x="577695" y="1776280"/>
                  </a:lnTo>
                  <a:lnTo>
                    <a:pt x="578863" y="1771033"/>
                  </a:lnTo>
                  <a:lnTo>
                    <a:pt x="577896" y="1771034"/>
                  </a:lnTo>
                  <a:lnTo>
                    <a:pt x="575771" y="1771035"/>
                  </a:lnTo>
                  <a:lnTo>
                    <a:pt x="570134" y="1767952"/>
                  </a:lnTo>
                  <a:lnTo>
                    <a:pt x="564313" y="1770077"/>
                  </a:lnTo>
                  <a:lnTo>
                    <a:pt x="559267" y="1766531"/>
                  </a:lnTo>
                  <a:lnTo>
                    <a:pt x="558495" y="1765988"/>
                  </a:lnTo>
                  <a:lnTo>
                    <a:pt x="555733" y="1761718"/>
                  </a:lnTo>
                  <a:lnTo>
                    <a:pt x="552479" y="1757927"/>
                  </a:lnTo>
                  <a:lnTo>
                    <a:pt x="547220" y="1752051"/>
                  </a:lnTo>
                  <a:lnTo>
                    <a:pt x="548555" y="1743414"/>
                  </a:lnTo>
                  <a:lnTo>
                    <a:pt x="542968" y="1742850"/>
                  </a:lnTo>
                  <a:lnTo>
                    <a:pt x="540981" y="1740238"/>
                  </a:lnTo>
                  <a:lnTo>
                    <a:pt x="539274" y="1737994"/>
                  </a:lnTo>
                  <a:lnTo>
                    <a:pt x="532405" y="1731706"/>
                  </a:lnTo>
                  <a:lnTo>
                    <a:pt x="528151" y="1727127"/>
                  </a:lnTo>
                  <a:lnTo>
                    <a:pt x="525888" y="1724688"/>
                  </a:lnTo>
                  <a:lnTo>
                    <a:pt x="529257" y="1721650"/>
                  </a:lnTo>
                  <a:lnTo>
                    <a:pt x="531953" y="1719206"/>
                  </a:lnTo>
                  <a:lnTo>
                    <a:pt x="532120" y="1716888"/>
                  </a:lnTo>
                  <a:lnTo>
                    <a:pt x="532472" y="1711985"/>
                  </a:lnTo>
                  <a:lnTo>
                    <a:pt x="538553" y="1707450"/>
                  </a:lnTo>
                  <a:lnTo>
                    <a:pt x="538313" y="1702894"/>
                  </a:lnTo>
                  <a:lnTo>
                    <a:pt x="545157" y="1702363"/>
                  </a:lnTo>
                  <a:lnTo>
                    <a:pt x="548687" y="1698973"/>
                  </a:lnTo>
                  <a:lnTo>
                    <a:pt x="547488" y="1696128"/>
                  </a:lnTo>
                  <a:lnTo>
                    <a:pt x="546498" y="1690253"/>
                  </a:lnTo>
                  <a:lnTo>
                    <a:pt x="546378" y="1689536"/>
                  </a:lnTo>
                  <a:lnTo>
                    <a:pt x="541272" y="1683651"/>
                  </a:lnTo>
                  <a:lnTo>
                    <a:pt x="538900" y="1680786"/>
                  </a:lnTo>
                  <a:lnTo>
                    <a:pt x="534931" y="1681272"/>
                  </a:lnTo>
                  <a:lnTo>
                    <a:pt x="532524" y="1681566"/>
                  </a:lnTo>
                  <a:lnTo>
                    <a:pt x="526795" y="1686345"/>
                  </a:lnTo>
                  <a:lnTo>
                    <a:pt x="520758" y="1682508"/>
                  </a:lnTo>
                  <a:lnTo>
                    <a:pt x="511984" y="1677002"/>
                  </a:lnTo>
                  <a:lnTo>
                    <a:pt x="504262" y="1670451"/>
                  </a:lnTo>
                  <a:lnTo>
                    <a:pt x="500216" y="1667035"/>
                  </a:lnTo>
                  <a:lnTo>
                    <a:pt x="496982" y="1667488"/>
                  </a:lnTo>
                  <a:lnTo>
                    <a:pt x="493681" y="1662359"/>
                  </a:lnTo>
                  <a:lnTo>
                    <a:pt x="495376" y="1657482"/>
                  </a:lnTo>
                  <a:lnTo>
                    <a:pt x="491558" y="1653619"/>
                  </a:lnTo>
                  <a:lnTo>
                    <a:pt x="486614" y="1647982"/>
                  </a:lnTo>
                  <a:lnTo>
                    <a:pt x="487108" y="1642040"/>
                  </a:lnTo>
                  <a:lnTo>
                    <a:pt x="479890" y="1639573"/>
                  </a:lnTo>
                  <a:lnTo>
                    <a:pt x="479799" y="1639115"/>
                  </a:lnTo>
                  <a:lnTo>
                    <a:pt x="479759" y="1638914"/>
                  </a:lnTo>
                  <a:lnTo>
                    <a:pt x="479104" y="1635623"/>
                  </a:lnTo>
                  <a:lnTo>
                    <a:pt x="474690" y="1633540"/>
                  </a:lnTo>
                  <a:lnTo>
                    <a:pt x="469396" y="1632231"/>
                  </a:lnTo>
                  <a:lnTo>
                    <a:pt x="470324" y="1626732"/>
                  </a:lnTo>
                  <a:lnTo>
                    <a:pt x="469344" y="1623084"/>
                  </a:lnTo>
                  <a:lnTo>
                    <a:pt x="465622" y="1614918"/>
                  </a:lnTo>
                  <a:lnTo>
                    <a:pt x="464455" y="1611218"/>
                  </a:lnTo>
                  <a:lnTo>
                    <a:pt x="462611" y="1607564"/>
                  </a:lnTo>
                  <a:lnTo>
                    <a:pt x="462400" y="1607145"/>
                  </a:lnTo>
                  <a:lnTo>
                    <a:pt x="458367" y="1607505"/>
                  </a:lnTo>
                  <a:close/>
                </a:path>
              </a:pathLst>
            </a:custGeom>
            <a:solidFill>
              <a:srgbClr val="DA7E61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h101"/>
            <p:cNvSpPr/>
            <p:nvPr/>
          </p:nvSpPr>
          <p:spPr>
            <a:xfrm>
              <a:off x="2236837" y="802332"/>
              <a:ext cx="1425122" cy="2227711"/>
            </a:xfrm>
            <a:custGeom>
              <a:avLst/>
              <a:pathLst>
                <a:path w="1425122" h="2227711">
                  <a:moveTo>
                    <a:pt x="457200" y="1600200"/>
                  </a:moveTo>
                  <a:lnTo>
                    <a:pt x="500805" y="1609050"/>
                  </a:lnTo>
                  <a:lnTo>
                    <a:pt x="524118" y="1613823"/>
                  </a:lnTo>
                  <a:lnTo>
                    <a:pt x="562504" y="1621004"/>
                  </a:lnTo>
                  <a:lnTo>
                    <a:pt x="566405" y="1621720"/>
                  </a:lnTo>
                  <a:lnTo>
                    <a:pt x="590558" y="1626122"/>
                  </a:lnTo>
                  <a:lnTo>
                    <a:pt x="606165" y="1629183"/>
                  </a:lnTo>
                  <a:lnTo>
                    <a:pt x="615116" y="1630841"/>
                  </a:lnTo>
                  <a:lnTo>
                    <a:pt x="627958" y="1633198"/>
                  </a:lnTo>
                  <a:lnTo>
                    <a:pt x="645099" y="1636372"/>
                  </a:lnTo>
                  <a:lnTo>
                    <a:pt x="670513" y="1640641"/>
                  </a:lnTo>
                  <a:lnTo>
                    <a:pt x="691316" y="1644166"/>
                  </a:lnTo>
                  <a:lnTo>
                    <a:pt x="765418" y="1656048"/>
                  </a:lnTo>
                  <a:lnTo>
                    <a:pt x="769408" y="1656662"/>
                  </a:lnTo>
                  <a:lnTo>
                    <a:pt x="792685" y="1660320"/>
                  </a:lnTo>
                  <a:lnTo>
                    <a:pt x="821094" y="1664673"/>
                  </a:lnTo>
                  <a:lnTo>
                    <a:pt x="839697" y="1667328"/>
                  </a:lnTo>
                  <a:lnTo>
                    <a:pt x="861131" y="1670318"/>
                  </a:lnTo>
                  <a:lnTo>
                    <a:pt x="882169" y="1673161"/>
                  </a:lnTo>
                  <a:lnTo>
                    <a:pt x="899231" y="1675414"/>
                  </a:lnTo>
                  <a:lnTo>
                    <a:pt x="906786" y="1676317"/>
                  </a:lnTo>
                  <a:lnTo>
                    <a:pt x="928303" y="1679117"/>
                  </a:lnTo>
                  <a:lnTo>
                    <a:pt x="982521" y="1685721"/>
                  </a:lnTo>
                  <a:lnTo>
                    <a:pt x="983425" y="1685832"/>
                  </a:lnTo>
                  <a:lnTo>
                    <a:pt x="1002731" y="1688172"/>
                  </a:lnTo>
                  <a:lnTo>
                    <a:pt x="1022946" y="1690602"/>
                  </a:lnTo>
                  <a:lnTo>
                    <a:pt x="1059985" y="1694691"/>
                  </a:lnTo>
                  <a:lnTo>
                    <a:pt x="1084842" y="1697302"/>
                  </a:lnTo>
                  <a:lnTo>
                    <a:pt x="1127943" y="1701600"/>
                  </a:lnTo>
                  <a:lnTo>
                    <a:pt x="1149324" y="1703707"/>
                  </a:lnTo>
                  <a:lnTo>
                    <a:pt x="1155614" y="1704212"/>
                  </a:lnTo>
                  <a:lnTo>
                    <a:pt x="1170525" y="1705593"/>
                  </a:lnTo>
                  <a:lnTo>
                    <a:pt x="1216172" y="1709604"/>
                  </a:lnTo>
                  <a:lnTo>
                    <a:pt x="1247331" y="1712147"/>
                  </a:lnTo>
                  <a:lnTo>
                    <a:pt x="1257238" y="1712935"/>
                  </a:lnTo>
                  <a:lnTo>
                    <a:pt x="1262237" y="1713327"/>
                  </a:lnTo>
                  <a:lnTo>
                    <a:pt x="1284575" y="1714937"/>
                  </a:lnTo>
                  <a:lnTo>
                    <a:pt x="1318722" y="1717365"/>
                  </a:lnTo>
                  <a:lnTo>
                    <a:pt x="1326101" y="1717840"/>
                  </a:lnTo>
                  <a:lnTo>
                    <a:pt x="1342986" y="1718971"/>
                  </a:lnTo>
                  <a:lnTo>
                    <a:pt x="1357803" y="1719927"/>
                  </a:lnTo>
                  <a:lnTo>
                    <a:pt x="1384822" y="1721459"/>
                  </a:lnTo>
                  <a:lnTo>
                    <a:pt x="1425122" y="1723595"/>
                  </a:lnTo>
                  <a:lnTo>
                    <a:pt x="1424114" y="1742513"/>
                  </a:lnTo>
                  <a:lnTo>
                    <a:pt x="1422791" y="1769003"/>
                  </a:lnTo>
                  <a:lnTo>
                    <a:pt x="1421927" y="1786348"/>
                  </a:lnTo>
                  <a:lnTo>
                    <a:pt x="1421311" y="1799360"/>
                  </a:lnTo>
                  <a:lnTo>
                    <a:pt x="1420444" y="1817716"/>
                  </a:lnTo>
                  <a:lnTo>
                    <a:pt x="1418994" y="1848167"/>
                  </a:lnTo>
                  <a:lnTo>
                    <a:pt x="1418849" y="1851217"/>
                  </a:lnTo>
                  <a:lnTo>
                    <a:pt x="1417896" y="1872105"/>
                  </a:lnTo>
                  <a:lnTo>
                    <a:pt x="1416484" y="1896923"/>
                  </a:lnTo>
                  <a:lnTo>
                    <a:pt x="1415075" y="1922507"/>
                  </a:lnTo>
                  <a:lnTo>
                    <a:pt x="1414631" y="1930587"/>
                  </a:lnTo>
                  <a:lnTo>
                    <a:pt x="1414619" y="1930812"/>
                  </a:lnTo>
                  <a:lnTo>
                    <a:pt x="1413370" y="1955975"/>
                  </a:lnTo>
                  <a:lnTo>
                    <a:pt x="1412074" y="1979996"/>
                  </a:lnTo>
                  <a:lnTo>
                    <a:pt x="1410674" y="2007305"/>
                  </a:lnTo>
                  <a:lnTo>
                    <a:pt x="1410231" y="2016290"/>
                  </a:lnTo>
                  <a:lnTo>
                    <a:pt x="1409616" y="2028785"/>
                  </a:lnTo>
                  <a:lnTo>
                    <a:pt x="1409426" y="2032642"/>
                  </a:lnTo>
                  <a:lnTo>
                    <a:pt x="1408220" y="2055636"/>
                  </a:lnTo>
                  <a:lnTo>
                    <a:pt x="1407940" y="2061156"/>
                  </a:lnTo>
                  <a:lnTo>
                    <a:pt x="1405835" y="2102716"/>
                  </a:lnTo>
                  <a:lnTo>
                    <a:pt x="1405551" y="2110584"/>
                  </a:lnTo>
                  <a:lnTo>
                    <a:pt x="1405473" y="2112730"/>
                  </a:lnTo>
                  <a:lnTo>
                    <a:pt x="1404856" y="2126976"/>
                  </a:lnTo>
                  <a:lnTo>
                    <a:pt x="1403713" y="2150826"/>
                  </a:lnTo>
                  <a:lnTo>
                    <a:pt x="1403309" y="2159160"/>
                  </a:lnTo>
                  <a:lnTo>
                    <a:pt x="1402467" y="2178390"/>
                  </a:lnTo>
                  <a:lnTo>
                    <a:pt x="1401721" y="2193669"/>
                  </a:lnTo>
                  <a:lnTo>
                    <a:pt x="1401189" y="2204583"/>
                  </a:lnTo>
                  <a:lnTo>
                    <a:pt x="1400479" y="2220288"/>
                  </a:lnTo>
                  <a:lnTo>
                    <a:pt x="1398844" y="2220342"/>
                  </a:lnTo>
                  <a:lnTo>
                    <a:pt x="1314011" y="2215223"/>
                  </a:lnTo>
                  <a:lnTo>
                    <a:pt x="1312873" y="2215152"/>
                  </a:lnTo>
                  <a:lnTo>
                    <a:pt x="1309511" y="2214941"/>
                  </a:lnTo>
                  <a:lnTo>
                    <a:pt x="1241918" y="2210361"/>
                  </a:lnTo>
                  <a:lnTo>
                    <a:pt x="1226408" y="2209572"/>
                  </a:lnTo>
                  <a:lnTo>
                    <a:pt x="1205460" y="2208452"/>
                  </a:lnTo>
                  <a:lnTo>
                    <a:pt x="1150779" y="2203736"/>
                  </a:lnTo>
                  <a:lnTo>
                    <a:pt x="1110381" y="2199482"/>
                  </a:lnTo>
                  <a:lnTo>
                    <a:pt x="1061443" y="2194833"/>
                  </a:lnTo>
                  <a:lnTo>
                    <a:pt x="1053947" y="2194091"/>
                  </a:lnTo>
                  <a:lnTo>
                    <a:pt x="1032005" y="2191996"/>
                  </a:lnTo>
                  <a:lnTo>
                    <a:pt x="1009984" y="2189825"/>
                  </a:lnTo>
                  <a:lnTo>
                    <a:pt x="999442" y="2188706"/>
                  </a:lnTo>
                  <a:lnTo>
                    <a:pt x="961000" y="2184490"/>
                  </a:lnTo>
                  <a:lnTo>
                    <a:pt x="957497" y="2183308"/>
                  </a:lnTo>
                  <a:lnTo>
                    <a:pt x="916422" y="2178950"/>
                  </a:lnTo>
                  <a:lnTo>
                    <a:pt x="896907" y="2176562"/>
                  </a:lnTo>
                  <a:lnTo>
                    <a:pt x="879800" y="2174424"/>
                  </a:lnTo>
                  <a:lnTo>
                    <a:pt x="851080" y="2171296"/>
                  </a:lnTo>
                  <a:lnTo>
                    <a:pt x="817857" y="2167803"/>
                  </a:lnTo>
                  <a:lnTo>
                    <a:pt x="811102" y="2165564"/>
                  </a:lnTo>
                  <a:lnTo>
                    <a:pt x="788542" y="2162755"/>
                  </a:lnTo>
                  <a:lnTo>
                    <a:pt x="785180" y="2179168"/>
                  </a:lnTo>
                  <a:lnTo>
                    <a:pt x="782914" y="2196623"/>
                  </a:lnTo>
                  <a:lnTo>
                    <a:pt x="781933" y="2203916"/>
                  </a:lnTo>
                  <a:lnTo>
                    <a:pt x="781247" y="2209019"/>
                  </a:lnTo>
                  <a:lnTo>
                    <a:pt x="779255" y="2227711"/>
                  </a:lnTo>
                  <a:lnTo>
                    <a:pt x="773129" y="2224404"/>
                  </a:lnTo>
                  <a:lnTo>
                    <a:pt x="772011" y="2218959"/>
                  </a:lnTo>
                  <a:lnTo>
                    <a:pt x="767624" y="2213323"/>
                  </a:lnTo>
                  <a:lnTo>
                    <a:pt x="766455" y="2207160"/>
                  </a:lnTo>
                  <a:lnTo>
                    <a:pt x="763329" y="2201077"/>
                  </a:lnTo>
                  <a:lnTo>
                    <a:pt x="759505" y="2193470"/>
                  </a:lnTo>
                  <a:lnTo>
                    <a:pt x="755306" y="2189514"/>
                  </a:lnTo>
                  <a:lnTo>
                    <a:pt x="754688" y="2188932"/>
                  </a:lnTo>
                  <a:lnTo>
                    <a:pt x="749397" y="2192531"/>
                  </a:lnTo>
                  <a:lnTo>
                    <a:pt x="747379" y="2195377"/>
                  </a:lnTo>
                  <a:lnTo>
                    <a:pt x="746057" y="2197240"/>
                  </a:lnTo>
                  <a:lnTo>
                    <a:pt x="739976" y="2208504"/>
                  </a:lnTo>
                  <a:lnTo>
                    <a:pt x="735671" y="2211372"/>
                  </a:lnTo>
                  <a:lnTo>
                    <a:pt x="730958" y="2210450"/>
                  </a:lnTo>
                  <a:lnTo>
                    <a:pt x="723399" y="2208965"/>
                  </a:lnTo>
                  <a:lnTo>
                    <a:pt x="713467" y="2213616"/>
                  </a:lnTo>
                  <a:lnTo>
                    <a:pt x="708939" y="2206359"/>
                  </a:lnTo>
                  <a:lnTo>
                    <a:pt x="694167" y="2207473"/>
                  </a:lnTo>
                  <a:lnTo>
                    <a:pt x="686051" y="2207409"/>
                  </a:lnTo>
                  <a:lnTo>
                    <a:pt x="677893" y="2204281"/>
                  </a:lnTo>
                  <a:lnTo>
                    <a:pt x="672729" y="2200346"/>
                  </a:lnTo>
                  <a:lnTo>
                    <a:pt x="665638" y="2204253"/>
                  </a:lnTo>
                  <a:lnTo>
                    <a:pt x="661631" y="2213822"/>
                  </a:lnTo>
                  <a:lnTo>
                    <a:pt x="654735" y="2208721"/>
                  </a:lnTo>
                  <a:lnTo>
                    <a:pt x="643708" y="2205610"/>
                  </a:lnTo>
                  <a:lnTo>
                    <a:pt x="634691" y="2202671"/>
                  </a:lnTo>
                  <a:lnTo>
                    <a:pt x="632236" y="2202769"/>
                  </a:lnTo>
                  <a:lnTo>
                    <a:pt x="623006" y="2208451"/>
                  </a:lnTo>
                  <a:lnTo>
                    <a:pt x="622874" y="2212853"/>
                  </a:lnTo>
                  <a:lnTo>
                    <a:pt x="622399" y="2213059"/>
                  </a:lnTo>
                  <a:lnTo>
                    <a:pt x="617111" y="2215353"/>
                  </a:lnTo>
                  <a:lnTo>
                    <a:pt x="611762" y="2209896"/>
                  </a:lnTo>
                  <a:lnTo>
                    <a:pt x="607984" y="2202337"/>
                  </a:lnTo>
                  <a:lnTo>
                    <a:pt x="608910" y="2196586"/>
                  </a:lnTo>
                  <a:lnTo>
                    <a:pt x="605351" y="2188569"/>
                  </a:lnTo>
                  <a:lnTo>
                    <a:pt x="607406" y="2182329"/>
                  </a:lnTo>
                  <a:lnTo>
                    <a:pt x="604480" y="2171847"/>
                  </a:lnTo>
                  <a:lnTo>
                    <a:pt x="602978" y="2164505"/>
                  </a:lnTo>
                  <a:lnTo>
                    <a:pt x="594109" y="2155686"/>
                  </a:lnTo>
                  <a:lnTo>
                    <a:pt x="588913" y="2157852"/>
                  </a:lnTo>
                  <a:lnTo>
                    <a:pt x="583088" y="2152345"/>
                  </a:lnTo>
                  <a:lnTo>
                    <a:pt x="579330" y="2150736"/>
                  </a:lnTo>
                  <a:lnTo>
                    <a:pt x="576215" y="2141582"/>
                  </a:lnTo>
                  <a:lnTo>
                    <a:pt x="579308" y="2136704"/>
                  </a:lnTo>
                  <a:lnTo>
                    <a:pt x="581377" y="2130297"/>
                  </a:lnTo>
                  <a:lnTo>
                    <a:pt x="581224" y="2123660"/>
                  </a:lnTo>
                  <a:lnTo>
                    <a:pt x="576989" y="2117804"/>
                  </a:lnTo>
                  <a:lnTo>
                    <a:pt x="572079" y="2113364"/>
                  </a:lnTo>
                  <a:lnTo>
                    <a:pt x="567812" y="2099188"/>
                  </a:lnTo>
                  <a:lnTo>
                    <a:pt x="562370" y="2086794"/>
                  </a:lnTo>
                  <a:lnTo>
                    <a:pt x="563908" y="2079492"/>
                  </a:lnTo>
                  <a:lnTo>
                    <a:pt x="562156" y="2073789"/>
                  </a:lnTo>
                  <a:lnTo>
                    <a:pt x="563568" y="2067325"/>
                  </a:lnTo>
                  <a:lnTo>
                    <a:pt x="560803" y="2061476"/>
                  </a:lnTo>
                  <a:lnTo>
                    <a:pt x="562152" y="2051712"/>
                  </a:lnTo>
                  <a:lnTo>
                    <a:pt x="557946" y="2048257"/>
                  </a:lnTo>
                  <a:lnTo>
                    <a:pt x="555188" y="2045179"/>
                  </a:lnTo>
                  <a:lnTo>
                    <a:pt x="551800" y="2039722"/>
                  </a:lnTo>
                  <a:lnTo>
                    <a:pt x="550209" y="2037156"/>
                  </a:lnTo>
                  <a:lnTo>
                    <a:pt x="546359" y="2037049"/>
                  </a:lnTo>
                  <a:lnTo>
                    <a:pt x="545504" y="2042233"/>
                  </a:lnTo>
                  <a:lnTo>
                    <a:pt x="538608" y="2047349"/>
                  </a:lnTo>
                  <a:lnTo>
                    <a:pt x="528520" y="2052961"/>
                  </a:lnTo>
                  <a:lnTo>
                    <a:pt x="522772" y="2052912"/>
                  </a:lnTo>
                  <a:lnTo>
                    <a:pt x="519178" y="2059516"/>
                  </a:lnTo>
                  <a:lnTo>
                    <a:pt x="511817" y="2056655"/>
                  </a:lnTo>
                  <a:lnTo>
                    <a:pt x="505424" y="2048995"/>
                  </a:lnTo>
                  <a:lnTo>
                    <a:pt x="501537" y="2046355"/>
                  </a:lnTo>
                  <a:lnTo>
                    <a:pt x="500635" y="2042878"/>
                  </a:lnTo>
                  <a:lnTo>
                    <a:pt x="499893" y="2040015"/>
                  </a:lnTo>
                  <a:lnTo>
                    <a:pt x="501076" y="2034678"/>
                  </a:lnTo>
                  <a:lnTo>
                    <a:pt x="504563" y="2032980"/>
                  </a:lnTo>
                  <a:lnTo>
                    <a:pt x="505308" y="2026376"/>
                  </a:lnTo>
                  <a:lnTo>
                    <a:pt x="501707" y="2018391"/>
                  </a:lnTo>
                  <a:lnTo>
                    <a:pt x="506817" y="2012216"/>
                  </a:lnTo>
                  <a:lnTo>
                    <a:pt x="515239" y="2011294"/>
                  </a:lnTo>
                  <a:lnTo>
                    <a:pt x="518784" y="2008519"/>
                  </a:lnTo>
                  <a:lnTo>
                    <a:pt x="517321" y="2004559"/>
                  </a:lnTo>
                  <a:lnTo>
                    <a:pt x="519360" y="1998588"/>
                  </a:lnTo>
                  <a:lnTo>
                    <a:pt x="516668" y="1994679"/>
                  </a:lnTo>
                  <a:lnTo>
                    <a:pt x="514303" y="1988937"/>
                  </a:lnTo>
                  <a:lnTo>
                    <a:pt x="517507" y="1981053"/>
                  </a:lnTo>
                  <a:lnTo>
                    <a:pt x="512971" y="1976649"/>
                  </a:lnTo>
                  <a:lnTo>
                    <a:pt x="514483" y="1971543"/>
                  </a:lnTo>
                  <a:lnTo>
                    <a:pt x="520422" y="1971842"/>
                  </a:lnTo>
                  <a:lnTo>
                    <a:pt x="521512" y="1964027"/>
                  </a:lnTo>
                  <a:lnTo>
                    <a:pt x="523051" y="1959656"/>
                  </a:lnTo>
                  <a:lnTo>
                    <a:pt x="524690" y="1955270"/>
                  </a:lnTo>
                  <a:lnTo>
                    <a:pt x="527181" y="1946042"/>
                  </a:lnTo>
                  <a:lnTo>
                    <a:pt x="530901" y="1943588"/>
                  </a:lnTo>
                  <a:lnTo>
                    <a:pt x="531318" y="1932646"/>
                  </a:lnTo>
                  <a:lnTo>
                    <a:pt x="535835" y="1932270"/>
                  </a:lnTo>
                  <a:lnTo>
                    <a:pt x="539096" y="1924029"/>
                  </a:lnTo>
                  <a:lnTo>
                    <a:pt x="541536" y="1915700"/>
                  </a:lnTo>
                  <a:lnTo>
                    <a:pt x="540463" y="1914452"/>
                  </a:lnTo>
                  <a:lnTo>
                    <a:pt x="538684" y="1912381"/>
                  </a:lnTo>
                  <a:lnTo>
                    <a:pt x="530505" y="1913401"/>
                  </a:lnTo>
                  <a:lnTo>
                    <a:pt x="522534" y="1912545"/>
                  </a:lnTo>
                  <a:lnTo>
                    <a:pt x="519058" y="1910880"/>
                  </a:lnTo>
                  <a:lnTo>
                    <a:pt x="516649" y="1909726"/>
                  </a:lnTo>
                  <a:lnTo>
                    <a:pt x="517464" y="1902930"/>
                  </a:lnTo>
                  <a:lnTo>
                    <a:pt x="513716" y="1899830"/>
                  </a:lnTo>
                  <a:lnTo>
                    <a:pt x="512059" y="1898458"/>
                  </a:lnTo>
                  <a:lnTo>
                    <a:pt x="506343" y="1897568"/>
                  </a:lnTo>
                  <a:lnTo>
                    <a:pt x="505360" y="1892319"/>
                  </a:lnTo>
                  <a:lnTo>
                    <a:pt x="498588" y="1886848"/>
                  </a:lnTo>
                  <a:lnTo>
                    <a:pt x="494685" y="1878976"/>
                  </a:lnTo>
                  <a:lnTo>
                    <a:pt x="497083" y="1873560"/>
                  </a:lnTo>
                  <a:lnTo>
                    <a:pt x="494699" y="1870732"/>
                  </a:lnTo>
                  <a:lnTo>
                    <a:pt x="489780" y="1864886"/>
                  </a:lnTo>
                  <a:lnTo>
                    <a:pt x="487690" y="1858066"/>
                  </a:lnTo>
                  <a:lnTo>
                    <a:pt x="484505" y="1852481"/>
                  </a:lnTo>
                  <a:lnTo>
                    <a:pt x="480497" y="1842839"/>
                  </a:lnTo>
                  <a:lnTo>
                    <a:pt x="476062" y="1836427"/>
                  </a:lnTo>
                  <a:lnTo>
                    <a:pt x="473907" y="1831542"/>
                  </a:lnTo>
                  <a:lnTo>
                    <a:pt x="472147" y="1825344"/>
                  </a:lnTo>
                  <a:lnTo>
                    <a:pt x="468670" y="1823482"/>
                  </a:lnTo>
                  <a:lnTo>
                    <a:pt x="460981" y="1819474"/>
                  </a:lnTo>
                  <a:lnTo>
                    <a:pt x="456673" y="1814903"/>
                  </a:lnTo>
                  <a:lnTo>
                    <a:pt x="454132" y="1807670"/>
                  </a:lnTo>
                  <a:lnTo>
                    <a:pt x="444566" y="1799302"/>
                  </a:lnTo>
                  <a:lnTo>
                    <a:pt x="446971" y="1794760"/>
                  </a:lnTo>
                  <a:lnTo>
                    <a:pt x="452353" y="1792712"/>
                  </a:lnTo>
                  <a:lnTo>
                    <a:pt x="446866" y="1785132"/>
                  </a:lnTo>
                  <a:lnTo>
                    <a:pt x="447606" y="1779726"/>
                  </a:lnTo>
                  <a:lnTo>
                    <a:pt x="450978" y="1774399"/>
                  </a:lnTo>
                  <a:lnTo>
                    <a:pt x="448324" y="1769883"/>
                  </a:lnTo>
                  <a:lnTo>
                    <a:pt x="450387" y="1764960"/>
                  </a:lnTo>
                  <a:lnTo>
                    <a:pt x="442889" y="1755265"/>
                  </a:lnTo>
                  <a:lnTo>
                    <a:pt x="443420" y="1748493"/>
                  </a:lnTo>
                  <a:lnTo>
                    <a:pt x="439613" y="1744143"/>
                  </a:lnTo>
                  <a:lnTo>
                    <a:pt x="436206" y="1736432"/>
                  </a:lnTo>
                  <a:lnTo>
                    <a:pt x="432365" y="1726064"/>
                  </a:lnTo>
                  <a:lnTo>
                    <a:pt x="432019" y="1724554"/>
                  </a:lnTo>
                  <a:lnTo>
                    <a:pt x="431549" y="1722510"/>
                  </a:lnTo>
                  <a:lnTo>
                    <a:pt x="434756" y="1707234"/>
                  </a:lnTo>
                  <a:lnTo>
                    <a:pt x="437082" y="1696088"/>
                  </a:lnTo>
                  <a:lnTo>
                    <a:pt x="439475" y="1684635"/>
                  </a:lnTo>
                  <a:lnTo>
                    <a:pt x="443846" y="1663686"/>
                  </a:lnTo>
                  <a:lnTo>
                    <a:pt x="444379" y="1661145"/>
                  </a:lnTo>
                  <a:close/>
                </a:path>
              </a:pathLst>
            </a:custGeom>
            <a:solidFill>
              <a:srgbClr val="E1906E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h102"/>
            <p:cNvSpPr/>
            <p:nvPr/>
          </p:nvSpPr>
          <p:spPr>
            <a:xfrm>
              <a:off x="3155367" y="1904511"/>
              <a:ext cx="1283433" cy="1747729"/>
            </a:xfrm>
            <a:custGeom>
              <a:avLst/>
              <a:pathLst>
                <a:path w="1283433" h="1747729">
                  <a:moveTo>
                    <a:pt x="457200" y="1600199"/>
                  </a:moveTo>
                  <a:lnTo>
                    <a:pt x="458230" y="1579882"/>
                  </a:lnTo>
                  <a:lnTo>
                    <a:pt x="458926" y="1565598"/>
                  </a:lnTo>
                  <a:lnTo>
                    <a:pt x="459907" y="1544378"/>
                  </a:lnTo>
                  <a:lnTo>
                    <a:pt x="460191" y="1538247"/>
                  </a:lnTo>
                  <a:lnTo>
                    <a:pt x="460682" y="1527803"/>
                  </a:lnTo>
                  <a:lnTo>
                    <a:pt x="461780" y="1504512"/>
                  </a:lnTo>
                  <a:lnTo>
                    <a:pt x="462498" y="1490083"/>
                  </a:lnTo>
                  <a:lnTo>
                    <a:pt x="462588" y="1488272"/>
                  </a:lnTo>
                  <a:lnTo>
                    <a:pt x="463979" y="1459271"/>
                  </a:lnTo>
                  <a:lnTo>
                    <a:pt x="465450" y="1428237"/>
                  </a:lnTo>
                  <a:lnTo>
                    <a:pt x="466164" y="1414360"/>
                  </a:lnTo>
                  <a:lnTo>
                    <a:pt x="466286" y="1411983"/>
                  </a:lnTo>
                  <a:lnTo>
                    <a:pt x="468468" y="1366091"/>
                  </a:lnTo>
                  <a:lnTo>
                    <a:pt x="518215" y="1368372"/>
                  </a:lnTo>
                  <a:lnTo>
                    <a:pt x="520845" y="1368483"/>
                  </a:lnTo>
                  <a:lnTo>
                    <a:pt x="564023" y="1370259"/>
                  </a:lnTo>
                  <a:lnTo>
                    <a:pt x="582959" y="1370958"/>
                  </a:lnTo>
                  <a:lnTo>
                    <a:pt x="617791" y="1372117"/>
                  </a:lnTo>
                  <a:lnTo>
                    <a:pt x="647421" y="1372992"/>
                  </a:lnTo>
                  <a:lnTo>
                    <a:pt x="725068" y="1374723"/>
                  </a:lnTo>
                  <a:lnTo>
                    <a:pt x="745752" y="1375047"/>
                  </a:lnTo>
                  <a:lnTo>
                    <a:pt x="818652" y="1375526"/>
                  </a:lnTo>
                  <a:lnTo>
                    <a:pt x="850319" y="1375511"/>
                  </a:lnTo>
                  <a:lnTo>
                    <a:pt x="879041" y="1375400"/>
                  </a:lnTo>
                  <a:lnTo>
                    <a:pt x="904455" y="1375208"/>
                  </a:lnTo>
                  <a:lnTo>
                    <a:pt x="941398" y="1374775"/>
                  </a:lnTo>
                  <a:lnTo>
                    <a:pt x="973156" y="1374222"/>
                  </a:lnTo>
                  <a:lnTo>
                    <a:pt x="975020" y="1378540"/>
                  </a:lnTo>
                  <a:lnTo>
                    <a:pt x="979139" y="1382726"/>
                  </a:lnTo>
                  <a:lnTo>
                    <a:pt x="983537" y="1383985"/>
                  </a:lnTo>
                  <a:lnTo>
                    <a:pt x="990738" y="1387807"/>
                  </a:lnTo>
                  <a:lnTo>
                    <a:pt x="993333" y="1389181"/>
                  </a:lnTo>
                  <a:lnTo>
                    <a:pt x="997748" y="1390809"/>
                  </a:lnTo>
                  <a:lnTo>
                    <a:pt x="1005029" y="1393132"/>
                  </a:lnTo>
                  <a:lnTo>
                    <a:pt x="1005444" y="1393264"/>
                  </a:lnTo>
                  <a:lnTo>
                    <a:pt x="1009484" y="1397092"/>
                  </a:lnTo>
                  <a:lnTo>
                    <a:pt x="1015963" y="1402441"/>
                  </a:lnTo>
                  <a:lnTo>
                    <a:pt x="1023690" y="1401578"/>
                  </a:lnTo>
                  <a:lnTo>
                    <a:pt x="1027716" y="1397840"/>
                  </a:lnTo>
                  <a:lnTo>
                    <a:pt x="1030108" y="1391092"/>
                  </a:lnTo>
                  <a:lnTo>
                    <a:pt x="1031793" y="1389503"/>
                  </a:lnTo>
                  <a:lnTo>
                    <a:pt x="1036971" y="1390247"/>
                  </a:lnTo>
                  <a:lnTo>
                    <a:pt x="1046155" y="1391761"/>
                  </a:lnTo>
                  <a:lnTo>
                    <a:pt x="1052100" y="1390595"/>
                  </a:lnTo>
                  <a:lnTo>
                    <a:pt x="1055380" y="1389950"/>
                  </a:lnTo>
                  <a:lnTo>
                    <a:pt x="1062975" y="1390031"/>
                  </a:lnTo>
                  <a:lnTo>
                    <a:pt x="1065815" y="1390410"/>
                  </a:lnTo>
                  <a:lnTo>
                    <a:pt x="1068811" y="1390809"/>
                  </a:lnTo>
                  <a:lnTo>
                    <a:pt x="1071933" y="1388241"/>
                  </a:lnTo>
                  <a:lnTo>
                    <a:pt x="1078881" y="1389266"/>
                  </a:lnTo>
                  <a:lnTo>
                    <a:pt x="1082402" y="1387935"/>
                  </a:lnTo>
                  <a:lnTo>
                    <a:pt x="1088298" y="1389295"/>
                  </a:lnTo>
                  <a:lnTo>
                    <a:pt x="1090612" y="1393319"/>
                  </a:lnTo>
                  <a:lnTo>
                    <a:pt x="1095186" y="1396709"/>
                  </a:lnTo>
                  <a:lnTo>
                    <a:pt x="1098345" y="1399046"/>
                  </a:lnTo>
                  <a:lnTo>
                    <a:pt x="1108094" y="1399879"/>
                  </a:lnTo>
                  <a:lnTo>
                    <a:pt x="1108961" y="1400582"/>
                  </a:lnTo>
                  <a:lnTo>
                    <a:pt x="1113660" y="1404387"/>
                  </a:lnTo>
                  <a:lnTo>
                    <a:pt x="1118989" y="1403035"/>
                  </a:lnTo>
                  <a:lnTo>
                    <a:pt x="1128215" y="1406799"/>
                  </a:lnTo>
                  <a:lnTo>
                    <a:pt x="1128746" y="1407016"/>
                  </a:lnTo>
                  <a:lnTo>
                    <a:pt x="1131059" y="1411375"/>
                  </a:lnTo>
                  <a:lnTo>
                    <a:pt x="1138432" y="1411559"/>
                  </a:lnTo>
                  <a:lnTo>
                    <a:pt x="1137638" y="1418480"/>
                  </a:lnTo>
                  <a:lnTo>
                    <a:pt x="1142443" y="1422928"/>
                  </a:lnTo>
                  <a:lnTo>
                    <a:pt x="1145457" y="1427696"/>
                  </a:lnTo>
                  <a:lnTo>
                    <a:pt x="1147068" y="1430242"/>
                  </a:lnTo>
                  <a:lnTo>
                    <a:pt x="1154950" y="1429396"/>
                  </a:lnTo>
                  <a:lnTo>
                    <a:pt x="1157273" y="1432715"/>
                  </a:lnTo>
                  <a:lnTo>
                    <a:pt x="1162342" y="1431517"/>
                  </a:lnTo>
                  <a:lnTo>
                    <a:pt x="1168374" y="1434852"/>
                  </a:lnTo>
                  <a:lnTo>
                    <a:pt x="1165851" y="1441282"/>
                  </a:lnTo>
                  <a:lnTo>
                    <a:pt x="1166591" y="1450390"/>
                  </a:lnTo>
                  <a:lnTo>
                    <a:pt x="1172039" y="1457179"/>
                  </a:lnTo>
                  <a:lnTo>
                    <a:pt x="1173591" y="1459111"/>
                  </a:lnTo>
                  <a:lnTo>
                    <a:pt x="1173810" y="1464808"/>
                  </a:lnTo>
                  <a:lnTo>
                    <a:pt x="1173750" y="1465318"/>
                  </a:lnTo>
                  <a:lnTo>
                    <a:pt x="1173040" y="1471325"/>
                  </a:lnTo>
                  <a:lnTo>
                    <a:pt x="1180589" y="1477605"/>
                  </a:lnTo>
                  <a:lnTo>
                    <a:pt x="1180587" y="1485858"/>
                  </a:lnTo>
                  <a:lnTo>
                    <a:pt x="1185266" y="1488702"/>
                  </a:lnTo>
                  <a:lnTo>
                    <a:pt x="1193938" y="1494273"/>
                  </a:lnTo>
                  <a:lnTo>
                    <a:pt x="1191852" y="1502403"/>
                  </a:lnTo>
                  <a:lnTo>
                    <a:pt x="1195084" y="1507719"/>
                  </a:lnTo>
                  <a:lnTo>
                    <a:pt x="1196980" y="1510834"/>
                  </a:lnTo>
                  <a:lnTo>
                    <a:pt x="1201265" y="1516518"/>
                  </a:lnTo>
                  <a:lnTo>
                    <a:pt x="1199537" y="1525410"/>
                  </a:lnTo>
                  <a:lnTo>
                    <a:pt x="1197913" y="1531169"/>
                  </a:lnTo>
                  <a:lnTo>
                    <a:pt x="1197630" y="1532172"/>
                  </a:lnTo>
                  <a:lnTo>
                    <a:pt x="1197329" y="1539035"/>
                  </a:lnTo>
                  <a:lnTo>
                    <a:pt x="1200069" y="1545424"/>
                  </a:lnTo>
                  <a:lnTo>
                    <a:pt x="1201309" y="1549456"/>
                  </a:lnTo>
                  <a:lnTo>
                    <a:pt x="1208226" y="1547156"/>
                  </a:lnTo>
                  <a:lnTo>
                    <a:pt x="1209471" y="1551713"/>
                  </a:lnTo>
                  <a:lnTo>
                    <a:pt x="1210717" y="1556268"/>
                  </a:lnTo>
                  <a:lnTo>
                    <a:pt x="1216422" y="1557731"/>
                  </a:lnTo>
                  <a:lnTo>
                    <a:pt x="1216366" y="1565916"/>
                  </a:lnTo>
                  <a:lnTo>
                    <a:pt x="1216349" y="1568391"/>
                  </a:lnTo>
                  <a:lnTo>
                    <a:pt x="1216922" y="1574321"/>
                  </a:lnTo>
                  <a:lnTo>
                    <a:pt x="1220498" y="1579603"/>
                  </a:lnTo>
                  <a:lnTo>
                    <a:pt x="1218757" y="1584704"/>
                  </a:lnTo>
                  <a:lnTo>
                    <a:pt x="1219173" y="1590478"/>
                  </a:lnTo>
                  <a:lnTo>
                    <a:pt x="1219235" y="1591348"/>
                  </a:lnTo>
                  <a:lnTo>
                    <a:pt x="1224161" y="1590766"/>
                  </a:lnTo>
                  <a:lnTo>
                    <a:pt x="1223846" y="1594115"/>
                  </a:lnTo>
                  <a:lnTo>
                    <a:pt x="1223425" y="1598565"/>
                  </a:lnTo>
                  <a:lnTo>
                    <a:pt x="1224126" y="1603654"/>
                  </a:lnTo>
                  <a:lnTo>
                    <a:pt x="1224222" y="1607463"/>
                  </a:lnTo>
                  <a:lnTo>
                    <a:pt x="1224332" y="1611866"/>
                  </a:lnTo>
                  <a:lnTo>
                    <a:pt x="1228122" y="1617276"/>
                  </a:lnTo>
                  <a:lnTo>
                    <a:pt x="1227525" y="1623235"/>
                  </a:lnTo>
                  <a:lnTo>
                    <a:pt x="1229474" y="1626465"/>
                  </a:lnTo>
                  <a:lnTo>
                    <a:pt x="1230295" y="1627825"/>
                  </a:lnTo>
                  <a:lnTo>
                    <a:pt x="1227670" y="1633068"/>
                  </a:lnTo>
                  <a:lnTo>
                    <a:pt x="1228720" y="1640800"/>
                  </a:lnTo>
                  <a:lnTo>
                    <a:pt x="1223870" y="1646855"/>
                  </a:lnTo>
                  <a:lnTo>
                    <a:pt x="1228207" y="1653315"/>
                  </a:lnTo>
                  <a:lnTo>
                    <a:pt x="1234423" y="1656648"/>
                  </a:lnTo>
                  <a:lnTo>
                    <a:pt x="1237864" y="1662680"/>
                  </a:lnTo>
                  <a:lnTo>
                    <a:pt x="1236371" y="1665014"/>
                  </a:lnTo>
                  <a:lnTo>
                    <a:pt x="1237538" y="1672319"/>
                  </a:lnTo>
                  <a:lnTo>
                    <a:pt x="1241572" y="1671959"/>
                  </a:lnTo>
                  <a:lnTo>
                    <a:pt x="1241783" y="1672378"/>
                  </a:lnTo>
                  <a:lnTo>
                    <a:pt x="1243627" y="1676032"/>
                  </a:lnTo>
                  <a:lnTo>
                    <a:pt x="1244793" y="1679732"/>
                  </a:lnTo>
                  <a:lnTo>
                    <a:pt x="1248515" y="1687898"/>
                  </a:lnTo>
                  <a:lnTo>
                    <a:pt x="1249495" y="1691546"/>
                  </a:lnTo>
                  <a:lnTo>
                    <a:pt x="1248568" y="1697045"/>
                  </a:lnTo>
                  <a:lnTo>
                    <a:pt x="1253861" y="1698354"/>
                  </a:lnTo>
                  <a:lnTo>
                    <a:pt x="1258275" y="1700437"/>
                  </a:lnTo>
                  <a:lnTo>
                    <a:pt x="1258930" y="1703729"/>
                  </a:lnTo>
                  <a:lnTo>
                    <a:pt x="1258970" y="1703929"/>
                  </a:lnTo>
                  <a:lnTo>
                    <a:pt x="1259061" y="1704387"/>
                  </a:lnTo>
                  <a:lnTo>
                    <a:pt x="1266280" y="1706854"/>
                  </a:lnTo>
                  <a:lnTo>
                    <a:pt x="1265785" y="1712796"/>
                  </a:lnTo>
                  <a:lnTo>
                    <a:pt x="1270730" y="1718433"/>
                  </a:lnTo>
                  <a:lnTo>
                    <a:pt x="1274548" y="1722297"/>
                  </a:lnTo>
                  <a:lnTo>
                    <a:pt x="1272852" y="1727173"/>
                  </a:lnTo>
                  <a:lnTo>
                    <a:pt x="1276153" y="1732302"/>
                  </a:lnTo>
                  <a:lnTo>
                    <a:pt x="1279388" y="1731849"/>
                  </a:lnTo>
                  <a:lnTo>
                    <a:pt x="1283433" y="1735265"/>
                  </a:lnTo>
                  <a:lnTo>
                    <a:pt x="1280427" y="1735431"/>
                  </a:lnTo>
                  <a:lnTo>
                    <a:pt x="1238130" y="1737647"/>
                  </a:lnTo>
                  <a:lnTo>
                    <a:pt x="1237793" y="1737663"/>
                  </a:lnTo>
                  <a:lnTo>
                    <a:pt x="1216617" y="1738683"/>
                  </a:lnTo>
                  <a:lnTo>
                    <a:pt x="1215341" y="1738743"/>
                  </a:lnTo>
                  <a:lnTo>
                    <a:pt x="1202947" y="1739357"/>
                  </a:lnTo>
                  <a:lnTo>
                    <a:pt x="1194872" y="1739704"/>
                  </a:lnTo>
                  <a:lnTo>
                    <a:pt x="1173505" y="1740612"/>
                  </a:lnTo>
                  <a:lnTo>
                    <a:pt x="1172912" y="1740637"/>
                  </a:lnTo>
                  <a:lnTo>
                    <a:pt x="1140945" y="1741885"/>
                  </a:lnTo>
                  <a:lnTo>
                    <a:pt x="1134467" y="1742123"/>
                  </a:lnTo>
                  <a:lnTo>
                    <a:pt x="1130412" y="1742274"/>
                  </a:lnTo>
                  <a:lnTo>
                    <a:pt x="1121581" y="1742597"/>
                  </a:lnTo>
                  <a:lnTo>
                    <a:pt x="1087300" y="1743702"/>
                  </a:lnTo>
                  <a:lnTo>
                    <a:pt x="1082859" y="1743834"/>
                  </a:lnTo>
                  <a:lnTo>
                    <a:pt x="1048449" y="1744812"/>
                  </a:lnTo>
                  <a:lnTo>
                    <a:pt x="1044226" y="1744922"/>
                  </a:lnTo>
                  <a:lnTo>
                    <a:pt x="1033718" y="1745186"/>
                  </a:lnTo>
                  <a:lnTo>
                    <a:pt x="1019983" y="1745509"/>
                  </a:lnTo>
                  <a:lnTo>
                    <a:pt x="1001124" y="1745920"/>
                  </a:lnTo>
                  <a:lnTo>
                    <a:pt x="979173" y="1746341"/>
                  </a:lnTo>
                  <a:lnTo>
                    <a:pt x="968761" y="1746520"/>
                  </a:lnTo>
                  <a:lnTo>
                    <a:pt x="958033" y="1746700"/>
                  </a:lnTo>
                  <a:lnTo>
                    <a:pt x="925580" y="1747156"/>
                  </a:lnTo>
                  <a:lnTo>
                    <a:pt x="923810" y="1747177"/>
                  </a:lnTo>
                  <a:lnTo>
                    <a:pt x="914898" y="1747274"/>
                  </a:lnTo>
                  <a:lnTo>
                    <a:pt x="884157" y="1747529"/>
                  </a:lnTo>
                  <a:lnTo>
                    <a:pt x="872386" y="1747622"/>
                  </a:lnTo>
                  <a:lnTo>
                    <a:pt x="872108" y="1747624"/>
                  </a:lnTo>
                  <a:lnTo>
                    <a:pt x="854467" y="1747729"/>
                  </a:lnTo>
                  <a:lnTo>
                    <a:pt x="819747" y="1747711"/>
                  </a:lnTo>
                  <a:lnTo>
                    <a:pt x="818242" y="1747706"/>
                  </a:lnTo>
                  <a:lnTo>
                    <a:pt x="791237" y="1747575"/>
                  </a:lnTo>
                  <a:lnTo>
                    <a:pt x="766293" y="1747328"/>
                  </a:lnTo>
                  <a:lnTo>
                    <a:pt x="764387" y="1747306"/>
                  </a:lnTo>
                  <a:lnTo>
                    <a:pt x="735664" y="1746990"/>
                  </a:lnTo>
                  <a:lnTo>
                    <a:pt x="713402" y="1746643"/>
                  </a:lnTo>
                  <a:lnTo>
                    <a:pt x="710540" y="1746597"/>
                  </a:lnTo>
                  <a:lnTo>
                    <a:pt x="702253" y="1746458"/>
                  </a:lnTo>
                  <a:lnTo>
                    <a:pt x="689751" y="1746231"/>
                  </a:lnTo>
                  <a:lnTo>
                    <a:pt x="662138" y="1745629"/>
                  </a:lnTo>
                  <a:lnTo>
                    <a:pt x="641224" y="1745120"/>
                  </a:lnTo>
                  <a:lnTo>
                    <a:pt x="642253" y="1703498"/>
                  </a:lnTo>
                  <a:lnTo>
                    <a:pt x="642285" y="1702153"/>
                  </a:lnTo>
                  <a:lnTo>
                    <a:pt x="642553" y="1690882"/>
                  </a:lnTo>
                  <a:lnTo>
                    <a:pt x="643317" y="1658908"/>
                  </a:lnTo>
                  <a:lnTo>
                    <a:pt x="643471" y="1652446"/>
                  </a:lnTo>
                  <a:lnTo>
                    <a:pt x="644183" y="1621059"/>
                  </a:lnTo>
                  <a:lnTo>
                    <a:pt x="596811" y="1619754"/>
                  </a:lnTo>
                  <a:lnTo>
                    <a:pt x="590786" y="1619564"/>
                  </a:lnTo>
                  <a:lnTo>
                    <a:pt x="587745" y="1619467"/>
                  </a:lnTo>
                  <a:lnTo>
                    <a:pt x="548074" y="1618084"/>
                  </a:lnTo>
                  <a:lnTo>
                    <a:pt x="519390" y="1617001"/>
                  </a:lnTo>
                  <a:lnTo>
                    <a:pt x="501389" y="1616266"/>
                  </a:lnTo>
                  <a:lnTo>
                    <a:pt x="456524" y="1614228"/>
                  </a:lnTo>
                  <a:close/>
                </a:path>
              </a:pathLst>
            </a:custGeom>
            <a:solidFill>
              <a:srgbClr val="F4CC9A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h103"/>
            <p:cNvSpPr/>
            <p:nvPr/>
          </p:nvSpPr>
          <p:spPr>
            <a:xfrm>
              <a:off x="1632328" y="1905731"/>
              <a:ext cx="1070312" cy="2237443"/>
            </a:xfrm>
            <a:custGeom>
              <a:avLst/>
              <a:pathLst>
                <a:path w="1070312" h="2237443">
                  <a:moveTo>
                    <a:pt x="457200" y="1600200"/>
                  </a:moveTo>
                  <a:lnTo>
                    <a:pt x="461000" y="1584590"/>
                  </a:lnTo>
                  <a:lnTo>
                    <a:pt x="463777" y="1573202"/>
                  </a:lnTo>
                  <a:lnTo>
                    <a:pt x="469154" y="1550902"/>
                  </a:lnTo>
                  <a:lnTo>
                    <a:pt x="476029" y="1522463"/>
                  </a:lnTo>
                  <a:lnTo>
                    <a:pt x="480924" y="1501802"/>
                  </a:lnTo>
                  <a:lnTo>
                    <a:pt x="486590" y="1478107"/>
                  </a:lnTo>
                  <a:lnTo>
                    <a:pt x="497952" y="1429433"/>
                  </a:lnTo>
                  <a:lnTo>
                    <a:pt x="501978" y="1411763"/>
                  </a:lnTo>
                  <a:lnTo>
                    <a:pt x="511127" y="1373050"/>
                  </a:lnTo>
                  <a:lnTo>
                    <a:pt x="523919" y="1320195"/>
                  </a:lnTo>
                  <a:lnTo>
                    <a:pt x="531317" y="1289020"/>
                  </a:lnTo>
                  <a:lnTo>
                    <a:pt x="534833" y="1274471"/>
                  </a:lnTo>
                  <a:lnTo>
                    <a:pt x="559223" y="1280341"/>
                  </a:lnTo>
                  <a:lnTo>
                    <a:pt x="591743" y="1288615"/>
                  </a:lnTo>
                  <a:lnTo>
                    <a:pt x="594943" y="1289420"/>
                  </a:lnTo>
                  <a:lnTo>
                    <a:pt x="605263" y="1292008"/>
                  </a:lnTo>
                  <a:lnTo>
                    <a:pt x="623782" y="1296370"/>
                  </a:lnTo>
                  <a:lnTo>
                    <a:pt x="643867" y="1301271"/>
                  </a:lnTo>
                  <a:lnTo>
                    <a:pt x="668521" y="1306677"/>
                  </a:lnTo>
                  <a:lnTo>
                    <a:pt x="695756" y="1312737"/>
                  </a:lnTo>
                  <a:lnTo>
                    <a:pt x="724798" y="1319119"/>
                  </a:lnTo>
                  <a:lnTo>
                    <a:pt x="747200" y="1324073"/>
                  </a:lnTo>
                  <a:lnTo>
                    <a:pt x="766979" y="1328295"/>
                  </a:lnTo>
                  <a:lnTo>
                    <a:pt x="785494" y="1332154"/>
                  </a:lnTo>
                  <a:lnTo>
                    <a:pt x="800904" y="1335508"/>
                  </a:lnTo>
                  <a:lnTo>
                    <a:pt x="801622" y="1335666"/>
                  </a:lnTo>
                  <a:lnTo>
                    <a:pt x="836850" y="1343369"/>
                  </a:lnTo>
                  <a:lnTo>
                    <a:pt x="863253" y="1348800"/>
                  </a:lnTo>
                  <a:lnTo>
                    <a:pt x="904951" y="1357220"/>
                  </a:lnTo>
                  <a:lnTo>
                    <a:pt x="927015" y="1361457"/>
                  </a:lnTo>
                  <a:lnTo>
                    <a:pt x="955175" y="1367035"/>
                  </a:lnTo>
                  <a:lnTo>
                    <a:pt x="980165" y="1371421"/>
                  </a:lnTo>
                  <a:lnTo>
                    <a:pt x="992759" y="1373598"/>
                  </a:lnTo>
                  <a:lnTo>
                    <a:pt x="1019885" y="1379243"/>
                  </a:lnTo>
                  <a:lnTo>
                    <a:pt x="1048553" y="1384410"/>
                  </a:lnTo>
                  <a:lnTo>
                    <a:pt x="1070312" y="1388288"/>
                  </a:lnTo>
                  <a:lnTo>
                    <a:pt x="1065535" y="1417816"/>
                  </a:lnTo>
                  <a:lnTo>
                    <a:pt x="1060124" y="1450035"/>
                  </a:lnTo>
                  <a:lnTo>
                    <a:pt x="1054205" y="1484926"/>
                  </a:lnTo>
                  <a:lnTo>
                    <a:pt x="1049904" y="1510472"/>
                  </a:lnTo>
                  <a:lnTo>
                    <a:pt x="1044219" y="1544090"/>
                  </a:lnTo>
                  <a:lnTo>
                    <a:pt x="1039360" y="1572397"/>
                  </a:lnTo>
                  <a:lnTo>
                    <a:pt x="1037334" y="1584373"/>
                  </a:lnTo>
                  <a:lnTo>
                    <a:pt x="1031647" y="1618966"/>
                  </a:lnTo>
                  <a:lnTo>
                    <a:pt x="1031263" y="1621307"/>
                  </a:lnTo>
                  <a:lnTo>
                    <a:pt x="1027329" y="1644874"/>
                  </a:lnTo>
                  <a:lnTo>
                    <a:pt x="1025038" y="1658628"/>
                  </a:lnTo>
                  <a:lnTo>
                    <a:pt x="1020071" y="1689549"/>
                  </a:lnTo>
                  <a:lnTo>
                    <a:pt x="1019227" y="1694812"/>
                  </a:lnTo>
                  <a:lnTo>
                    <a:pt x="1009215" y="1755566"/>
                  </a:lnTo>
                  <a:lnTo>
                    <a:pt x="1006807" y="1771174"/>
                  </a:lnTo>
                  <a:lnTo>
                    <a:pt x="1002703" y="1795901"/>
                  </a:lnTo>
                  <a:lnTo>
                    <a:pt x="1000579" y="1808729"/>
                  </a:lnTo>
                  <a:lnTo>
                    <a:pt x="997274" y="1829428"/>
                  </a:lnTo>
                  <a:lnTo>
                    <a:pt x="994243" y="1848429"/>
                  </a:lnTo>
                  <a:lnTo>
                    <a:pt x="992283" y="1860892"/>
                  </a:lnTo>
                  <a:lnTo>
                    <a:pt x="987093" y="1893744"/>
                  </a:lnTo>
                  <a:lnTo>
                    <a:pt x="984260" y="1910348"/>
                  </a:lnTo>
                  <a:lnTo>
                    <a:pt x="981447" y="1927693"/>
                  </a:lnTo>
                  <a:lnTo>
                    <a:pt x="979240" y="1941548"/>
                  </a:lnTo>
                  <a:lnTo>
                    <a:pt x="975300" y="1967062"/>
                  </a:lnTo>
                  <a:lnTo>
                    <a:pt x="971543" y="1991162"/>
                  </a:lnTo>
                  <a:lnTo>
                    <a:pt x="969963" y="2002000"/>
                  </a:lnTo>
                  <a:lnTo>
                    <a:pt x="966988" y="2021331"/>
                  </a:lnTo>
                  <a:lnTo>
                    <a:pt x="962480" y="2050720"/>
                  </a:lnTo>
                  <a:lnTo>
                    <a:pt x="957362" y="2084968"/>
                  </a:lnTo>
                  <a:lnTo>
                    <a:pt x="956221" y="2091923"/>
                  </a:lnTo>
                  <a:lnTo>
                    <a:pt x="954938" y="2101136"/>
                  </a:lnTo>
                  <a:lnTo>
                    <a:pt x="948318" y="2109143"/>
                  </a:lnTo>
                  <a:lnTo>
                    <a:pt x="943220" y="2116911"/>
                  </a:lnTo>
                  <a:lnTo>
                    <a:pt x="941335" y="2120196"/>
                  </a:lnTo>
                  <a:lnTo>
                    <a:pt x="935026" y="2120246"/>
                  </a:lnTo>
                  <a:lnTo>
                    <a:pt x="929772" y="2116809"/>
                  </a:lnTo>
                  <a:lnTo>
                    <a:pt x="925799" y="2112670"/>
                  </a:lnTo>
                  <a:lnTo>
                    <a:pt x="924572" y="2106792"/>
                  </a:lnTo>
                  <a:lnTo>
                    <a:pt x="921808" y="2101887"/>
                  </a:lnTo>
                  <a:lnTo>
                    <a:pt x="917427" y="2100792"/>
                  </a:lnTo>
                  <a:lnTo>
                    <a:pt x="913916" y="2102623"/>
                  </a:lnTo>
                  <a:lnTo>
                    <a:pt x="910181" y="2101594"/>
                  </a:lnTo>
                  <a:lnTo>
                    <a:pt x="908164" y="2098520"/>
                  </a:lnTo>
                  <a:lnTo>
                    <a:pt x="902218" y="2097394"/>
                  </a:lnTo>
                  <a:lnTo>
                    <a:pt x="896495" y="2097724"/>
                  </a:lnTo>
                  <a:lnTo>
                    <a:pt x="892206" y="2099954"/>
                  </a:lnTo>
                  <a:lnTo>
                    <a:pt x="885069" y="2100327"/>
                  </a:lnTo>
                  <a:lnTo>
                    <a:pt x="883687" y="2104353"/>
                  </a:lnTo>
                  <a:lnTo>
                    <a:pt x="883600" y="2104918"/>
                  </a:lnTo>
                  <a:lnTo>
                    <a:pt x="882540" y="2111798"/>
                  </a:lnTo>
                  <a:lnTo>
                    <a:pt x="882380" y="2120109"/>
                  </a:lnTo>
                  <a:lnTo>
                    <a:pt x="884606" y="2125824"/>
                  </a:lnTo>
                  <a:lnTo>
                    <a:pt x="886913" y="2130864"/>
                  </a:lnTo>
                  <a:lnTo>
                    <a:pt x="882543" y="2136465"/>
                  </a:lnTo>
                  <a:lnTo>
                    <a:pt x="881583" y="2146507"/>
                  </a:lnTo>
                  <a:lnTo>
                    <a:pt x="880748" y="2156744"/>
                  </a:lnTo>
                  <a:lnTo>
                    <a:pt x="883531" y="2162362"/>
                  </a:lnTo>
                  <a:lnTo>
                    <a:pt x="882829" y="2165114"/>
                  </a:lnTo>
                  <a:lnTo>
                    <a:pt x="880873" y="2172783"/>
                  </a:lnTo>
                  <a:lnTo>
                    <a:pt x="879266" y="2181963"/>
                  </a:lnTo>
                  <a:lnTo>
                    <a:pt x="882210" y="2187528"/>
                  </a:lnTo>
                  <a:lnTo>
                    <a:pt x="883342" y="2206286"/>
                  </a:lnTo>
                  <a:lnTo>
                    <a:pt x="882384" y="2221714"/>
                  </a:lnTo>
                  <a:lnTo>
                    <a:pt x="879401" y="2223420"/>
                  </a:lnTo>
                  <a:lnTo>
                    <a:pt x="877330" y="2222984"/>
                  </a:lnTo>
                  <a:lnTo>
                    <a:pt x="875781" y="2229416"/>
                  </a:lnTo>
                  <a:lnTo>
                    <a:pt x="873645" y="2237443"/>
                  </a:lnTo>
                  <a:lnTo>
                    <a:pt x="859228" y="2217507"/>
                  </a:lnTo>
                  <a:lnTo>
                    <a:pt x="847126" y="2200760"/>
                  </a:lnTo>
                  <a:lnTo>
                    <a:pt x="839110" y="2189617"/>
                  </a:lnTo>
                  <a:lnTo>
                    <a:pt x="829377" y="2176212"/>
                  </a:lnTo>
                  <a:lnTo>
                    <a:pt x="817400" y="2159598"/>
                  </a:lnTo>
                  <a:lnTo>
                    <a:pt x="809017" y="2148008"/>
                  </a:lnTo>
                  <a:lnTo>
                    <a:pt x="788878" y="2119942"/>
                  </a:lnTo>
                  <a:lnTo>
                    <a:pt x="772559" y="2097350"/>
                  </a:lnTo>
                  <a:lnTo>
                    <a:pt x="768713" y="2092000"/>
                  </a:lnTo>
                  <a:lnTo>
                    <a:pt x="752310" y="2069078"/>
                  </a:lnTo>
                  <a:lnTo>
                    <a:pt x="729352" y="2037070"/>
                  </a:lnTo>
                  <a:lnTo>
                    <a:pt x="720276" y="2024278"/>
                  </a:lnTo>
                  <a:lnTo>
                    <a:pt x="679133" y="1966526"/>
                  </a:lnTo>
                  <a:lnTo>
                    <a:pt x="665987" y="1948076"/>
                  </a:lnTo>
                  <a:lnTo>
                    <a:pt x="659728" y="1939249"/>
                  </a:lnTo>
                  <a:lnTo>
                    <a:pt x="625390" y="1890754"/>
                  </a:lnTo>
                  <a:lnTo>
                    <a:pt x="613408" y="1873924"/>
                  </a:lnTo>
                  <a:lnTo>
                    <a:pt x="598703" y="1853126"/>
                  </a:lnTo>
                  <a:lnTo>
                    <a:pt x="567317" y="1808584"/>
                  </a:lnTo>
                  <a:lnTo>
                    <a:pt x="561718" y="1800560"/>
                  </a:lnTo>
                  <a:lnTo>
                    <a:pt x="527453" y="1751698"/>
                  </a:lnTo>
                  <a:lnTo>
                    <a:pt x="511813" y="1729499"/>
                  </a:lnTo>
                  <a:lnTo>
                    <a:pt x="502497" y="1716189"/>
                  </a:lnTo>
                  <a:lnTo>
                    <a:pt x="498646" y="1710701"/>
                  </a:lnTo>
                  <a:lnTo>
                    <a:pt x="479522" y="1683284"/>
                  </a:lnTo>
                  <a:lnTo>
                    <a:pt x="479352" y="1683039"/>
                  </a:lnTo>
                  <a:lnTo>
                    <a:pt x="455780" y="1649163"/>
                  </a:lnTo>
                  <a:lnTo>
                    <a:pt x="448616" y="1638863"/>
                  </a:lnTo>
                  <a:lnTo>
                    <a:pt x="450438" y="1630572"/>
                  </a:lnTo>
                  <a:lnTo>
                    <a:pt x="451651" y="1625056"/>
                  </a:lnTo>
                  <a:lnTo>
                    <a:pt x="453074" y="1618595"/>
                  </a:lnTo>
                  <a:lnTo>
                    <a:pt x="456455" y="1603261"/>
                  </a:lnTo>
                  <a:close/>
                </a:path>
              </a:pathLst>
            </a:custGeom>
            <a:solidFill>
              <a:srgbClr val="E2937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h104"/>
            <p:cNvSpPr/>
            <p:nvPr/>
          </p:nvSpPr>
          <p:spPr>
            <a:xfrm>
              <a:off x="5976228" y="1278652"/>
              <a:ext cx="604829" cy="1613846"/>
            </a:xfrm>
            <a:custGeom>
              <a:avLst/>
              <a:pathLst>
                <a:path w="604829" h="1613846">
                  <a:moveTo>
                    <a:pt x="457200" y="1600200"/>
                  </a:moveTo>
                  <a:lnTo>
                    <a:pt x="457999" y="1595676"/>
                  </a:lnTo>
                  <a:lnTo>
                    <a:pt x="455623" y="1588906"/>
                  </a:lnTo>
                  <a:lnTo>
                    <a:pt x="458452" y="1586193"/>
                  </a:lnTo>
                  <a:lnTo>
                    <a:pt x="460976" y="1580369"/>
                  </a:lnTo>
                  <a:lnTo>
                    <a:pt x="457895" y="1576153"/>
                  </a:lnTo>
                  <a:lnTo>
                    <a:pt x="458446" y="1570281"/>
                  </a:lnTo>
                  <a:lnTo>
                    <a:pt x="454315" y="1562822"/>
                  </a:lnTo>
                  <a:lnTo>
                    <a:pt x="454118" y="1561859"/>
                  </a:lnTo>
                  <a:lnTo>
                    <a:pt x="452736" y="1555126"/>
                  </a:lnTo>
                  <a:lnTo>
                    <a:pt x="452599" y="1552819"/>
                  </a:lnTo>
                  <a:lnTo>
                    <a:pt x="452359" y="1548814"/>
                  </a:lnTo>
                  <a:lnTo>
                    <a:pt x="451625" y="1541458"/>
                  </a:lnTo>
                  <a:lnTo>
                    <a:pt x="448978" y="1536743"/>
                  </a:lnTo>
                  <a:lnTo>
                    <a:pt x="446350" y="1520218"/>
                  </a:lnTo>
                  <a:lnTo>
                    <a:pt x="443151" y="1510573"/>
                  </a:lnTo>
                  <a:lnTo>
                    <a:pt x="445680" y="1505436"/>
                  </a:lnTo>
                  <a:lnTo>
                    <a:pt x="445905" y="1504980"/>
                  </a:lnTo>
                  <a:lnTo>
                    <a:pt x="445005" y="1490307"/>
                  </a:lnTo>
                  <a:lnTo>
                    <a:pt x="448592" y="1483713"/>
                  </a:lnTo>
                  <a:lnTo>
                    <a:pt x="448924" y="1481821"/>
                  </a:lnTo>
                  <a:lnTo>
                    <a:pt x="449804" y="1476790"/>
                  </a:lnTo>
                  <a:lnTo>
                    <a:pt x="448214" y="1468622"/>
                  </a:lnTo>
                  <a:lnTo>
                    <a:pt x="450346" y="1457656"/>
                  </a:lnTo>
                  <a:lnTo>
                    <a:pt x="447669" y="1452924"/>
                  </a:lnTo>
                  <a:lnTo>
                    <a:pt x="449297" y="1446604"/>
                  </a:lnTo>
                  <a:lnTo>
                    <a:pt x="449617" y="1437293"/>
                  </a:lnTo>
                  <a:lnTo>
                    <a:pt x="445830" y="1431060"/>
                  </a:lnTo>
                  <a:lnTo>
                    <a:pt x="444163" y="1428315"/>
                  </a:lnTo>
                  <a:lnTo>
                    <a:pt x="442166" y="1420730"/>
                  </a:lnTo>
                  <a:lnTo>
                    <a:pt x="440905" y="1415146"/>
                  </a:lnTo>
                  <a:lnTo>
                    <a:pt x="443141" y="1409907"/>
                  </a:lnTo>
                  <a:lnTo>
                    <a:pt x="447299" y="1406645"/>
                  </a:lnTo>
                  <a:lnTo>
                    <a:pt x="453012" y="1404581"/>
                  </a:lnTo>
                  <a:lnTo>
                    <a:pt x="455697" y="1402191"/>
                  </a:lnTo>
                  <a:lnTo>
                    <a:pt x="457038" y="1400995"/>
                  </a:lnTo>
                  <a:lnTo>
                    <a:pt x="458351" y="1394208"/>
                  </a:lnTo>
                  <a:lnTo>
                    <a:pt x="459456" y="1393290"/>
                  </a:lnTo>
                  <a:lnTo>
                    <a:pt x="464631" y="1388984"/>
                  </a:lnTo>
                  <a:lnTo>
                    <a:pt x="466232" y="1381976"/>
                  </a:lnTo>
                  <a:lnTo>
                    <a:pt x="470274" y="1376033"/>
                  </a:lnTo>
                  <a:lnTo>
                    <a:pt x="467636" y="1370820"/>
                  </a:lnTo>
                  <a:lnTo>
                    <a:pt x="469814" y="1365771"/>
                  </a:lnTo>
                  <a:lnTo>
                    <a:pt x="467183" y="1360253"/>
                  </a:lnTo>
                  <a:lnTo>
                    <a:pt x="462881" y="1356785"/>
                  </a:lnTo>
                  <a:lnTo>
                    <a:pt x="455915" y="1348376"/>
                  </a:lnTo>
                  <a:lnTo>
                    <a:pt x="458021" y="1339770"/>
                  </a:lnTo>
                  <a:lnTo>
                    <a:pt x="458668" y="1329352"/>
                  </a:lnTo>
                  <a:lnTo>
                    <a:pt x="459601" y="1324820"/>
                  </a:lnTo>
                  <a:lnTo>
                    <a:pt x="453811" y="1318355"/>
                  </a:lnTo>
                  <a:lnTo>
                    <a:pt x="454670" y="1312999"/>
                  </a:lnTo>
                  <a:lnTo>
                    <a:pt x="452454" y="1306255"/>
                  </a:lnTo>
                  <a:lnTo>
                    <a:pt x="454770" y="1300073"/>
                  </a:lnTo>
                  <a:lnTo>
                    <a:pt x="454494" y="1291888"/>
                  </a:lnTo>
                  <a:lnTo>
                    <a:pt x="454375" y="1288205"/>
                  </a:lnTo>
                  <a:lnTo>
                    <a:pt x="449943" y="1284374"/>
                  </a:lnTo>
                  <a:lnTo>
                    <a:pt x="454879" y="1278344"/>
                  </a:lnTo>
                  <a:lnTo>
                    <a:pt x="459675" y="1272183"/>
                  </a:lnTo>
                  <a:lnTo>
                    <a:pt x="464309" y="1274982"/>
                  </a:lnTo>
                  <a:lnTo>
                    <a:pt x="470480" y="1276278"/>
                  </a:lnTo>
                  <a:lnTo>
                    <a:pt x="473872" y="1274724"/>
                  </a:lnTo>
                  <a:lnTo>
                    <a:pt x="474567" y="1269154"/>
                  </a:lnTo>
                  <a:lnTo>
                    <a:pt x="475589" y="1265623"/>
                  </a:lnTo>
                  <a:lnTo>
                    <a:pt x="491117" y="1300922"/>
                  </a:lnTo>
                  <a:lnTo>
                    <a:pt x="504385" y="1331432"/>
                  </a:lnTo>
                  <a:lnTo>
                    <a:pt x="515841" y="1358974"/>
                  </a:lnTo>
                  <a:lnTo>
                    <a:pt x="525447" y="1382061"/>
                  </a:lnTo>
                  <a:lnTo>
                    <a:pt x="526268" y="1384037"/>
                  </a:lnTo>
                  <a:lnTo>
                    <a:pt x="527529" y="1387073"/>
                  </a:lnTo>
                  <a:lnTo>
                    <a:pt x="535354" y="1406477"/>
                  </a:lnTo>
                  <a:lnTo>
                    <a:pt x="547312" y="1436151"/>
                  </a:lnTo>
                  <a:lnTo>
                    <a:pt x="549538" y="1441545"/>
                  </a:lnTo>
                  <a:lnTo>
                    <a:pt x="553962" y="1452273"/>
                  </a:lnTo>
                  <a:lnTo>
                    <a:pt x="560382" y="1467461"/>
                  </a:lnTo>
                  <a:lnTo>
                    <a:pt x="562420" y="1470735"/>
                  </a:lnTo>
                  <a:lnTo>
                    <a:pt x="564485" y="1474051"/>
                  </a:lnTo>
                  <a:lnTo>
                    <a:pt x="566834" y="1484022"/>
                  </a:lnTo>
                  <a:lnTo>
                    <a:pt x="567780" y="1490818"/>
                  </a:lnTo>
                  <a:lnTo>
                    <a:pt x="575019" y="1494980"/>
                  </a:lnTo>
                  <a:lnTo>
                    <a:pt x="581654" y="1499811"/>
                  </a:lnTo>
                  <a:lnTo>
                    <a:pt x="588895" y="1504174"/>
                  </a:lnTo>
                  <a:lnTo>
                    <a:pt x="589546" y="1508998"/>
                  </a:lnTo>
                  <a:lnTo>
                    <a:pt x="591458" y="1515097"/>
                  </a:lnTo>
                  <a:lnTo>
                    <a:pt x="592424" y="1515516"/>
                  </a:lnTo>
                  <a:lnTo>
                    <a:pt x="599566" y="1518610"/>
                  </a:lnTo>
                  <a:lnTo>
                    <a:pt x="604829" y="1519306"/>
                  </a:lnTo>
                  <a:lnTo>
                    <a:pt x="604247" y="1525966"/>
                  </a:lnTo>
                  <a:lnTo>
                    <a:pt x="603353" y="1531288"/>
                  </a:lnTo>
                  <a:lnTo>
                    <a:pt x="602761" y="1538412"/>
                  </a:lnTo>
                  <a:lnTo>
                    <a:pt x="602865" y="1539443"/>
                  </a:lnTo>
                  <a:lnTo>
                    <a:pt x="603162" y="1542405"/>
                  </a:lnTo>
                  <a:lnTo>
                    <a:pt x="603439" y="1545174"/>
                  </a:lnTo>
                  <a:lnTo>
                    <a:pt x="599549" y="1546940"/>
                  </a:lnTo>
                  <a:lnTo>
                    <a:pt x="593395" y="1547360"/>
                  </a:lnTo>
                  <a:lnTo>
                    <a:pt x="591070" y="1550353"/>
                  </a:lnTo>
                  <a:lnTo>
                    <a:pt x="586064" y="1553596"/>
                  </a:lnTo>
                  <a:lnTo>
                    <a:pt x="585791" y="1557479"/>
                  </a:lnTo>
                  <a:lnTo>
                    <a:pt x="585548" y="1560911"/>
                  </a:lnTo>
                  <a:lnTo>
                    <a:pt x="580923" y="1561910"/>
                  </a:lnTo>
                  <a:lnTo>
                    <a:pt x="577969" y="1562546"/>
                  </a:lnTo>
                  <a:lnTo>
                    <a:pt x="575963" y="1566647"/>
                  </a:lnTo>
                  <a:lnTo>
                    <a:pt x="578581" y="1572810"/>
                  </a:lnTo>
                  <a:lnTo>
                    <a:pt x="573270" y="1574955"/>
                  </a:lnTo>
                  <a:lnTo>
                    <a:pt x="572417" y="1575299"/>
                  </a:lnTo>
                  <a:lnTo>
                    <a:pt x="570831" y="1581200"/>
                  </a:lnTo>
                  <a:lnTo>
                    <a:pt x="565920" y="1582890"/>
                  </a:lnTo>
                  <a:lnTo>
                    <a:pt x="541639" y="1591049"/>
                  </a:lnTo>
                  <a:lnTo>
                    <a:pt x="532278" y="1594193"/>
                  </a:lnTo>
                  <a:lnTo>
                    <a:pt x="519173" y="1598461"/>
                  </a:lnTo>
                  <a:lnTo>
                    <a:pt x="516579" y="1599302"/>
                  </a:lnTo>
                  <a:lnTo>
                    <a:pt x="500968" y="1604340"/>
                  </a:lnTo>
                  <a:lnTo>
                    <a:pt x="499812" y="1604712"/>
                  </a:lnTo>
                  <a:lnTo>
                    <a:pt x="486205" y="1609062"/>
                  </a:lnTo>
                  <a:lnTo>
                    <a:pt x="471128" y="1613846"/>
                  </a:lnTo>
                  <a:lnTo>
                    <a:pt x="468112" y="1610329"/>
                  </a:lnTo>
                  <a:lnTo>
                    <a:pt x="461089" y="1607018"/>
                  </a:lnTo>
                  <a:close/>
                </a:path>
              </a:pathLst>
            </a:custGeom>
            <a:solidFill>
              <a:srgbClr val="F7D4A1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h105"/>
            <p:cNvSpPr/>
            <p:nvPr/>
          </p:nvSpPr>
          <p:spPr>
            <a:xfrm>
              <a:off x="5834473" y="1754330"/>
              <a:ext cx="584248" cy="1667202"/>
            </a:xfrm>
            <a:custGeom>
              <a:avLst/>
              <a:pathLst>
                <a:path w="584248" h="1667202">
                  <a:moveTo>
                    <a:pt x="457200" y="1600200"/>
                  </a:moveTo>
                  <a:lnTo>
                    <a:pt x="458799" y="1597421"/>
                  </a:lnTo>
                  <a:lnTo>
                    <a:pt x="459750" y="1592020"/>
                  </a:lnTo>
                  <a:lnTo>
                    <a:pt x="461651" y="1587636"/>
                  </a:lnTo>
                  <a:lnTo>
                    <a:pt x="461529" y="1581004"/>
                  </a:lnTo>
                  <a:lnTo>
                    <a:pt x="464281" y="1575405"/>
                  </a:lnTo>
                  <a:lnTo>
                    <a:pt x="464597" y="1574945"/>
                  </a:lnTo>
                  <a:lnTo>
                    <a:pt x="469354" y="1568020"/>
                  </a:lnTo>
                  <a:lnTo>
                    <a:pt x="473625" y="1566327"/>
                  </a:lnTo>
                  <a:lnTo>
                    <a:pt x="476666" y="1564564"/>
                  </a:lnTo>
                  <a:lnTo>
                    <a:pt x="479717" y="1562793"/>
                  </a:lnTo>
                  <a:lnTo>
                    <a:pt x="480399" y="1561882"/>
                  </a:lnTo>
                  <a:lnTo>
                    <a:pt x="482406" y="1559198"/>
                  </a:lnTo>
                  <a:lnTo>
                    <a:pt x="485784" y="1556543"/>
                  </a:lnTo>
                  <a:lnTo>
                    <a:pt x="486374" y="1556079"/>
                  </a:lnTo>
                  <a:lnTo>
                    <a:pt x="485636" y="1553850"/>
                  </a:lnTo>
                  <a:lnTo>
                    <a:pt x="484517" y="1550471"/>
                  </a:lnTo>
                  <a:lnTo>
                    <a:pt x="484367" y="1550018"/>
                  </a:lnTo>
                  <a:lnTo>
                    <a:pt x="485204" y="1547346"/>
                  </a:lnTo>
                  <a:lnTo>
                    <a:pt x="489530" y="1542514"/>
                  </a:lnTo>
                  <a:lnTo>
                    <a:pt x="489659" y="1542371"/>
                  </a:lnTo>
                  <a:lnTo>
                    <a:pt x="494275" y="1535008"/>
                  </a:lnTo>
                  <a:lnTo>
                    <a:pt x="495457" y="1533445"/>
                  </a:lnTo>
                  <a:lnTo>
                    <a:pt x="498347" y="1529617"/>
                  </a:lnTo>
                  <a:lnTo>
                    <a:pt x="503991" y="1525997"/>
                  </a:lnTo>
                  <a:lnTo>
                    <a:pt x="505894" y="1519894"/>
                  </a:lnTo>
                  <a:lnTo>
                    <a:pt x="510761" y="1517642"/>
                  </a:lnTo>
                  <a:lnTo>
                    <a:pt x="514036" y="1513458"/>
                  </a:lnTo>
                  <a:lnTo>
                    <a:pt x="514161" y="1513297"/>
                  </a:lnTo>
                  <a:lnTo>
                    <a:pt x="510633" y="1510333"/>
                  </a:lnTo>
                  <a:lnTo>
                    <a:pt x="509045" y="1508999"/>
                  </a:lnTo>
                  <a:lnTo>
                    <a:pt x="501848" y="1505696"/>
                  </a:lnTo>
                  <a:lnTo>
                    <a:pt x="497642" y="1502315"/>
                  </a:lnTo>
                  <a:lnTo>
                    <a:pt x="492086" y="1499060"/>
                  </a:lnTo>
                  <a:lnTo>
                    <a:pt x="489000" y="1496856"/>
                  </a:lnTo>
                  <a:lnTo>
                    <a:pt x="486775" y="1495265"/>
                  </a:lnTo>
                  <a:lnTo>
                    <a:pt x="483146" y="1490830"/>
                  </a:lnTo>
                  <a:lnTo>
                    <a:pt x="478086" y="1491957"/>
                  </a:lnTo>
                  <a:lnTo>
                    <a:pt x="474837" y="1491330"/>
                  </a:lnTo>
                  <a:lnTo>
                    <a:pt x="472149" y="1487037"/>
                  </a:lnTo>
                  <a:lnTo>
                    <a:pt x="471957" y="1483646"/>
                  </a:lnTo>
                  <a:lnTo>
                    <a:pt x="468114" y="1476059"/>
                  </a:lnTo>
                  <a:lnTo>
                    <a:pt x="461943" y="1474405"/>
                  </a:lnTo>
                  <a:lnTo>
                    <a:pt x="457712" y="1476577"/>
                  </a:lnTo>
                  <a:lnTo>
                    <a:pt x="456755" y="1473826"/>
                  </a:lnTo>
                  <a:lnTo>
                    <a:pt x="456077" y="1471876"/>
                  </a:lnTo>
                  <a:lnTo>
                    <a:pt x="454885" y="1468449"/>
                  </a:lnTo>
                  <a:lnTo>
                    <a:pt x="451969" y="1459120"/>
                  </a:lnTo>
                  <a:lnTo>
                    <a:pt x="451589" y="1452877"/>
                  </a:lnTo>
                  <a:lnTo>
                    <a:pt x="456755" y="1447702"/>
                  </a:lnTo>
                  <a:lnTo>
                    <a:pt x="456229" y="1440220"/>
                  </a:lnTo>
                  <a:lnTo>
                    <a:pt x="457183" y="1435111"/>
                  </a:lnTo>
                  <a:lnTo>
                    <a:pt x="452849" y="1431091"/>
                  </a:lnTo>
                  <a:lnTo>
                    <a:pt x="449200" y="1427165"/>
                  </a:lnTo>
                  <a:lnTo>
                    <a:pt x="447796" y="1425652"/>
                  </a:lnTo>
                  <a:lnTo>
                    <a:pt x="451951" y="1419269"/>
                  </a:lnTo>
                  <a:lnTo>
                    <a:pt x="455302" y="1412590"/>
                  </a:lnTo>
                  <a:lnTo>
                    <a:pt x="456175" y="1408119"/>
                  </a:lnTo>
                  <a:lnTo>
                    <a:pt x="456530" y="1406294"/>
                  </a:lnTo>
                  <a:lnTo>
                    <a:pt x="456651" y="1405675"/>
                  </a:lnTo>
                  <a:lnTo>
                    <a:pt x="461596" y="1398126"/>
                  </a:lnTo>
                  <a:lnTo>
                    <a:pt x="462087" y="1391458"/>
                  </a:lnTo>
                  <a:lnTo>
                    <a:pt x="462312" y="1388390"/>
                  </a:lnTo>
                  <a:lnTo>
                    <a:pt x="464371" y="1378708"/>
                  </a:lnTo>
                  <a:lnTo>
                    <a:pt x="467625" y="1371830"/>
                  </a:lnTo>
                  <a:lnTo>
                    <a:pt x="472744" y="1367916"/>
                  </a:lnTo>
                  <a:lnTo>
                    <a:pt x="497615" y="1374231"/>
                  </a:lnTo>
                  <a:lnTo>
                    <a:pt x="507202" y="1376902"/>
                  </a:lnTo>
                  <a:lnTo>
                    <a:pt x="514093" y="1378814"/>
                  </a:lnTo>
                  <a:lnTo>
                    <a:pt x="521134" y="1380419"/>
                  </a:lnTo>
                  <a:lnTo>
                    <a:pt x="523513" y="1380942"/>
                  </a:lnTo>
                  <a:lnTo>
                    <a:pt x="541274" y="1384824"/>
                  </a:lnTo>
                  <a:lnTo>
                    <a:pt x="556536" y="1387920"/>
                  </a:lnTo>
                  <a:lnTo>
                    <a:pt x="557085" y="1393790"/>
                  </a:lnTo>
                  <a:lnTo>
                    <a:pt x="557160" y="1398126"/>
                  </a:lnTo>
                  <a:lnTo>
                    <a:pt x="557240" y="1402857"/>
                  </a:lnTo>
                  <a:lnTo>
                    <a:pt x="557257" y="1403905"/>
                  </a:lnTo>
                  <a:lnTo>
                    <a:pt x="557114" y="1405606"/>
                  </a:lnTo>
                  <a:lnTo>
                    <a:pt x="556944" y="1407617"/>
                  </a:lnTo>
                  <a:lnTo>
                    <a:pt x="556691" y="1410607"/>
                  </a:lnTo>
                  <a:lnTo>
                    <a:pt x="556635" y="1411263"/>
                  </a:lnTo>
                  <a:lnTo>
                    <a:pt x="556524" y="1411882"/>
                  </a:lnTo>
                  <a:lnTo>
                    <a:pt x="556045" y="1414525"/>
                  </a:lnTo>
                  <a:lnTo>
                    <a:pt x="554997" y="1420295"/>
                  </a:lnTo>
                  <a:lnTo>
                    <a:pt x="554913" y="1421818"/>
                  </a:lnTo>
                  <a:lnTo>
                    <a:pt x="554766" y="1424469"/>
                  </a:lnTo>
                  <a:lnTo>
                    <a:pt x="554501" y="1429214"/>
                  </a:lnTo>
                  <a:lnTo>
                    <a:pt x="553443" y="1432223"/>
                  </a:lnTo>
                  <a:lnTo>
                    <a:pt x="553268" y="1432720"/>
                  </a:lnTo>
                  <a:lnTo>
                    <a:pt x="552453" y="1435038"/>
                  </a:lnTo>
                  <a:lnTo>
                    <a:pt x="546162" y="1437852"/>
                  </a:lnTo>
                  <a:lnTo>
                    <a:pt x="545264" y="1438254"/>
                  </a:lnTo>
                  <a:lnTo>
                    <a:pt x="543142" y="1440733"/>
                  </a:lnTo>
                  <a:lnTo>
                    <a:pt x="542994" y="1440906"/>
                  </a:lnTo>
                  <a:lnTo>
                    <a:pt x="544281" y="1445534"/>
                  </a:lnTo>
                  <a:lnTo>
                    <a:pt x="544374" y="1450008"/>
                  </a:lnTo>
                  <a:lnTo>
                    <a:pt x="542002" y="1452582"/>
                  </a:lnTo>
                  <a:lnTo>
                    <a:pt x="542563" y="1458032"/>
                  </a:lnTo>
                  <a:lnTo>
                    <a:pt x="543840" y="1462598"/>
                  </a:lnTo>
                  <a:lnTo>
                    <a:pt x="547742" y="1463433"/>
                  </a:lnTo>
                  <a:lnTo>
                    <a:pt x="549677" y="1463847"/>
                  </a:lnTo>
                  <a:lnTo>
                    <a:pt x="553788" y="1461582"/>
                  </a:lnTo>
                  <a:lnTo>
                    <a:pt x="558264" y="1460601"/>
                  </a:lnTo>
                  <a:lnTo>
                    <a:pt x="564555" y="1461806"/>
                  </a:lnTo>
                  <a:lnTo>
                    <a:pt x="565146" y="1454685"/>
                  </a:lnTo>
                  <a:lnTo>
                    <a:pt x="566842" y="1453402"/>
                  </a:lnTo>
                  <a:lnTo>
                    <a:pt x="571242" y="1460958"/>
                  </a:lnTo>
                  <a:lnTo>
                    <a:pt x="573992" y="1468049"/>
                  </a:lnTo>
                  <a:lnTo>
                    <a:pt x="575627" y="1476583"/>
                  </a:lnTo>
                  <a:lnTo>
                    <a:pt x="576425" y="1487405"/>
                  </a:lnTo>
                  <a:lnTo>
                    <a:pt x="577111" y="1496807"/>
                  </a:lnTo>
                  <a:lnTo>
                    <a:pt x="577433" y="1499376"/>
                  </a:lnTo>
                  <a:lnTo>
                    <a:pt x="579385" y="1515052"/>
                  </a:lnTo>
                  <a:lnTo>
                    <a:pt x="580690" y="1523403"/>
                  </a:lnTo>
                  <a:lnTo>
                    <a:pt x="580724" y="1523622"/>
                  </a:lnTo>
                  <a:lnTo>
                    <a:pt x="583581" y="1537353"/>
                  </a:lnTo>
                  <a:lnTo>
                    <a:pt x="583674" y="1538130"/>
                  </a:lnTo>
                  <a:lnTo>
                    <a:pt x="584248" y="1542923"/>
                  </a:lnTo>
                  <a:lnTo>
                    <a:pt x="580997" y="1561311"/>
                  </a:lnTo>
                  <a:lnTo>
                    <a:pt x="576205" y="1578388"/>
                  </a:lnTo>
                  <a:lnTo>
                    <a:pt x="576323" y="1581769"/>
                  </a:lnTo>
                  <a:lnTo>
                    <a:pt x="576370" y="1583121"/>
                  </a:lnTo>
                  <a:lnTo>
                    <a:pt x="573224" y="1593310"/>
                  </a:lnTo>
                  <a:lnTo>
                    <a:pt x="570578" y="1599608"/>
                  </a:lnTo>
                  <a:lnTo>
                    <a:pt x="562389" y="1608463"/>
                  </a:lnTo>
                  <a:lnTo>
                    <a:pt x="561163" y="1610677"/>
                  </a:lnTo>
                  <a:lnTo>
                    <a:pt x="558562" y="1615367"/>
                  </a:lnTo>
                  <a:lnTo>
                    <a:pt x="554712" y="1624358"/>
                  </a:lnTo>
                  <a:lnTo>
                    <a:pt x="553604" y="1628956"/>
                  </a:lnTo>
                  <a:lnTo>
                    <a:pt x="551837" y="1637425"/>
                  </a:lnTo>
                  <a:lnTo>
                    <a:pt x="553207" y="1639206"/>
                  </a:lnTo>
                  <a:lnTo>
                    <a:pt x="549402" y="1650940"/>
                  </a:lnTo>
                  <a:lnTo>
                    <a:pt x="548058" y="1656255"/>
                  </a:lnTo>
                  <a:lnTo>
                    <a:pt x="544506" y="1663379"/>
                  </a:lnTo>
                  <a:lnTo>
                    <a:pt x="538613" y="1666815"/>
                  </a:lnTo>
                  <a:lnTo>
                    <a:pt x="535363" y="1667202"/>
                  </a:lnTo>
                  <a:lnTo>
                    <a:pt x="534067" y="1658690"/>
                  </a:lnTo>
                  <a:lnTo>
                    <a:pt x="535747" y="1646822"/>
                  </a:lnTo>
                  <a:lnTo>
                    <a:pt x="535380" y="1639546"/>
                  </a:lnTo>
                  <a:lnTo>
                    <a:pt x="532520" y="1636334"/>
                  </a:lnTo>
                  <a:lnTo>
                    <a:pt x="531551" y="1636412"/>
                  </a:lnTo>
                  <a:lnTo>
                    <a:pt x="523499" y="1637052"/>
                  </a:lnTo>
                  <a:lnTo>
                    <a:pt x="518062" y="1635621"/>
                  </a:lnTo>
                  <a:lnTo>
                    <a:pt x="514367" y="1637368"/>
                  </a:lnTo>
                  <a:lnTo>
                    <a:pt x="511203" y="1642167"/>
                  </a:lnTo>
                  <a:lnTo>
                    <a:pt x="507048" y="1638126"/>
                  </a:lnTo>
                  <a:lnTo>
                    <a:pt x="501472" y="1634598"/>
                  </a:lnTo>
                  <a:lnTo>
                    <a:pt x="497773" y="1632743"/>
                  </a:lnTo>
                  <a:lnTo>
                    <a:pt x="493818" y="1633127"/>
                  </a:lnTo>
                  <a:lnTo>
                    <a:pt x="488648" y="1629455"/>
                  </a:lnTo>
                  <a:lnTo>
                    <a:pt x="485494" y="1628423"/>
                  </a:lnTo>
                  <a:lnTo>
                    <a:pt x="480416" y="1625848"/>
                  </a:lnTo>
                  <a:lnTo>
                    <a:pt x="478470" y="1625217"/>
                  </a:lnTo>
                  <a:lnTo>
                    <a:pt x="475707" y="1624320"/>
                  </a:lnTo>
                  <a:lnTo>
                    <a:pt x="472363" y="1620549"/>
                  </a:lnTo>
                  <a:lnTo>
                    <a:pt x="465144" y="1619950"/>
                  </a:lnTo>
                  <a:lnTo>
                    <a:pt x="464603" y="1615189"/>
                  </a:lnTo>
                  <a:lnTo>
                    <a:pt x="463354" y="1610699"/>
                  </a:lnTo>
                  <a:lnTo>
                    <a:pt x="463230" y="1605131"/>
                  </a:lnTo>
                  <a:lnTo>
                    <a:pt x="459774" y="1603840"/>
                  </a:lnTo>
                  <a:close/>
                </a:path>
              </a:pathLst>
            </a:custGeom>
            <a:solidFill>
              <a:srgbClr val="FEF3B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h106"/>
            <p:cNvSpPr/>
            <p:nvPr/>
          </p:nvSpPr>
          <p:spPr>
            <a:xfrm>
              <a:off x="2574904" y="3017658"/>
              <a:ext cx="1118555" cy="1666189"/>
            </a:xfrm>
            <a:custGeom>
              <a:avLst/>
              <a:pathLst>
                <a:path w="1118555" h="1666189">
                  <a:moveTo>
                    <a:pt x="457200" y="1600200"/>
                  </a:moveTo>
                  <a:lnTo>
                    <a:pt x="460574" y="1564813"/>
                  </a:lnTo>
                  <a:lnTo>
                    <a:pt x="464572" y="1522673"/>
                  </a:lnTo>
                  <a:lnTo>
                    <a:pt x="468677" y="1479394"/>
                  </a:lnTo>
                  <a:lnTo>
                    <a:pt x="473671" y="1426269"/>
                  </a:lnTo>
                  <a:lnTo>
                    <a:pt x="476009" y="1401519"/>
                  </a:lnTo>
                  <a:lnTo>
                    <a:pt x="480392" y="1356212"/>
                  </a:lnTo>
                  <a:lnTo>
                    <a:pt x="481560" y="1344175"/>
                  </a:lnTo>
                  <a:lnTo>
                    <a:pt x="489252" y="1264349"/>
                  </a:lnTo>
                  <a:lnTo>
                    <a:pt x="489934" y="1257331"/>
                  </a:lnTo>
                  <a:lnTo>
                    <a:pt x="494512" y="1210390"/>
                  </a:lnTo>
                  <a:lnTo>
                    <a:pt x="497051" y="1183770"/>
                  </a:lnTo>
                  <a:lnTo>
                    <a:pt x="499273" y="1160553"/>
                  </a:lnTo>
                  <a:lnTo>
                    <a:pt x="502354" y="1129624"/>
                  </a:lnTo>
                  <a:lnTo>
                    <a:pt x="505606" y="1096847"/>
                  </a:lnTo>
                  <a:lnTo>
                    <a:pt x="507118" y="1081676"/>
                  </a:lnTo>
                  <a:lnTo>
                    <a:pt x="508527" y="1067563"/>
                  </a:lnTo>
                  <a:lnTo>
                    <a:pt x="517861" y="974015"/>
                  </a:lnTo>
                  <a:lnTo>
                    <a:pt x="519421" y="958640"/>
                  </a:lnTo>
                  <a:lnTo>
                    <a:pt x="561408" y="963059"/>
                  </a:lnTo>
                  <a:lnTo>
                    <a:pt x="585236" y="965450"/>
                  </a:lnTo>
                  <a:lnTo>
                    <a:pt x="622693" y="969069"/>
                  </a:lnTo>
                  <a:lnTo>
                    <a:pt x="674044" y="973825"/>
                  </a:lnTo>
                  <a:lnTo>
                    <a:pt x="680066" y="974362"/>
                  </a:lnTo>
                  <a:lnTo>
                    <a:pt x="733907" y="978948"/>
                  </a:lnTo>
                  <a:lnTo>
                    <a:pt x="734577" y="979963"/>
                  </a:lnTo>
                  <a:lnTo>
                    <a:pt x="773594" y="982907"/>
                  </a:lnTo>
                  <a:lnTo>
                    <a:pt x="786793" y="983862"/>
                  </a:lnTo>
                  <a:lnTo>
                    <a:pt x="820202" y="986182"/>
                  </a:lnTo>
                  <a:lnTo>
                    <a:pt x="821079" y="986241"/>
                  </a:lnTo>
                  <a:lnTo>
                    <a:pt x="848758" y="988124"/>
                  </a:lnTo>
                  <a:lnTo>
                    <a:pt x="848956" y="988137"/>
                  </a:lnTo>
                  <a:lnTo>
                    <a:pt x="867068" y="989350"/>
                  </a:lnTo>
                  <a:lnTo>
                    <a:pt x="878441" y="990096"/>
                  </a:lnTo>
                  <a:lnTo>
                    <a:pt x="895113" y="991189"/>
                  </a:lnTo>
                  <a:lnTo>
                    <a:pt x="898169" y="991385"/>
                  </a:lnTo>
                  <a:lnTo>
                    <a:pt x="904666" y="991799"/>
                  </a:lnTo>
                  <a:lnTo>
                    <a:pt x="908065" y="992013"/>
                  </a:lnTo>
                  <a:lnTo>
                    <a:pt x="946649" y="994527"/>
                  </a:lnTo>
                  <a:lnTo>
                    <a:pt x="985700" y="996629"/>
                  </a:lnTo>
                  <a:lnTo>
                    <a:pt x="1018594" y="997962"/>
                  </a:lnTo>
                  <a:lnTo>
                    <a:pt x="1045889" y="998969"/>
                  </a:lnTo>
                  <a:lnTo>
                    <a:pt x="1110214" y="1001355"/>
                  </a:lnTo>
                  <a:lnTo>
                    <a:pt x="1118555" y="1001627"/>
                  </a:lnTo>
                  <a:lnTo>
                    <a:pt x="1118207" y="1012847"/>
                  </a:lnTo>
                  <a:lnTo>
                    <a:pt x="1117191" y="1041886"/>
                  </a:lnTo>
                  <a:lnTo>
                    <a:pt x="1116928" y="1050866"/>
                  </a:lnTo>
                  <a:lnTo>
                    <a:pt x="1116486" y="1063541"/>
                  </a:lnTo>
                  <a:lnTo>
                    <a:pt x="1112534" y="1063393"/>
                  </a:lnTo>
                  <a:lnTo>
                    <a:pt x="1110811" y="1118542"/>
                  </a:lnTo>
                  <a:lnTo>
                    <a:pt x="1109465" y="1157646"/>
                  </a:lnTo>
                  <a:lnTo>
                    <a:pt x="1108968" y="1172124"/>
                  </a:lnTo>
                  <a:lnTo>
                    <a:pt x="1107075" y="1226505"/>
                  </a:lnTo>
                  <a:lnTo>
                    <a:pt x="1106910" y="1231260"/>
                  </a:lnTo>
                  <a:lnTo>
                    <a:pt x="1106137" y="1254847"/>
                  </a:lnTo>
                  <a:lnTo>
                    <a:pt x="1105301" y="1280433"/>
                  </a:lnTo>
                  <a:lnTo>
                    <a:pt x="1104758" y="1296217"/>
                  </a:lnTo>
                  <a:lnTo>
                    <a:pt x="1103706" y="1325931"/>
                  </a:lnTo>
                  <a:lnTo>
                    <a:pt x="1103449" y="1334194"/>
                  </a:lnTo>
                  <a:lnTo>
                    <a:pt x="1103410" y="1335444"/>
                  </a:lnTo>
                  <a:lnTo>
                    <a:pt x="1102553" y="1363057"/>
                  </a:lnTo>
                  <a:lnTo>
                    <a:pt x="1101145" y="1394537"/>
                  </a:lnTo>
                  <a:lnTo>
                    <a:pt x="1099592" y="1425931"/>
                  </a:lnTo>
                  <a:lnTo>
                    <a:pt x="1098467" y="1448431"/>
                  </a:lnTo>
                  <a:lnTo>
                    <a:pt x="1097423" y="1469326"/>
                  </a:lnTo>
                  <a:lnTo>
                    <a:pt x="1096047" y="1501454"/>
                  </a:lnTo>
                  <a:lnTo>
                    <a:pt x="1095467" y="1515006"/>
                  </a:lnTo>
                  <a:lnTo>
                    <a:pt x="1094993" y="1530127"/>
                  </a:lnTo>
                  <a:lnTo>
                    <a:pt x="1094457" y="1547291"/>
                  </a:lnTo>
                  <a:lnTo>
                    <a:pt x="1094207" y="1555416"/>
                  </a:lnTo>
                  <a:lnTo>
                    <a:pt x="1092768" y="1601989"/>
                  </a:lnTo>
                  <a:lnTo>
                    <a:pt x="1092544" y="1609143"/>
                  </a:lnTo>
                  <a:lnTo>
                    <a:pt x="1092209" y="1619824"/>
                  </a:lnTo>
                  <a:lnTo>
                    <a:pt x="1064434" y="1618809"/>
                  </a:lnTo>
                  <a:lnTo>
                    <a:pt x="1022435" y="1617110"/>
                  </a:lnTo>
                  <a:lnTo>
                    <a:pt x="995174" y="1615903"/>
                  </a:lnTo>
                  <a:lnTo>
                    <a:pt x="990480" y="1615687"/>
                  </a:lnTo>
                  <a:lnTo>
                    <a:pt x="924930" y="1612322"/>
                  </a:lnTo>
                  <a:lnTo>
                    <a:pt x="903311" y="1611123"/>
                  </a:lnTo>
                  <a:lnTo>
                    <a:pt x="895836" y="1610697"/>
                  </a:lnTo>
                  <a:lnTo>
                    <a:pt x="870896" y="1609229"/>
                  </a:lnTo>
                  <a:lnTo>
                    <a:pt x="807793" y="1605004"/>
                  </a:lnTo>
                  <a:lnTo>
                    <a:pt x="781622" y="1603239"/>
                  </a:lnTo>
                  <a:lnTo>
                    <a:pt x="760185" y="1601736"/>
                  </a:lnTo>
                  <a:lnTo>
                    <a:pt x="741525" y="1600434"/>
                  </a:lnTo>
                  <a:lnTo>
                    <a:pt x="727060" y="1599398"/>
                  </a:lnTo>
                  <a:lnTo>
                    <a:pt x="716014" y="1598591"/>
                  </a:lnTo>
                  <a:lnTo>
                    <a:pt x="714540" y="1602100"/>
                  </a:lnTo>
                  <a:lnTo>
                    <a:pt x="714767" y="1609209"/>
                  </a:lnTo>
                  <a:lnTo>
                    <a:pt x="713096" y="1614348"/>
                  </a:lnTo>
                  <a:lnTo>
                    <a:pt x="718391" y="1621894"/>
                  </a:lnTo>
                  <a:lnTo>
                    <a:pt x="723764" y="1626116"/>
                  </a:lnTo>
                  <a:lnTo>
                    <a:pt x="723400" y="1625993"/>
                  </a:lnTo>
                  <a:lnTo>
                    <a:pt x="674476" y="1622161"/>
                  </a:lnTo>
                  <a:lnTo>
                    <a:pt x="642365" y="1619490"/>
                  </a:lnTo>
                  <a:lnTo>
                    <a:pt x="629084" y="1618353"/>
                  </a:lnTo>
                  <a:lnTo>
                    <a:pt x="545910" y="1610759"/>
                  </a:lnTo>
                  <a:lnTo>
                    <a:pt x="542968" y="1645710"/>
                  </a:lnTo>
                  <a:lnTo>
                    <a:pt x="541262" y="1666189"/>
                  </a:lnTo>
                  <a:lnTo>
                    <a:pt x="488221" y="1660980"/>
                  </a:lnTo>
                  <a:lnTo>
                    <a:pt x="471920" y="1659418"/>
                  </a:lnTo>
                  <a:lnTo>
                    <a:pt x="451850" y="1657296"/>
                  </a:lnTo>
                  <a:close/>
                </a:path>
              </a:pathLst>
            </a:custGeom>
            <a:solidFill>
              <a:srgbClr val="C5493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h107"/>
            <p:cNvSpPr/>
            <p:nvPr/>
          </p:nvSpPr>
          <p:spPr>
            <a:xfrm>
              <a:off x="6086765" y="1451798"/>
              <a:ext cx="466935" cy="1605381"/>
            </a:xfrm>
            <a:custGeom>
              <a:avLst/>
              <a:pathLst>
                <a:path w="466935" h="1605381">
                  <a:moveTo>
                    <a:pt x="457200" y="1600200"/>
                  </a:moveTo>
                  <a:lnTo>
                    <a:pt x="464535" y="1595388"/>
                  </a:lnTo>
                  <a:lnTo>
                    <a:pt x="466935" y="1599709"/>
                  </a:lnTo>
                  <a:lnTo>
                    <a:pt x="457416" y="1605381"/>
                  </a:lnTo>
                  <a:close/>
                </a:path>
              </a:pathLst>
            </a:custGeom>
            <a:solidFill>
              <a:srgbClr val="FEF1B7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h108"/>
            <p:cNvSpPr/>
            <p:nvPr/>
          </p:nvSpPr>
          <p:spPr>
            <a:xfrm>
              <a:off x="5372804" y="1541156"/>
              <a:ext cx="1193534" cy="1671206"/>
            </a:xfrm>
            <a:custGeom>
              <a:avLst/>
              <a:pathLst>
                <a:path w="1193534" h="1671206">
                  <a:moveTo>
                    <a:pt x="457200" y="1600200"/>
                  </a:moveTo>
                  <a:lnTo>
                    <a:pt x="467450" y="1590490"/>
                  </a:lnTo>
                  <a:lnTo>
                    <a:pt x="480197" y="1576018"/>
                  </a:lnTo>
                  <a:lnTo>
                    <a:pt x="484825" y="1567657"/>
                  </a:lnTo>
                  <a:lnTo>
                    <a:pt x="492137" y="1559957"/>
                  </a:lnTo>
                  <a:lnTo>
                    <a:pt x="498999" y="1553669"/>
                  </a:lnTo>
                  <a:lnTo>
                    <a:pt x="503230" y="1550147"/>
                  </a:lnTo>
                  <a:lnTo>
                    <a:pt x="503315" y="1549514"/>
                  </a:lnTo>
                  <a:lnTo>
                    <a:pt x="504110" y="1543583"/>
                  </a:lnTo>
                  <a:lnTo>
                    <a:pt x="507315" y="1538667"/>
                  </a:lnTo>
                  <a:lnTo>
                    <a:pt x="507245" y="1532934"/>
                  </a:lnTo>
                  <a:lnTo>
                    <a:pt x="513111" y="1527896"/>
                  </a:lnTo>
                  <a:lnTo>
                    <a:pt x="518082" y="1522664"/>
                  </a:lnTo>
                  <a:lnTo>
                    <a:pt x="521331" y="1515876"/>
                  </a:lnTo>
                  <a:lnTo>
                    <a:pt x="520424" y="1514365"/>
                  </a:lnTo>
                  <a:lnTo>
                    <a:pt x="518985" y="1511968"/>
                  </a:lnTo>
                  <a:lnTo>
                    <a:pt x="516241" y="1507453"/>
                  </a:lnTo>
                  <a:lnTo>
                    <a:pt x="513027" y="1505811"/>
                  </a:lnTo>
                  <a:lnTo>
                    <a:pt x="511853" y="1500072"/>
                  </a:lnTo>
                  <a:lnTo>
                    <a:pt x="509598" y="1498126"/>
                  </a:lnTo>
                  <a:lnTo>
                    <a:pt x="506500" y="1498327"/>
                  </a:lnTo>
                  <a:lnTo>
                    <a:pt x="500271" y="1495193"/>
                  </a:lnTo>
                  <a:lnTo>
                    <a:pt x="499587" y="1487279"/>
                  </a:lnTo>
                  <a:lnTo>
                    <a:pt x="498074" y="1486507"/>
                  </a:lnTo>
                  <a:lnTo>
                    <a:pt x="492935" y="1486377"/>
                  </a:lnTo>
                  <a:lnTo>
                    <a:pt x="492714" y="1480353"/>
                  </a:lnTo>
                  <a:lnTo>
                    <a:pt x="492863" y="1479151"/>
                  </a:lnTo>
                  <a:lnTo>
                    <a:pt x="493187" y="1476540"/>
                  </a:lnTo>
                  <a:lnTo>
                    <a:pt x="490319" y="1468388"/>
                  </a:lnTo>
                  <a:lnTo>
                    <a:pt x="487530" y="1463895"/>
                  </a:lnTo>
                  <a:lnTo>
                    <a:pt x="506297" y="1451729"/>
                  </a:lnTo>
                  <a:lnTo>
                    <a:pt x="529449" y="1438703"/>
                  </a:lnTo>
                  <a:lnTo>
                    <a:pt x="536478" y="1436602"/>
                  </a:lnTo>
                  <a:lnTo>
                    <a:pt x="548169" y="1433091"/>
                  </a:lnTo>
                  <a:lnTo>
                    <a:pt x="563990" y="1428394"/>
                  </a:lnTo>
                  <a:lnTo>
                    <a:pt x="577295" y="1426005"/>
                  </a:lnTo>
                  <a:lnTo>
                    <a:pt x="593384" y="1424292"/>
                  </a:lnTo>
                  <a:lnTo>
                    <a:pt x="598317" y="1423206"/>
                  </a:lnTo>
                  <a:lnTo>
                    <a:pt x="608859" y="1427785"/>
                  </a:lnTo>
                  <a:lnTo>
                    <a:pt x="619866" y="1430795"/>
                  </a:lnTo>
                  <a:lnTo>
                    <a:pt x="623698" y="1427790"/>
                  </a:lnTo>
                  <a:lnTo>
                    <a:pt x="633663" y="1421827"/>
                  </a:lnTo>
                  <a:lnTo>
                    <a:pt x="636451" y="1420155"/>
                  </a:lnTo>
                  <a:lnTo>
                    <a:pt x="643185" y="1418630"/>
                  </a:lnTo>
                  <a:lnTo>
                    <a:pt x="654414" y="1414273"/>
                  </a:lnTo>
                  <a:lnTo>
                    <a:pt x="666144" y="1412682"/>
                  </a:lnTo>
                  <a:lnTo>
                    <a:pt x="670256" y="1411569"/>
                  </a:lnTo>
                  <a:lnTo>
                    <a:pt x="678556" y="1404572"/>
                  </a:lnTo>
                  <a:lnTo>
                    <a:pt x="684343" y="1401143"/>
                  </a:lnTo>
                  <a:lnTo>
                    <a:pt x="687715" y="1397633"/>
                  </a:lnTo>
                  <a:lnTo>
                    <a:pt x="690376" y="1394860"/>
                  </a:lnTo>
                  <a:lnTo>
                    <a:pt x="692917" y="1386168"/>
                  </a:lnTo>
                  <a:lnTo>
                    <a:pt x="693841" y="1384998"/>
                  </a:lnTo>
                  <a:lnTo>
                    <a:pt x="700729" y="1376248"/>
                  </a:lnTo>
                  <a:lnTo>
                    <a:pt x="707367" y="1367667"/>
                  </a:lnTo>
                  <a:lnTo>
                    <a:pt x="711368" y="1365859"/>
                  </a:lnTo>
                  <a:lnTo>
                    <a:pt x="716042" y="1366214"/>
                  </a:lnTo>
                  <a:lnTo>
                    <a:pt x="722598" y="1361986"/>
                  </a:lnTo>
                  <a:lnTo>
                    <a:pt x="723733" y="1355638"/>
                  </a:lnTo>
                  <a:lnTo>
                    <a:pt x="721657" y="1346457"/>
                  </a:lnTo>
                  <a:lnTo>
                    <a:pt x="720154" y="1342911"/>
                  </a:lnTo>
                  <a:lnTo>
                    <a:pt x="716548" y="1334403"/>
                  </a:lnTo>
                  <a:lnTo>
                    <a:pt x="713379" y="1328728"/>
                  </a:lnTo>
                  <a:lnTo>
                    <a:pt x="705766" y="1324107"/>
                  </a:lnTo>
                  <a:lnTo>
                    <a:pt x="699761" y="1323902"/>
                  </a:lnTo>
                  <a:lnTo>
                    <a:pt x="692539" y="1324748"/>
                  </a:lnTo>
                  <a:lnTo>
                    <a:pt x="693544" y="1318828"/>
                  </a:lnTo>
                  <a:lnTo>
                    <a:pt x="703137" y="1309767"/>
                  </a:lnTo>
                  <a:lnTo>
                    <a:pt x="698854" y="1304144"/>
                  </a:lnTo>
                  <a:lnTo>
                    <a:pt x="692887" y="1305142"/>
                  </a:lnTo>
                  <a:lnTo>
                    <a:pt x="692584" y="1299830"/>
                  </a:lnTo>
                  <a:lnTo>
                    <a:pt x="690846" y="1296715"/>
                  </a:lnTo>
                  <a:lnTo>
                    <a:pt x="690950" y="1292385"/>
                  </a:lnTo>
                  <a:lnTo>
                    <a:pt x="691603" y="1288028"/>
                  </a:lnTo>
                  <a:lnTo>
                    <a:pt x="694270" y="1282117"/>
                  </a:lnTo>
                  <a:lnTo>
                    <a:pt x="700610" y="1278760"/>
                  </a:lnTo>
                  <a:lnTo>
                    <a:pt x="703292" y="1274645"/>
                  </a:lnTo>
                  <a:lnTo>
                    <a:pt x="702017" y="1269629"/>
                  </a:lnTo>
                  <a:lnTo>
                    <a:pt x="706767" y="1265699"/>
                  </a:lnTo>
                  <a:lnTo>
                    <a:pt x="713132" y="1257423"/>
                  </a:lnTo>
                  <a:lnTo>
                    <a:pt x="717396" y="1255889"/>
                  </a:lnTo>
                  <a:lnTo>
                    <a:pt x="722760" y="1246851"/>
                  </a:lnTo>
                  <a:lnTo>
                    <a:pt x="724411" y="1244061"/>
                  </a:lnTo>
                  <a:lnTo>
                    <a:pt x="724820" y="1237458"/>
                  </a:lnTo>
                  <a:lnTo>
                    <a:pt x="726679" y="1231057"/>
                  </a:lnTo>
                  <a:lnTo>
                    <a:pt x="738020" y="1208669"/>
                  </a:lnTo>
                  <a:lnTo>
                    <a:pt x="746339" y="1193157"/>
                  </a:lnTo>
                  <a:lnTo>
                    <a:pt x="751965" y="1184757"/>
                  </a:lnTo>
                  <a:lnTo>
                    <a:pt x="756534" y="1176524"/>
                  </a:lnTo>
                  <a:lnTo>
                    <a:pt x="764259" y="1168411"/>
                  </a:lnTo>
                  <a:lnTo>
                    <a:pt x="769478" y="1162767"/>
                  </a:lnTo>
                  <a:lnTo>
                    <a:pt x="773460" y="1157744"/>
                  </a:lnTo>
                  <a:lnTo>
                    <a:pt x="773760" y="1155128"/>
                  </a:lnTo>
                  <a:lnTo>
                    <a:pt x="780542" y="1152135"/>
                  </a:lnTo>
                  <a:lnTo>
                    <a:pt x="785396" y="1146404"/>
                  </a:lnTo>
                  <a:lnTo>
                    <a:pt x="793750" y="1146849"/>
                  </a:lnTo>
                  <a:lnTo>
                    <a:pt x="795257" y="1146192"/>
                  </a:lnTo>
                  <a:lnTo>
                    <a:pt x="801743" y="1143358"/>
                  </a:lnTo>
                  <a:lnTo>
                    <a:pt x="804437" y="1142178"/>
                  </a:lnTo>
                  <a:lnTo>
                    <a:pt x="818905" y="1137771"/>
                  </a:lnTo>
                  <a:lnTo>
                    <a:pt x="835761" y="1132656"/>
                  </a:lnTo>
                  <a:lnTo>
                    <a:pt x="852558" y="1126284"/>
                  </a:lnTo>
                  <a:lnTo>
                    <a:pt x="864963" y="1121545"/>
                  </a:lnTo>
                  <a:lnTo>
                    <a:pt x="884152" y="1114653"/>
                  </a:lnTo>
                  <a:lnTo>
                    <a:pt x="908161" y="1105327"/>
                  </a:lnTo>
                  <a:lnTo>
                    <a:pt x="909664" y="1110184"/>
                  </a:lnTo>
                  <a:lnTo>
                    <a:pt x="912273" y="1116310"/>
                  </a:lnTo>
                  <a:lnTo>
                    <a:pt x="911372" y="1124709"/>
                  </a:lnTo>
                  <a:lnTo>
                    <a:pt x="913769" y="1127950"/>
                  </a:lnTo>
                  <a:lnTo>
                    <a:pt x="917317" y="1129945"/>
                  </a:lnTo>
                  <a:lnTo>
                    <a:pt x="917472" y="1136712"/>
                  </a:lnTo>
                  <a:lnTo>
                    <a:pt x="918869" y="1142985"/>
                  </a:lnTo>
                  <a:lnTo>
                    <a:pt x="920107" y="1153306"/>
                  </a:lnTo>
                  <a:lnTo>
                    <a:pt x="924075" y="1158863"/>
                  </a:lnTo>
                  <a:lnTo>
                    <a:pt x="924535" y="1159236"/>
                  </a:lnTo>
                  <a:lnTo>
                    <a:pt x="926529" y="1160857"/>
                  </a:lnTo>
                  <a:lnTo>
                    <a:pt x="930996" y="1164484"/>
                  </a:lnTo>
                  <a:lnTo>
                    <a:pt x="935275" y="1171879"/>
                  </a:lnTo>
                  <a:lnTo>
                    <a:pt x="935343" y="1179572"/>
                  </a:lnTo>
                  <a:lnTo>
                    <a:pt x="935247" y="1183043"/>
                  </a:lnTo>
                  <a:lnTo>
                    <a:pt x="937992" y="1188330"/>
                  </a:lnTo>
                  <a:lnTo>
                    <a:pt x="940422" y="1193680"/>
                  </a:lnTo>
                  <a:lnTo>
                    <a:pt x="940723" y="1194342"/>
                  </a:lnTo>
                  <a:lnTo>
                    <a:pt x="939061" y="1198574"/>
                  </a:lnTo>
                  <a:lnTo>
                    <a:pt x="937820" y="1207460"/>
                  </a:lnTo>
                  <a:lnTo>
                    <a:pt x="938777" y="1216116"/>
                  </a:lnTo>
                  <a:lnTo>
                    <a:pt x="939332" y="1223494"/>
                  </a:lnTo>
                  <a:lnTo>
                    <a:pt x="943149" y="1226310"/>
                  </a:lnTo>
                  <a:lnTo>
                    <a:pt x="944141" y="1230746"/>
                  </a:lnTo>
                  <a:lnTo>
                    <a:pt x="946256" y="1236099"/>
                  </a:lnTo>
                  <a:lnTo>
                    <a:pt x="951237" y="1241605"/>
                  </a:lnTo>
                  <a:lnTo>
                    <a:pt x="952197" y="1249022"/>
                  </a:lnTo>
                  <a:lnTo>
                    <a:pt x="953215" y="1249895"/>
                  </a:lnTo>
                  <a:lnTo>
                    <a:pt x="957380" y="1253469"/>
                  </a:lnTo>
                  <a:lnTo>
                    <a:pt x="957196" y="1255828"/>
                  </a:lnTo>
                  <a:lnTo>
                    <a:pt x="956614" y="1263226"/>
                  </a:lnTo>
                  <a:lnTo>
                    <a:pt x="956496" y="1268725"/>
                  </a:lnTo>
                  <a:lnTo>
                    <a:pt x="957979" y="1276124"/>
                  </a:lnTo>
                  <a:lnTo>
                    <a:pt x="961651" y="1278937"/>
                  </a:lnTo>
                  <a:lnTo>
                    <a:pt x="965068" y="1270051"/>
                  </a:lnTo>
                  <a:lnTo>
                    <a:pt x="969705" y="1273953"/>
                  </a:lnTo>
                  <a:lnTo>
                    <a:pt x="975888" y="1278405"/>
                  </a:lnTo>
                  <a:lnTo>
                    <a:pt x="981793" y="1299172"/>
                  </a:lnTo>
                  <a:lnTo>
                    <a:pt x="983527" y="1305090"/>
                  </a:lnTo>
                  <a:lnTo>
                    <a:pt x="993366" y="1338777"/>
                  </a:lnTo>
                  <a:lnTo>
                    <a:pt x="996675" y="1349918"/>
                  </a:lnTo>
                  <a:lnTo>
                    <a:pt x="1000472" y="1362726"/>
                  </a:lnTo>
                  <a:lnTo>
                    <a:pt x="1000619" y="1363224"/>
                  </a:lnTo>
                  <a:lnTo>
                    <a:pt x="1000818" y="1367348"/>
                  </a:lnTo>
                  <a:lnTo>
                    <a:pt x="1005240" y="1373267"/>
                  </a:lnTo>
                  <a:lnTo>
                    <a:pt x="1007045" y="1404044"/>
                  </a:lnTo>
                  <a:lnTo>
                    <a:pt x="1010200" y="1459304"/>
                  </a:lnTo>
                  <a:lnTo>
                    <a:pt x="1013051" y="1462641"/>
                  </a:lnTo>
                  <a:lnTo>
                    <a:pt x="1013417" y="1463069"/>
                  </a:lnTo>
                  <a:lnTo>
                    <a:pt x="1020630" y="1490611"/>
                  </a:lnTo>
                  <a:lnTo>
                    <a:pt x="1025571" y="1509785"/>
                  </a:lnTo>
                  <a:lnTo>
                    <a:pt x="1026372" y="1512902"/>
                  </a:lnTo>
                  <a:lnTo>
                    <a:pt x="1027040" y="1515522"/>
                  </a:lnTo>
                  <a:lnTo>
                    <a:pt x="1029921" y="1526836"/>
                  </a:lnTo>
                  <a:lnTo>
                    <a:pt x="1032592" y="1537353"/>
                  </a:lnTo>
                  <a:lnTo>
                    <a:pt x="1034522" y="1545236"/>
                  </a:lnTo>
                  <a:lnTo>
                    <a:pt x="1034830" y="1546497"/>
                  </a:lnTo>
                  <a:lnTo>
                    <a:pt x="1036957" y="1555207"/>
                  </a:lnTo>
                  <a:lnTo>
                    <a:pt x="1046093" y="1563067"/>
                  </a:lnTo>
                  <a:lnTo>
                    <a:pt x="1028896" y="1583778"/>
                  </a:lnTo>
                  <a:lnTo>
                    <a:pt x="1031807" y="1586296"/>
                  </a:lnTo>
                  <a:lnTo>
                    <a:pt x="1038033" y="1591675"/>
                  </a:lnTo>
                  <a:lnTo>
                    <a:pt x="1038574" y="1593326"/>
                  </a:lnTo>
                  <a:lnTo>
                    <a:pt x="1039468" y="1595525"/>
                  </a:lnTo>
                  <a:lnTo>
                    <a:pt x="1037624" y="1602193"/>
                  </a:lnTo>
                  <a:lnTo>
                    <a:pt x="1033472" y="1607174"/>
                  </a:lnTo>
                  <a:lnTo>
                    <a:pt x="1033826" y="1611230"/>
                  </a:lnTo>
                  <a:lnTo>
                    <a:pt x="1036233" y="1611114"/>
                  </a:lnTo>
                  <a:lnTo>
                    <a:pt x="1038875" y="1610986"/>
                  </a:lnTo>
                  <a:lnTo>
                    <a:pt x="1043790" y="1608250"/>
                  </a:lnTo>
                  <a:lnTo>
                    <a:pt x="1046281" y="1604794"/>
                  </a:lnTo>
                  <a:lnTo>
                    <a:pt x="1055854" y="1598850"/>
                  </a:lnTo>
                  <a:lnTo>
                    <a:pt x="1055890" y="1598172"/>
                  </a:lnTo>
                  <a:lnTo>
                    <a:pt x="1056057" y="1595033"/>
                  </a:lnTo>
                  <a:lnTo>
                    <a:pt x="1060775" y="1594950"/>
                  </a:lnTo>
                  <a:lnTo>
                    <a:pt x="1061268" y="1594346"/>
                  </a:lnTo>
                  <a:lnTo>
                    <a:pt x="1063841" y="1591192"/>
                  </a:lnTo>
                  <a:lnTo>
                    <a:pt x="1070228" y="1592417"/>
                  </a:lnTo>
                  <a:lnTo>
                    <a:pt x="1080133" y="1592263"/>
                  </a:lnTo>
                  <a:lnTo>
                    <a:pt x="1086261" y="1586986"/>
                  </a:lnTo>
                  <a:lnTo>
                    <a:pt x="1085598" y="1583632"/>
                  </a:lnTo>
                  <a:lnTo>
                    <a:pt x="1087982" y="1580665"/>
                  </a:lnTo>
                  <a:lnTo>
                    <a:pt x="1094399" y="1579429"/>
                  </a:lnTo>
                  <a:lnTo>
                    <a:pt x="1110156" y="1573721"/>
                  </a:lnTo>
                  <a:lnTo>
                    <a:pt x="1122973" y="1567652"/>
                  </a:lnTo>
                  <a:lnTo>
                    <a:pt x="1132924" y="1561504"/>
                  </a:lnTo>
                  <a:lnTo>
                    <a:pt x="1138187" y="1553533"/>
                  </a:lnTo>
                  <a:lnTo>
                    <a:pt x="1141640" y="1546593"/>
                  </a:lnTo>
                  <a:lnTo>
                    <a:pt x="1145587" y="1542221"/>
                  </a:lnTo>
                  <a:lnTo>
                    <a:pt x="1147433" y="1537334"/>
                  </a:lnTo>
                  <a:lnTo>
                    <a:pt x="1152280" y="1533470"/>
                  </a:lnTo>
                  <a:lnTo>
                    <a:pt x="1159633" y="1525789"/>
                  </a:lnTo>
                  <a:lnTo>
                    <a:pt x="1160864" y="1527379"/>
                  </a:lnTo>
                  <a:lnTo>
                    <a:pt x="1157251" y="1537703"/>
                  </a:lnTo>
                  <a:lnTo>
                    <a:pt x="1156498" y="1543717"/>
                  </a:lnTo>
                  <a:lnTo>
                    <a:pt x="1163306" y="1544915"/>
                  </a:lnTo>
                  <a:lnTo>
                    <a:pt x="1167556" y="1541704"/>
                  </a:lnTo>
                  <a:lnTo>
                    <a:pt x="1168216" y="1533180"/>
                  </a:lnTo>
                  <a:lnTo>
                    <a:pt x="1172461" y="1533467"/>
                  </a:lnTo>
                  <a:lnTo>
                    <a:pt x="1173372" y="1539493"/>
                  </a:lnTo>
                  <a:lnTo>
                    <a:pt x="1178533" y="1542109"/>
                  </a:lnTo>
                  <a:lnTo>
                    <a:pt x="1184521" y="1533148"/>
                  </a:lnTo>
                  <a:lnTo>
                    <a:pt x="1187641" y="1530770"/>
                  </a:lnTo>
                  <a:lnTo>
                    <a:pt x="1193534" y="1529950"/>
                  </a:lnTo>
                  <a:lnTo>
                    <a:pt x="1189121" y="1540190"/>
                  </a:lnTo>
                  <a:lnTo>
                    <a:pt x="1177054" y="1550889"/>
                  </a:lnTo>
                  <a:lnTo>
                    <a:pt x="1161711" y="1563858"/>
                  </a:lnTo>
                  <a:lnTo>
                    <a:pt x="1154673" y="1571248"/>
                  </a:lnTo>
                  <a:lnTo>
                    <a:pt x="1127047" y="1594671"/>
                  </a:lnTo>
                  <a:lnTo>
                    <a:pt x="1123210" y="1598093"/>
                  </a:lnTo>
                  <a:lnTo>
                    <a:pt x="1114453" y="1605883"/>
                  </a:lnTo>
                  <a:lnTo>
                    <a:pt x="1107900" y="1612640"/>
                  </a:lnTo>
                  <a:lnTo>
                    <a:pt x="1092524" y="1624445"/>
                  </a:lnTo>
                  <a:lnTo>
                    <a:pt x="1084272" y="1628627"/>
                  </a:lnTo>
                  <a:lnTo>
                    <a:pt x="1079922" y="1628824"/>
                  </a:lnTo>
                  <a:lnTo>
                    <a:pt x="1074169" y="1633086"/>
                  </a:lnTo>
                  <a:lnTo>
                    <a:pt x="1069353" y="1636647"/>
                  </a:lnTo>
                  <a:lnTo>
                    <a:pt x="1067572" y="1637962"/>
                  </a:lnTo>
                  <a:lnTo>
                    <a:pt x="1056164" y="1643236"/>
                  </a:lnTo>
                  <a:lnTo>
                    <a:pt x="1046212" y="1645732"/>
                  </a:lnTo>
                  <a:lnTo>
                    <a:pt x="1044007" y="1646283"/>
                  </a:lnTo>
                  <a:lnTo>
                    <a:pt x="1040080" y="1649538"/>
                  </a:lnTo>
                  <a:lnTo>
                    <a:pt x="1031129" y="1656937"/>
                  </a:lnTo>
                  <a:lnTo>
                    <a:pt x="1027516" y="1655765"/>
                  </a:lnTo>
                  <a:lnTo>
                    <a:pt x="1025606" y="1655145"/>
                  </a:lnTo>
                  <a:lnTo>
                    <a:pt x="1020904" y="1654243"/>
                  </a:lnTo>
                  <a:lnTo>
                    <a:pt x="1020757" y="1654215"/>
                  </a:lnTo>
                  <a:lnTo>
                    <a:pt x="1018746" y="1653828"/>
                  </a:lnTo>
                  <a:lnTo>
                    <a:pt x="1015702" y="1661445"/>
                  </a:lnTo>
                  <a:lnTo>
                    <a:pt x="1009279" y="1668313"/>
                  </a:lnTo>
                  <a:lnTo>
                    <a:pt x="1004232" y="1671206"/>
                  </a:lnTo>
                  <a:lnTo>
                    <a:pt x="1003672" y="1665756"/>
                  </a:lnTo>
                  <a:lnTo>
                    <a:pt x="1006044" y="1663182"/>
                  </a:lnTo>
                  <a:lnTo>
                    <a:pt x="1005933" y="1658646"/>
                  </a:lnTo>
                  <a:lnTo>
                    <a:pt x="1004663" y="1654080"/>
                  </a:lnTo>
                  <a:lnTo>
                    <a:pt x="1004811" y="1653907"/>
                  </a:lnTo>
                  <a:lnTo>
                    <a:pt x="1006934" y="1651428"/>
                  </a:lnTo>
                  <a:lnTo>
                    <a:pt x="1007832" y="1651026"/>
                  </a:lnTo>
                  <a:lnTo>
                    <a:pt x="1014122" y="1648212"/>
                  </a:lnTo>
                  <a:lnTo>
                    <a:pt x="1014938" y="1645894"/>
                  </a:lnTo>
                  <a:lnTo>
                    <a:pt x="1015113" y="1645397"/>
                  </a:lnTo>
                  <a:lnTo>
                    <a:pt x="1016175" y="1642315"/>
                  </a:lnTo>
                  <a:lnTo>
                    <a:pt x="1016436" y="1637643"/>
                  </a:lnTo>
                  <a:lnTo>
                    <a:pt x="1016583" y="1634992"/>
                  </a:lnTo>
                  <a:lnTo>
                    <a:pt x="1016667" y="1633469"/>
                  </a:lnTo>
                  <a:lnTo>
                    <a:pt x="1017715" y="1627699"/>
                  </a:lnTo>
                  <a:lnTo>
                    <a:pt x="1018193" y="1625056"/>
                  </a:lnTo>
                  <a:lnTo>
                    <a:pt x="1018305" y="1624437"/>
                  </a:lnTo>
                  <a:lnTo>
                    <a:pt x="1018370" y="1623674"/>
                  </a:lnTo>
                  <a:lnTo>
                    <a:pt x="1018614" y="1620791"/>
                  </a:lnTo>
                  <a:lnTo>
                    <a:pt x="1018784" y="1618780"/>
                  </a:lnTo>
                  <a:lnTo>
                    <a:pt x="1018927" y="1617079"/>
                  </a:lnTo>
                  <a:lnTo>
                    <a:pt x="1018909" y="1616031"/>
                  </a:lnTo>
                  <a:lnTo>
                    <a:pt x="1018830" y="1611300"/>
                  </a:lnTo>
                  <a:lnTo>
                    <a:pt x="1018755" y="1606964"/>
                  </a:lnTo>
                  <a:lnTo>
                    <a:pt x="1018206" y="1601094"/>
                  </a:lnTo>
                  <a:lnTo>
                    <a:pt x="1002943" y="1597998"/>
                  </a:lnTo>
                  <a:lnTo>
                    <a:pt x="985182" y="1594116"/>
                  </a:lnTo>
                  <a:lnTo>
                    <a:pt x="982802" y="1593592"/>
                  </a:lnTo>
                  <a:lnTo>
                    <a:pt x="975763" y="1591988"/>
                  </a:lnTo>
                  <a:lnTo>
                    <a:pt x="968871" y="1590076"/>
                  </a:lnTo>
                  <a:lnTo>
                    <a:pt x="959284" y="1587405"/>
                  </a:lnTo>
                  <a:lnTo>
                    <a:pt x="934414" y="1581090"/>
                  </a:lnTo>
                  <a:lnTo>
                    <a:pt x="928396" y="1574013"/>
                  </a:lnTo>
                  <a:lnTo>
                    <a:pt x="926454" y="1574403"/>
                  </a:lnTo>
                  <a:lnTo>
                    <a:pt x="922522" y="1575190"/>
                  </a:lnTo>
                  <a:lnTo>
                    <a:pt x="913675" y="1574872"/>
                  </a:lnTo>
                  <a:lnTo>
                    <a:pt x="904094" y="1572523"/>
                  </a:lnTo>
                  <a:lnTo>
                    <a:pt x="895852" y="1564797"/>
                  </a:lnTo>
                  <a:lnTo>
                    <a:pt x="894607" y="1561417"/>
                  </a:lnTo>
                  <a:lnTo>
                    <a:pt x="892954" y="1556924"/>
                  </a:lnTo>
                  <a:lnTo>
                    <a:pt x="888567" y="1543740"/>
                  </a:lnTo>
                  <a:lnTo>
                    <a:pt x="884928" y="1538359"/>
                  </a:lnTo>
                  <a:lnTo>
                    <a:pt x="880126" y="1534817"/>
                  </a:lnTo>
                  <a:lnTo>
                    <a:pt x="877011" y="1534620"/>
                  </a:lnTo>
                  <a:lnTo>
                    <a:pt x="872629" y="1534339"/>
                  </a:lnTo>
                  <a:lnTo>
                    <a:pt x="865453" y="1533634"/>
                  </a:lnTo>
                  <a:lnTo>
                    <a:pt x="860704" y="1526977"/>
                  </a:lnTo>
                  <a:lnTo>
                    <a:pt x="854750" y="1522847"/>
                  </a:lnTo>
                  <a:lnTo>
                    <a:pt x="853077" y="1523254"/>
                  </a:lnTo>
                  <a:lnTo>
                    <a:pt x="842650" y="1525787"/>
                  </a:lnTo>
                  <a:lnTo>
                    <a:pt x="842127" y="1525952"/>
                  </a:lnTo>
                  <a:lnTo>
                    <a:pt x="808310" y="1536556"/>
                  </a:lnTo>
                  <a:lnTo>
                    <a:pt x="787745" y="1542864"/>
                  </a:lnTo>
                  <a:lnTo>
                    <a:pt x="784273" y="1543922"/>
                  </a:lnTo>
                  <a:lnTo>
                    <a:pt x="756541" y="1552303"/>
                  </a:lnTo>
                  <a:lnTo>
                    <a:pt x="748087" y="1554676"/>
                  </a:lnTo>
                  <a:lnTo>
                    <a:pt x="715706" y="1564200"/>
                  </a:lnTo>
                  <a:lnTo>
                    <a:pt x="712290" y="1565195"/>
                  </a:lnTo>
                  <a:lnTo>
                    <a:pt x="708612" y="1566264"/>
                  </a:lnTo>
                  <a:lnTo>
                    <a:pt x="655675" y="1581760"/>
                  </a:lnTo>
                  <a:lnTo>
                    <a:pt x="643360" y="1585301"/>
                  </a:lnTo>
                  <a:lnTo>
                    <a:pt x="636129" y="1587370"/>
                  </a:lnTo>
                  <a:lnTo>
                    <a:pt x="618533" y="1592180"/>
                  </a:lnTo>
                  <a:lnTo>
                    <a:pt x="603076" y="1596509"/>
                  </a:lnTo>
                  <a:lnTo>
                    <a:pt x="597354" y="1598103"/>
                  </a:lnTo>
                  <a:lnTo>
                    <a:pt x="594087" y="1598988"/>
                  </a:lnTo>
                  <a:lnTo>
                    <a:pt x="568555" y="1605848"/>
                  </a:lnTo>
                  <a:lnTo>
                    <a:pt x="540054" y="1613605"/>
                  </a:lnTo>
                  <a:lnTo>
                    <a:pt x="534374" y="1615136"/>
                  </a:lnTo>
                  <a:lnTo>
                    <a:pt x="527448" y="1616986"/>
                  </a:lnTo>
                  <a:lnTo>
                    <a:pt x="490989" y="1626604"/>
                  </a:lnTo>
                  <a:lnTo>
                    <a:pt x="478694" y="1629742"/>
                  </a:lnTo>
                  <a:lnTo>
                    <a:pt x="465315" y="1633130"/>
                  </a:lnTo>
                  <a:lnTo>
                    <a:pt x="461309" y="1617051"/>
                  </a:lnTo>
                  <a:close/>
                </a:path>
              </a:pathLst>
            </a:custGeom>
            <a:solidFill>
              <a:srgbClr val="FEF1B7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h109"/>
            <p:cNvSpPr/>
            <p:nvPr/>
          </p:nvSpPr>
          <p:spPr>
            <a:xfrm>
              <a:off x="5124846" y="2498261"/>
              <a:ext cx="1317015" cy="1636503"/>
            </a:xfrm>
            <a:custGeom>
              <a:avLst/>
              <a:pathLst>
                <a:path w="1317015" h="1636503">
                  <a:moveTo>
                    <a:pt x="457200" y="1600200"/>
                  </a:moveTo>
                  <a:lnTo>
                    <a:pt x="457101" y="1597584"/>
                  </a:lnTo>
                  <a:lnTo>
                    <a:pt x="462142" y="1591251"/>
                  </a:lnTo>
                  <a:lnTo>
                    <a:pt x="467244" y="1593873"/>
                  </a:lnTo>
                  <a:lnTo>
                    <a:pt x="475175" y="1591508"/>
                  </a:lnTo>
                  <a:lnTo>
                    <a:pt x="481038" y="1584717"/>
                  </a:lnTo>
                  <a:lnTo>
                    <a:pt x="481518" y="1584162"/>
                  </a:lnTo>
                  <a:lnTo>
                    <a:pt x="478949" y="1577999"/>
                  </a:lnTo>
                  <a:lnTo>
                    <a:pt x="481486" y="1574560"/>
                  </a:lnTo>
                  <a:lnTo>
                    <a:pt x="479313" y="1570452"/>
                  </a:lnTo>
                  <a:lnTo>
                    <a:pt x="483179" y="1563986"/>
                  </a:lnTo>
                  <a:lnTo>
                    <a:pt x="484481" y="1563060"/>
                  </a:lnTo>
                  <a:lnTo>
                    <a:pt x="485000" y="1562691"/>
                  </a:lnTo>
                  <a:lnTo>
                    <a:pt x="488326" y="1560325"/>
                  </a:lnTo>
                  <a:lnTo>
                    <a:pt x="494122" y="1553414"/>
                  </a:lnTo>
                  <a:lnTo>
                    <a:pt x="500807" y="1546675"/>
                  </a:lnTo>
                  <a:lnTo>
                    <a:pt x="511468" y="1543857"/>
                  </a:lnTo>
                  <a:lnTo>
                    <a:pt x="512423" y="1543604"/>
                  </a:lnTo>
                  <a:lnTo>
                    <a:pt x="518926" y="1542487"/>
                  </a:lnTo>
                  <a:lnTo>
                    <a:pt x="527878" y="1541211"/>
                  </a:lnTo>
                  <a:lnTo>
                    <a:pt x="531540" y="1535413"/>
                  </a:lnTo>
                  <a:lnTo>
                    <a:pt x="534411" y="1533789"/>
                  </a:lnTo>
                  <a:lnTo>
                    <a:pt x="540666" y="1526278"/>
                  </a:lnTo>
                  <a:lnTo>
                    <a:pt x="545680" y="1525612"/>
                  </a:lnTo>
                  <a:lnTo>
                    <a:pt x="547868" y="1519414"/>
                  </a:lnTo>
                  <a:lnTo>
                    <a:pt x="548448" y="1517769"/>
                  </a:lnTo>
                  <a:lnTo>
                    <a:pt x="548501" y="1517617"/>
                  </a:lnTo>
                  <a:lnTo>
                    <a:pt x="553930" y="1515339"/>
                  </a:lnTo>
                  <a:lnTo>
                    <a:pt x="556702" y="1509965"/>
                  </a:lnTo>
                  <a:lnTo>
                    <a:pt x="562763" y="1507113"/>
                  </a:lnTo>
                  <a:lnTo>
                    <a:pt x="567298" y="1504705"/>
                  </a:lnTo>
                  <a:lnTo>
                    <a:pt x="574328" y="1503905"/>
                  </a:lnTo>
                  <a:lnTo>
                    <a:pt x="575195" y="1502095"/>
                  </a:lnTo>
                  <a:lnTo>
                    <a:pt x="577345" y="1497600"/>
                  </a:lnTo>
                  <a:lnTo>
                    <a:pt x="579975" y="1491046"/>
                  </a:lnTo>
                  <a:lnTo>
                    <a:pt x="577701" y="1484867"/>
                  </a:lnTo>
                  <a:lnTo>
                    <a:pt x="579200" y="1483675"/>
                  </a:lnTo>
                  <a:lnTo>
                    <a:pt x="582136" y="1481340"/>
                  </a:lnTo>
                  <a:lnTo>
                    <a:pt x="587063" y="1483294"/>
                  </a:lnTo>
                  <a:lnTo>
                    <a:pt x="589231" y="1479260"/>
                  </a:lnTo>
                  <a:lnTo>
                    <a:pt x="589089" y="1474159"/>
                  </a:lnTo>
                  <a:lnTo>
                    <a:pt x="593830" y="1469898"/>
                  </a:lnTo>
                  <a:lnTo>
                    <a:pt x="602298" y="1462532"/>
                  </a:lnTo>
                  <a:lnTo>
                    <a:pt x="605105" y="1465108"/>
                  </a:lnTo>
                  <a:lnTo>
                    <a:pt x="606366" y="1466265"/>
                  </a:lnTo>
                  <a:lnTo>
                    <a:pt x="606065" y="1472890"/>
                  </a:lnTo>
                  <a:lnTo>
                    <a:pt x="611754" y="1474300"/>
                  </a:lnTo>
                  <a:lnTo>
                    <a:pt x="615991" y="1469824"/>
                  </a:lnTo>
                  <a:lnTo>
                    <a:pt x="619679" y="1465921"/>
                  </a:lnTo>
                  <a:lnTo>
                    <a:pt x="622779" y="1456799"/>
                  </a:lnTo>
                  <a:lnTo>
                    <a:pt x="623265" y="1455366"/>
                  </a:lnTo>
                  <a:lnTo>
                    <a:pt x="628644" y="1450164"/>
                  </a:lnTo>
                  <a:lnTo>
                    <a:pt x="633027" y="1446891"/>
                  </a:lnTo>
                  <a:lnTo>
                    <a:pt x="636298" y="1446937"/>
                  </a:lnTo>
                  <a:lnTo>
                    <a:pt x="640118" y="1442773"/>
                  </a:lnTo>
                  <a:lnTo>
                    <a:pt x="640875" y="1441948"/>
                  </a:lnTo>
                  <a:lnTo>
                    <a:pt x="648312" y="1443239"/>
                  </a:lnTo>
                  <a:lnTo>
                    <a:pt x="650419" y="1446833"/>
                  </a:lnTo>
                  <a:lnTo>
                    <a:pt x="654990" y="1445672"/>
                  </a:lnTo>
                  <a:lnTo>
                    <a:pt x="659570" y="1442300"/>
                  </a:lnTo>
                  <a:lnTo>
                    <a:pt x="663759" y="1428146"/>
                  </a:lnTo>
                  <a:lnTo>
                    <a:pt x="665380" y="1423124"/>
                  </a:lnTo>
                  <a:lnTo>
                    <a:pt x="666382" y="1420016"/>
                  </a:lnTo>
                  <a:lnTo>
                    <a:pt x="667029" y="1418004"/>
                  </a:lnTo>
                  <a:lnTo>
                    <a:pt x="673227" y="1410852"/>
                  </a:lnTo>
                  <a:lnTo>
                    <a:pt x="679642" y="1410232"/>
                  </a:lnTo>
                  <a:lnTo>
                    <a:pt x="685847" y="1409175"/>
                  </a:lnTo>
                  <a:lnTo>
                    <a:pt x="682688" y="1403338"/>
                  </a:lnTo>
                  <a:lnTo>
                    <a:pt x="681234" y="1400650"/>
                  </a:lnTo>
                  <a:lnTo>
                    <a:pt x="683678" y="1393139"/>
                  </a:lnTo>
                  <a:lnTo>
                    <a:pt x="681516" y="1384824"/>
                  </a:lnTo>
                  <a:lnTo>
                    <a:pt x="682420" y="1378073"/>
                  </a:lnTo>
                  <a:lnTo>
                    <a:pt x="699880" y="1375206"/>
                  </a:lnTo>
                  <a:lnTo>
                    <a:pt x="714198" y="1372414"/>
                  </a:lnTo>
                  <a:lnTo>
                    <a:pt x="731429" y="1369018"/>
                  </a:lnTo>
                  <a:lnTo>
                    <a:pt x="742689" y="1367045"/>
                  </a:lnTo>
                  <a:lnTo>
                    <a:pt x="758352" y="1364074"/>
                  </a:lnTo>
                  <a:lnTo>
                    <a:pt x="764301" y="1362658"/>
                  </a:lnTo>
                  <a:lnTo>
                    <a:pt x="777402" y="1359523"/>
                  </a:lnTo>
                  <a:lnTo>
                    <a:pt x="786479" y="1357898"/>
                  </a:lnTo>
                  <a:lnTo>
                    <a:pt x="803310" y="1354857"/>
                  </a:lnTo>
                  <a:lnTo>
                    <a:pt x="804166" y="1354702"/>
                  </a:lnTo>
                  <a:lnTo>
                    <a:pt x="817522" y="1352287"/>
                  </a:lnTo>
                  <a:lnTo>
                    <a:pt x="840932" y="1346764"/>
                  </a:lnTo>
                  <a:lnTo>
                    <a:pt x="843466" y="1346162"/>
                  </a:lnTo>
                  <a:lnTo>
                    <a:pt x="873663" y="1338834"/>
                  </a:lnTo>
                  <a:lnTo>
                    <a:pt x="893093" y="1334054"/>
                  </a:lnTo>
                  <a:lnTo>
                    <a:pt x="893383" y="1333983"/>
                  </a:lnTo>
                  <a:lnTo>
                    <a:pt x="897294" y="1332983"/>
                  </a:lnTo>
                  <a:lnTo>
                    <a:pt x="909523" y="1329847"/>
                  </a:lnTo>
                  <a:lnTo>
                    <a:pt x="921526" y="1326748"/>
                  </a:lnTo>
                  <a:lnTo>
                    <a:pt x="929237" y="1324747"/>
                  </a:lnTo>
                  <a:lnTo>
                    <a:pt x="948123" y="1319811"/>
                  </a:lnTo>
                  <a:lnTo>
                    <a:pt x="962153" y="1316203"/>
                  </a:lnTo>
                  <a:lnTo>
                    <a:pt x="968134" y="1314657"/>
                  </a:lnTo>
                  <a:lnTo>
                    <a:pt x="989693" y="1309043"/>
                  </a:lnTo>
                  <a:lnTo>
                    <a:pt x="994743" y="1307653"/>
                  </a:lnTo>
                  <a:lnTo>
                    <a:pt x="1007539" y="1304114"/>
                  </a:lnTo>
                  <a:lnTo>
                    <a:pt x="1025808" y="1299022"/>
                  </a:lnTo>
                  <a:lnTo>
                    <a:pt x="1034111" y="1296724"/>
                  </a:lnTo>
                  <a:lnTo>
                    <a:pt x="1048128" y="1292823"/>
                  </a:lnTo>
                  <a:lnTo>
                    <a:pt x="1060821" y="1289266"/>
                  </a:lnTo>
                  <a:lnTo>
                    <a:pt x="1062485" y="1288798"/>
                  </a:lnTo>
                  <a:lnTo>
                    <a:pt x="1105600" y="1276732"/>
                  </a:lnTo>
                  <a:lnTo>
                    <a:pt x="1115989" y="1273785"/>
                  </a:lnTo>
                  <a:lnTo>
                    <a:pt x="1118459" y="1273087"/>
                  </a:lnTo>
                  <a:lnTo>
                    <a:pt x="1127315" y="1270579"/>
                  </a:lnTo>
                  <a:lnTo>
                    <a:pt x="1142198" y="1266334"/>
                  </a:lnTo>
                  <a:lnTo>
                    <a:pt x="1158968" y="1260873"/>
                  </a:lnTo>
                  <a:lnTo>
                    <a:pt x="1177691" y="1255464"/>
                  </a:lnTo>
                  <a:lnTo>
                    <a:pt x="1182502" y="1254067"/>
                  </a:lnTo>
                  <a:lnTo>
                    <a:pt x="1199482" y="1249107"/>
                  </a:lnTo>
                  <a:lnTo>
                    <a:pt x="1217641" y="1243732"/>
                  </a:lnTo>
                  <a:lnTo>
                    <a:pt x="1226731" y="1241024"/>
                  </a:lnTo>
                  <a:lnTo>
                    <a:pt x="1241900" y="1236451"/>
                  </a:lnTo>
                  <a:lnTo>
                    <a:pt x="1248406" y="1249624"/>
                  </a:lnTo>
                  <a:lnTo>
                    <a:pt x="1257130" y="1265874"/>
                  </a:lnTo>
                  <a:lnTo>
                    <a:pt x="1261489" y="1272169"/>
                  </a:lnTo>
                  <a:lnTo>
                    <a:pt x="1270353" y="1284958"/>
                  </a:lnTo>
                  <a:lnTo>
                    <a:pt x="1279113" y="1294487"/>
                  </a:lnTo>
                  <a:lnTo>
                    <a:pt x="1292748" y="1310879"/>
                  </a:lnTo>
                  <a:lnTo>
                    <a:pt x="1300701" y="1320771"/>
                  </a:lnTo>
                  <a:lnTo>
                    <a:pt x="1304229" y="1324998"/>
                  </a:lnTo>
                  <a:lnTo>
                    <a:pt x="1312145" y="1339824"/>
                  </a:lnTo>
                  <a:lnTo>
                    <a:pt x="1316140" y="1365384"/>
                  </a:lnTo>
                  <a:lnTo>
                    <a:pt x="1317015" y="1386775"/>
                  </a:lnTo>
                  <a:lnTo>
                    <a:pt x="1307351" y="1390427"/>
                  </a:lnTo>
                  <a:lnTo>
                    <a:pt x="1297437" y="1397933"/>
                  </a:lnTo>
                  <a:lnTo>
                    <a:pt x="1296710" y="1398482"/>
                  </a:lnTo>
                  <a:lnTo>
                    <a:pt x="1283727" y="1410643"/>
                  </a:lnTo>
                  <a:lnTo>
                    <a:pt x="1275853" y="1420509"/>
                  </a:lnTo>
                  <a:lnTo>
                    <a:pt x="1266142" y="1433017"/>
                  </a:lnTo>
                  <a:lnTo>
                    <a:pt x="1259416" y="1445717"/>
                  </a:lnTo>
                  <a:lnTo>
                    <a:pt x="1253571" y="1454346"/>
                  </a:lnTo>
                  <a:lnTo>
                    <a:pt x="1248217" y="1464715"/>
                  </a:lnTo>
                  <a:lnTo>
                    <a:pt x="1244183" y="1475004"/>
                  </a:lnTo>
                  <a:lnTo>
                    <a:pt x="1239717" y="1492651"/>
                  </a:lnTo>
                  <a:lnTo>
                    <a:pt x="1236745" y="1488356"/>
                  </a:lnTo>
                  <a:lnTo>
                    <a:pt x="1229031" y="1484827"/>
                  </a:lnTo>
                  <a:lnTo>
                    <a:pt x="1217702" y="1484946"/>
                  </a:lnTo>
                  <a:lnTo>
                    <a:pt x="1200581" y="1491630"/>
                  </a:lnTo>
                  <a:lnTo>
                    <a:pt x="1181682" y="1502771"/>
                  </a:lnTo>
                  <a:lnTo>
                    <a:pt x="1179496" y="1504055"/>
                  </a:lnTo>
                  <a:lnTo>
                    <a:pt x="1170640" y="1512420"/>
                  </a:lnTo>
                  <a:lnTo>
                    <a:pt x="1164183" y="1520945"/>
                  </a:lnTo>
                  <a:lnTo>
                    <a:pt x="1152283" y="1532557"/>
                  </a:lnTo>
                  <a:lnTo>
                    <a:pt x="1148138" y="1538095"/>
                  </a:lnTo>
                  <a:lnTo>
                    <a:pt x="1138619" y="1550774"/>
                  </a:lnTo>
                  <a:lnTo>
                    <a:pt x="1132900" y="1561295"/>
                  </a:lnTo>
                  <a:lnTo>
                    <a:pt x="1129210" y="1568063"/>
                  </a:lnTo>
                  <a:lnTo>
                    <a:pt x="1125173" y="1579882"/>
                  </a:lnTo>
                  <a:lnTo>
                    <a:pt x="1123195" y="1596475"/>
                  </a:lnTo>
                  <a:lnTo>
                    <a:pt x="1122127" y="1605349"/>
                  </a:lnTo>
                  <a:lnTo>
                    <a:pt x="1121682" y="1612073"/>
                  </a:lnTo>
                  <a:lnTo>
                    <a:pt x="1121091" y="1620907"/>
                  </a:lnTo>
                  <a:lnTo>
                    <a:pt x="1116305" y="1621498"/>
                  </a:lnTo>
                  <a:lnTo>
                    <a:pt x="1114274" y="1618226"/>
                  </a:lnTo>
                  <a:lnTo>
                    <a:pt x="1101839" y="1618472"/>
                  </a:lnTo>
                  <a:lnTo>
                    <a:pt x="1087994" y="1622128"/>
                  </a:lnTo>
                  <a:lnTo>
                    <a:pt x="1077562" y="1626226"/>
                  </a:lnTo>
                  <a:lnTo>
                    <a:pt x="1063341" y="1636503"/>
                  </a:lnTo>
                  <a:lnTo>
                    <a:pt x="1054092" y="1630625"/>
                  </a:lnTo>
                  <a:lnTo>
                    <a:pt x="1049792" y="1627944"/>
                  </a:lnTo>
                  <a:lnTo>
                    <a:pt x="1030022" y="1615574"/>
                  </a:lnTo>
                  <a:lnTo>
                    <a:pt x="998230" y="1595659"/>
                  </a:lnTo>
                  <a:lnTo>
                    <a:pt x="993674" y="1592729"/>
                  </a:lnTo>
                  <a:lnTo>
                    <a:pt x="963061" y="1572951"/>
                  </a:lnTo>
                  <a:lnTo>
                    <a:pt x="951919" y="1566083"/>
                  </a:lnTo>
                  <a:lnTo>
                    <a:pt x="950524" y="1565222"/>
                  </a:lnTo>
                  <a:lnTo>
                    <a:pt x="924707" y="1549223"/>
                  </a:lnTo>
                  <a:lnTo>
                    <a:pt x="922957" y="1549628"/>
                  </a:lnTo>
                  <a:lnTo>
                    <a:pt x="899973" y="1554914"/>
                  </a:lnTo>
                  <a:lnTo>
                    <a:pt x="899703" y="1554975"/>
                  </a:lnTo>
                  <a:lnTo>
                    <a:pt x="884834" y="1558357"/>
                  </a:lnTo>
                  <a:lnTo>
                    <a:pt x="860618" y="1563691"/>
                  </a:lnTo>
                  <a:lnTo>
                    <a:pt x="836657" y="1568894"/>
                  </a:lnTo>
                  <a:lnTo>
                    <a:pt x="813168" y="1573590"/>
                  </a:lnTo>
                  <a:lnTo>
                    <a:pt x="811808" y="1559601"/>
                  </a:lnTo>
                  <a:lnTo>
                    <a:pt x="804349" y="1552946"/>
                  </a:lnTo>
                  <a:lnTo>
                    <a:pt x="795990" y="1545473"/>
                  </a:lnTo>
                  <a:lnTo>
                    <a:pt x="792328" y="1542194"/>
                  </a:lnTo>
                  <a:lnTo>
                    <a:pt x="783371" y="1552276"/>
                  </a:lnTo>
                  <a:lnTo>
                    <a:pt x="781019" y="1549178"/>
                  </a:lnTo>
                  <a:lnTo>
                    <a:pt x="781882" y="1542673"/>
                  </a:lnTo>
                  <a:lnTo>
                    <a:pt x="780724" y="1539846"/>
                  </a:lnTo>
                  <a:lnTo>
                    <a:pt x="780606" y="1539556"/>
                  </a:lnTo>
                  <a:lnTo>
                    <a:pt x="752081" y="1544411"/>
                  </a:lnTo>
                  <a:lnTo>
                    <a:pt x="748128" y="1545076"/>
                  </a:lnTo>
                  <a:lnTo>
                    <a:pt x="735455" y="1547194"/>
                  </a:lnTo>
                  <a:lnTo>
                    <a:pt x="708106" y="1552037"/>
                  </a:lnTo>
                  <a:lnTo>
                    <a:pt x="697488" y="1553891"/>
                  </a:lnTo>
                  <a:lnTo>
                    <a:pt x="688000" y="1555537"/>
                  </a:lnTo>
                  <a:lnTo>
                    <a:pt x="680974" y="1556748"/>
                  </a:lnTo>
                  <a:lnTo>
                    <a:pt x="674379" y="1557999"/>
                  </a:lnTo>
                  <a:lnTo>
                    <a:pt x="663404" y="1560069"/>
                  </a:lnTo>
                  <a:lnTo>
                    <a:pt x="655494" y="1561551"/>
                  </a:lnTo>
                  <a:lnTo>
                    <a:pt x="653682" y="1561791"/>
                  </a:lnTo>
                  <a:lnTo>
                    <a:pt x="649672" y="1562320"/>
                  </a:lnTo>
                  <a:lnTo>
                    <a:pt x="643818" y="1563089"/>
                  </a:lnTo>
                  <a:lnTo>
                    <a:pt x="640007" y="1567087"/>
                  </a:lnTo>
                  <a:lnTo>
                    <a:pt x="632875" y="1571371"/>
                  </a:lnTo>
                  <a:lnTo>
                    <a:pt x="628602" y="1573436"/>
                  </a:lnTo>
                  <a:lnTo>
                    <a:pt x="618345" y="1578378"/>
                  </a:lnTo>
                  <a:lnTo>
                    <a:pt x="613382" y="1585186"/>
                  </a:lnTo>
                  <a:lnTo>
                    <a:pt x="611792" y="1585175"/>
                  </a:lnTo>
                  <a:lnTo>
                    <a:pt x="609569" y="1585159"/>
                  </a:lnTo>
                  <a:lnTo>
                    <a:pt x="598872" y="1591136"/>
                  </a:lnTo>
                  <a:lnTo>
                    <a:pt x="588491" y="1596965"/>
                  </a:lnTo>
                  <a:lnTo>
                    <a:pt x="579097" y="1602222"/>
                  </a:lnTo>
                  <a:lnTo>
                    <a:pt x="557849" y="1607133"/>
                  </a:lnTo>
                  <a:lnTo>
                    <a:pt x="541984" y="1610943"/>
                  </a:lnTo>
                  <a:lnTo>
                    <a:pt x="535412" y="1612512"/>
                  </a:lnTo>
                  <a:lnTo>
                    <a:pt x="528391" y="1614182"/>
                  </a:lnTo>
                  <a:lnTo>
                    <a:pt x="496741" y="1620255"/>
                  </a:lnTo>
                  <a:lnTo>
                    <a:pt x="489872" y="1621560"/>
                  </a:lnTo>
                  <a:lnTo>
                    <a:pt x="477458" y="1623904"/>
                  </a:lnTo>
                  <a:lnTo>
                    <a:pt x="458204" y="1627501"/>
                  </a:lnTo>
                  <a:close/>
                </a:path>
              </a:pathLst>
            </a:custGeom>
            <a:solidFill>
              <a:srgbClr val="E39571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h110"/>
            <p:cNvSpPr/>
            <p:nvPr/>
          </p:nvSpPr>
          <p:spPr>
            <a:xfrm>
              <a:off x="3204760" y="925727"/>
              <a:ext cx="1084169" cy="1988587"/>
            </a:xfrm>
            <a:custGeom>
              <a:avLst/>
              <a:pathLst>
                <a:path w="1084169" h="1988587">
                  <a:moveTo>
                    <a:pt x="457200" y="1600200"/>
                  </a:moveTo>
                  <a:lnTo>
                    <a:pt x="512041" y="1602874"/>
                  </a:lnTo>
                  <a:lnTo>
                    <a:pt x="547616" y="1604236"/>
                  </a:lnTo>
                  <a:lnTo>
                    <a:pt x="554830" y="1604488"/>
                  </a:lnTo>
                  <a:lnTo>
                    <a:pt x="606469" y="1606241"/>
                  </a:lnTo>
                  <a:lnTo>
                    <a:pt x="622433" y="1606641"/>
                  </a:lnTo>
                  <a:lnTo>
                    <a:pt x="654710" y="1607329"/>
                  </a:lnTo>
                  <a:lnTo>
                    <a:pt x="665222" y="1607538"/>
                  </a:lnTo>
                  <a:lnTo>
                    <a:pt x="695491" y="1608045"/>
                  </a:lnTo>
                  <a:lnTo>
                    <a:pt x="752081" y="1608558"/>
                  </a:lnTo>
                  <a:lnTo>
                    <a:pt x="772399" y="1608657"/>
                  </a:lnTo>
                  <a:lnTo>
                    <a:pt x="794329" y="1608693"/>
                  </a:lnTo>
                  <a:lnTo>
                    <a:pt x="825980" y="1608554"/>
                  </a:lnTo>
                  <a:lnTo>
                    <a:pt x="838192" y="1608459"/>
                  </a:lnTo>
                  <a:lnTo>
                    <a:pt x="868882" y="1608068"/>
                  </a:lnTo>
                  <a:lnTo>
                    <a:pt x="879549" y="1607898"/>
                  </a:lnTo>
                  <a:lnTo>
                    <a:pt x="954497" y="1606363"/>
                  </a:lnTo>
                  <a:lnTo>
                    <a:pt x="968706" y="1605974"/>
                  </a:lnTo>
                  <a:lnTo>
                    <a:pt x="1013275" y="1604561"/>
                  </a:lnTo>
                  <a:lnTo>
                    <a:pt x="1013616" y="1611363"/>
                  </a:lnTo>
                  <a:lnTo>
                    <a:pt x="1017275" y="1620963"/>
                  </a:lnTo>
                  <a:lnTo>
                    <a:pt x="1020552" y="1632654"/>
                  </a:lnTo>
                  <a:lnTo>
                    <a:pt x="1023391" y="1639887"/>
                  </a:lnTo>
                  <a:lnTo>
                    <a:pt x="1025345" y="1645493"/>
                  </a:lnTo>
                  <a:lnTo>
                    <a:pt x="1022211" y="1656072"/>
                  </a:lnTo>
                  <a:lnTo>
                    <a:pt x="1021998" y="1661032"/>
                  </a:lnTo>
                  <a:lnTo>
                    <a:pt x="1021981" y="1661424"/>
                  </a:lnTo>
                  <a:lnTo>
                    <a:pt x="1021936" y="1662475"/>
                  </a:lnTo>
                  <a:lnTo>
                    <a:pt x="1023221" y="1675081"/>
                  </a:lnTo>
                  <a:lnTo>
                    <a:pt x="1023719" y="1685747"/>
                  </a:lnTo>
                  <a:lnTo>
                    <a:pt x="1024809" y="1696495"/>
                  </a:lnTo>
                  <a:lnTo>
                    <a:pt x="1024079" y="1704492"/>
                  </a:lnTo>
                  <a:lnTo>
                    <a:pt x="1023846" y="1707046"/>
                  </a:lnTo>
                  <a:lnTo>
                    <a:pt x="1023792" y="1707628"/>
                  </a:lnTo>
                  <a:lnTo>
                    <a:pt x="1027556" y="1717090"/>
                  </a:lnTo>
                  <a:lnTo>
                    <a:pt x="1030899" y="1725061"/>
                  </a:lnTo>
                  <a:lnTo>
                    <a:pt x="1033965" y="1736509"/>
                  </a:lnTo>
                  <a:lnTo>
                    <a:pt x="1037801" y="1747418"/>
                  </a:lnTo>
                  <a:lnTo>
                    <a:pt x="1043943" y="1759558"/>
                  </a:lnTo>
                  <a:lnTo>
                    <a:pt x="1047225" y="1768479"/>
                  </a:lnTo>
                  <a:lnTo>
                    <a:pt x="1048269" y="1771311"/>
                  </a:lnTo>
                  <a:lnTo>
                    <a:pt x="1051021" y="1780781"/>
                  </a:lnTo>
                  <a:lnTo>
                    <a:pt x="1051226" y="1789831"/>
                  </a:lnTo>
                  <a:lnTo>
                    <a:pt x="1051390" y="1797126"/>
                  </a:lnTo>
                  <a:lnTo>
                    <a:pt x="1053656" y="1817368"/>
                  </a:lnTo>
                  <a:lnTo>
                    <a:pt x="1054205" y="1822196"/>
                  </a:lnTo>
                  <a:lnTo>
                    <a:pt x="1055439" y="1833022"/>
                  </a:lnTo>
                  <a:lnTo>
                    <a:pt x="1056419" y="1841613"/>
                  </a:lnTo>
                  <a:lnTo>
                    <a:pt x="1055554" y="1850483"/>
                  </a:lnTo>
                  <a:lnTo>
                    <a:pt x="1061937" y="1862368"/>
                  </a:lnTo>
                  <a:lnTo>
                    <a:pt x="1060511" y="1879208"/>
                  </a:lnTo>
                  <a:lnTo>
                    <a:pt x="1061105" y="1889728"/>
                  </a:lnTo>
                  <a:lnTo>
                    <a:pt x="1061073" y="1896685"/>
                  </a:lnTo>
                  <a:lnTo>
                    <a:pt x="1061141" y="1896823"/>
                  </a:lnTo>
                  <a:lnTo>
                    <a:pt x="1061513" y="1897574"/>
                  </a:lnTo>
                  <a:lnTo>
                    <a:pt x="1065363" y="1905333"/>
                  </a:lnTo>
                  <a:lnTo>
                    <a:pt x="1069052" y="1921437"/>
                  </a:lnTo>
                  <a:lnTo>
                    <a:pt x="1074741" y="1930754"/>
                  </a:lnTo>
                  <a:lnTo>
                    <a:pt x="1078910" y="1935424"/>
                  </a:lnTo>
                  <a:lnTo>
                    <a:pt x="1079900" y="1947786"/>
                  </a:lnTo>
                  <a:lnTo>
                    <a:pt x="1084164" y="1964507"/>
                  </a:lnTo>
                  <a:lnTo>
                    <a:pt x="1082929" y="1972284"/>
                  </a:lnTo>
                  <a:lnTo>
                    <a:pt x="1082822" y="1972954"/>
                  </a:lnTo>
                  <a:lnTo>
                    <a:pt x="1084169" y="1983010"/>
                  </a:lnTo>
                  <a:lnTo>
                    <a:pt x="1039405" y="1984700"/>
                  </a:lnTo>
                  <a:lnTo>
                    <a:pt x="1026781" y="1985168"/>
                  </a:lnTo>
                  <a:lnTo>
                    <a:pt x="999636" y="1986098"/>
                  </a:lnTo>
                  <a:lnTo>
                    <a:pt x="979384" y="1986669"/>
                  </a:lnTo>
                  <a:lnTo>
                    <a:pt x="961955" y="1987060"/>
                  </a:lnTo>
                  <a:lnTo>
                    <a:pt x="959422" y="1987113"/>
                  </a:lnTo>
                  <a:lnTo>
                    <a:pt x="954029" y="1987223"/>
                  </a:lnTo>
                  <a:lnTo>
                    <a:pt x="924307" y="1987831"/>
                  </a:lnTo>
                  <a:lnTo>
                    <a:pt x="906084" y="1987951"/>
                  </a:lnTo>
                  <a:lnTo>
                    <a:pt x="897529" y="1988035"/>
                  </a:lnTo>
                  <a:lnTo>
                    <a:pt x="873213" y="1988220"/>
                  </a:lnTo>
                  <a:lnTo>
                    <a:pt x="865685" y="1988279"/>
                  </a:lnTo>
                  <a:lnTo>
                    <a:pt x="843901" y="1988475"/>
                  </a:lnTo>
                  <a:lnTo>
                    <a:pt x="831346" y="1988558"/>
                  </a:lnTo>
                  <a:lnTo>
                    <a:pt x="820897" y="1988525"/>
                  </a:lnTo>
                  <a:lnTo>
                    <a:pt x="811658" y="1988587"/>
                  </a:lnTo>
                  <a:lnTo>
                    <a:pt x="797640" y="1988527"/>
                  </a:lnTo>
                  <a:lnTo>
                    <a:pt x="774153" y="1988421"/>
                  </a:lnTo>
                  <a:lnTo>
                    <a:pt x="761879" y="1988290"/>
                  </a:lnTo>
                  <a:lnTo>
                    <a:pt x="744145" y="1988157"/>
                  </a:lnTo>
                  <a:lnTo>
                    <a:pt x="743057" y="1988148"/>
                  </a:lnTo>
                  <a:lnTo>
                    <a:pt x="721441" y="1987963"/>
                  </a:lnTo>
                  <a:lnTo>
                    <a:pt x="691656" y="1987591"/>
                  </a:lnTo>
                  <a:lnTo>
                    <a:pt x="669326" y="1987236"/>
                  </a:lnTo>
                  <a:lnTo>
                    <a:pt x="652739" y="1986934"/>
                  </a:lnTo>
                  <a:lnTo>
                    <a:pt x="632237" y="1986471"/>
                  </a:lnTo>
                  <a:lnTo>
                    <a:pt x="614605" y="1986039"/>
                  </a:lnTo>
                  <a:lnTo>
                    <a:pt x="614437" y="1986035"/>
                  </a:lnTo>
                  <a:lnTo>
                    <a:pt x="606933" y="1985837"/>
                  </a:lnTo>
                  <a:lnTo>
                    <a:pt x="586146" y="1985243"/>
                  </a:lnTo>
                  <a:lnTo>
                    <a:pt x="566913" y="1984635"/>
                  </a:lnTo>
                  <a:lnTo>
                    <a:pt x="553622" y="1984195"/>
                  </a:lnTo>
                  <a:lnTo>
                    <a:pt x="538478" y="1983671"/>
                  </a:lnTo>
                  <a:lnTo>
                    <a:pt x="533141" y="1983475"/>
                  </a:lnTo>
                  <a:lnTo>
                    <a:pt x="528550" y="1983303"/>
                  </a:lnTo>
                  <a:lnTo>
                    <a:pt x="509286" y="1982549"/>
                  </a:lnTo>
                  <a:lnTo>
                    <a:pt x="490602" y="1981768"/>
                  </a:lnTo>
                  <a:lnTo>
                    <a:pt x="471103" y="1980916"/>
                  </a:lnTo>
                  <a:lnTo>
                    <a:pt x="437912" y="1979321"/>
                  </a:lnTo>
                  <a:lnTo>
                    <a:pt x="440017" y="1937761"/>
                  </a:lnTo>
                  <a:lnTo>
                    <a:pt x="440297" y="1932241"/>
                  </a:lnTo>
                  <a:lnTo>
                    <a:pt x="441504" y="1909247"/>
                  </a:lnTo>
                  <a:lnTo>
                    <a:pt x="441694" y="1905390"/>
                  </a:lnTo>
                  <a:lnTo>
                    <a:pt x="442309" y="1892895"/>
                  </a:lnTo>
                  <a:lnTo>
                    <a:pt x="442752" y="1883910"/>
                  </a:lnTo>
                  <a:lnTo>
                    <a:pt x="444151" y="1856601"/>
                  </a:lnTo>
                  <a:lnTo>
                    <a:pt x="445447" y="1832580"/>
                  </a:lnTo>
                  <a:lnTo>
                    <a:pt x="446697" y="1807417"/>
                  </a:lnTo>
                  <a:lnTo>
                    <a:pt x="446708" y="1807192"/>
                  </a:lnTo>
                  <a:lnTo>
                    <a:pt x="447153" y="1799112"/>
                  </a:lnTo>
                  <a:lnTo>
                    <a:pt x="448562" y="1773528"/>
                  </a:lnTo>
                  <a:lnTo>
                    <a:pt x="449973" y="1748710"/>
                  </a:lnTo>
                  <a:lnTo>
                    <a:pt x="450926" y="1727822"/>
                  </a:lnTo>
                  <a:lnTo>
                    <a:pt x="451071" y="1724770"/>
                  </a:lnTo>
                  <a:lnTo>
                    <a:pt x="452522" y="1694321"/>
                  </a:lnTo>
                  <a:lnTo>
                    <a:pt x="453389" y="1675965"/>
                  </a:lnTo>
                  <a:lnTo>
                    <a:pt x="454005" y="1662953"/>
                  </a:lnTo>
                  <a:lnTo>
                    <a:pt x="454869" y="1645608"/>
                  </a:lnTo>
                  <a:lnTo>
                    <a:pt x="456191" y="1619118"/>
                  </a:lnTo>
                  <a:close/>
                </a:path>
              </a:pathLst>
            </a:custGeom>
            <a:solidFill>
              <a:srgbClr val="F4CA9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h111"/>
            <p:cNvSpPr/>
            <p:nvPr/>
          </p:nvSpPr>
          <p:spPr>
            <a:xfrm>
              <a:off x="5111293" y="1676378"/>
              <a:ext cx="465198" cy="1607786"/>
            </a:xfrm>
            <a:custGeom>
              <a:avLst/>
              <a:pathLst>
                <a:path w="465198" h="1607786">
                  <a:moveTo>
                    <a:pt x="457200" y="1600200"/>
                  </a:moveTo>
                  <a:lnTo>
                    <a:pt x="459866" y="1595912"/>
                  </a:lnTo>
                  <a:lnTo>
                    <a:pt x="464472" y="1598603"/>
                  </a:lnTo>
                  <a:lnTo>
                    <a:pt x="465198" y="1604955"/>
                  </a:lnTo>
                  <a:lnTo>
                    <a:pt x="460757" y="1607786"/>
                  </a:lnTo>
                  <a:close/>
                </a:path>
              </a:pathLst>
            </a:custGeom>
            <a:solidFill>
              <a:srgbClr val="E9A87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h112"/>
            <p:cNvSpPr/>
            <p:nvPr/>
          </p:nvSpPr>
          <p:spPr>
            <a:xfrm>
              <a:off x="4987865" y="2014718"/>
              <a:ext cx="822668" cy="1658223"/>
            </a:xfrm>
            <a:custGeom>
              <a:avLst/>
              <a:pathLst>
                <a:path w="822668" h="1658223">
                  <a:moveTo>
                    <a:pt x="457200" y="1600199"/>
                  </a:moveTo>
                  <a:lnTo>
                    <a:pt x="455648" y="1590610"/>
                  </a:lnTo>
                  <a:lnTo>
                    <a:pt x="453921" y="1579957"/>
                  </a:lnTo>
                  <a:lnTo>
                    <a:pt x="451240" y="1563951"/>
                  </a:lnTo>
                  <a:lnTo>
                    <a:pt x="450296" y="1558327"/>
                  </a:lnTo>
                  <a:lnTo>
                    <a:pt x="447014" y="1538796"/>
                  </a:lnTo>
                  <a:lnTo>
                    <a:pt x="443149" y="1515391"/>
                  </a:lnTo>
                  <a:lnTo>
                    <a:pt x="441354" y="1504548"/>
                  </a:lnTo>
                  <a:lnTo>
                    <a:pt x="439271" y="1491985"/>
                  </a:lnTo>
                  <a:lnTo>
                    <a:pt x="437811" y="1483006"/>
                  </a:lnTo>
                  <a:lnTo>
                    <a:pt x="435206" y="1467017"/>
                  </a:lnTo>
                  <a:lnTo>
                    <a:pt x="434347" y="1461756"/>
                  </a:lnTo>
                  <a:lnTo>
                    <a:pt x="431239" y="1443444"/>
                  </a:lnTo>
                  <a:lnTo>
                    <a:pt x="429711" y="1434800"/>
                  </a:lnTo>
                  <a:lnTo>
                    <a:pt x="426320" y="1415654"/>
                  </a:lnTo>
                  <a:lnTo>
                    <a:pt x="421998" y="1391802"/>
                  </a:lnTo>
                  <a:lnTo>
                    <a:pt x="420511" y="1383605"/>
                  </a:lnTo>
                  <a:lnTo>
                    <a:pt x="417566" y="1367406"/>
                  </a:lnTo>
                  <a:lnTo>
                    <a:pt x="414633" y="1351316"/>
                  </a:lnTo>
                  <a:lnTo>
                    <a:pt x="414222" y="1349062"/>
                  </a:lnTo>
                  <a:lnTo>
                    <a:pt x="411143" y="1332211"/>
                  </a:lnTo>
                  <a:lnTo>
                    <a:pt x="410739" y="1330033"/>
                  </a:lnTo>
                  <a:lnTo>
                    <a:pt x="408367" y="1317270"/>
                  </a:lnTo>
                  <a:lnTo>
                    <a:pt x="404580" y="1296922"/>
                  </a:lnTo>
                  <a:lnTo>
                    <a:pt x="437796" y="1289468"/>
                  </a:lnTo>
                  <a:lnTo>
                    <a:pt x="441268" y="1288667"/>
                  </a:lnTo>
                  <a:lnTo>
                    <a:pt x="444794" y="1287852"/>
                  </a:lnTo>
                  <a:lnTo>
                    <a:pt x="465151" y="1283111"/>
                  </a:lnTo>
                  <a:lnTo>
                    <a:pt x="487998" y="1277648"/>
                  </a:lnTo>
                  <a:lnTo>
                    <a:pt x="498544" y="1275100"/>
                  </a:lnTo>
                  <a:lnTo>
                    <a:pt x="526303" y="1268282"/>
                  </a:lnTo>
                  <a:lnTo>
                    <a:pt x="531314" y="1272526"/>
                  </a:lnTo>
                  <a:lnTo>
                    <a:pt x="538544" y="1269714"/>
                  </a:lnTo>
                  <a:lnTo>
                    <a:pt x="548556" y="1274942"/>
                  </a:lnTo>
                  <a:lnTo>
                    <a:pt x="555188" y="1276117"/>
                  </a:lnTo>
                  <a:lnTo>
                    <a:pt x="564698" y="1277791"/>
                  </a:lnTo>
                  <a:lnTo>
                    <a:pt x="569168" y="1281911"/>
                  </a:lnTo>
                  <a:lnTo>
                    <a:pt x="578682" y="1285166"/>
                  </a:lnTo>
                  <a:lnTo>
                    <a:pt x="583910" y="1276136"/>
                  </a:lnTo>
                  <a:lnTo>
                    <a:pt x="585930" y="1274273"/>
                  </a:lnTo>
                  <a:lnTo>
                    <a:pt x="597593" y="1277601"/>
                  </a:lnTo>
                  <a:lnTo>
                    <a:pt x="601206" y="1282599"/>
                  </a:lnTo>
                  <a:lnTo>
                    <a:pt x="601556" y="1283083"/>
                  </a:lnTo>
                  <a:lnTo>
                    <a:pt x="609601" y="1289508"/>
                  </a:lnTo>
                  <a:lnTo>
                    <a:pt x="618138" y="1292417"/>
                  </a:lnTo>
                  <a:lnTo>
                    <a:pt x="624843" y="1291573"/>
                  </a:lnTo>
                  <a:lnTo>
                    <a:pt x="632763" y="1284682"/>
                  </a:lnTo>
                  <a:lnTo>
                    <a:pt x="633993" y="1284332"/>
                  </a:lnTo>
                  <a:lnTo>
                    <a:pt x="641102" y="1282306"/>
                  </a:lnTo>
                  <a:lnTo>
                    <a:pt x="647906" y="1275580"/>
                  </a:lnTo>
                  <a:lnTo>
                    <a:pt x="663691" y="1266573"/>
                  </a:lnTo>
                  <a:lnTo>
                    <a:pt x="666325" y="1267335"/>
                  </a:lnTo>
                  <a:lnTo>
                    <a:pt x="669418" y="1268228"/>
                  </a:lnTo>
                  <a:lnTo>
                    <a:pt x="677820" y="1265931"/>
                  </a:lnTo>
                  <a:lnTo>
                    <a:pt x="680785" y="1265117"/>
                  </a:lnTo>
                  <a:lnTo>
                    <a:pt x="687474" y="1264504"/>
                  </a:lnTo>
                  <a:lnTo>
                    <a:pt x="695570" y="1255998"/>
                  </a:lnTo>
                  <a:lnTo>
                    <a:pt x="706098" y="1241516"/>
                  </a:lnTo>
                  <a:lnTo>
                    <a:pt x="707738" y="1239253"/>
                  </a:lnTo>
                  <a:lnTo>
                    <a:pt x="713123" y="1230560"/>
                  </a:lnTo>
                  <a:lnTo>
                    <a:pt x="720807" y="1221950"/>
                  </a:lnTo>
                  <a:lnTo>
                    <a:pt x="729280" y="1216565"/>
                  </a:lnTo>
                  <a:lnTo>
                    <a:pt x="739687" y="1207309"/>
                  </a:lnTo>
                  <a:lnTo>
                    <a:pt x="743865" y="1205079"/>
                  </a:lnTo>
                  <a:lnTo>
                    <a:pt x="752435" y="1200495"/>
                  </a:lnTo>
                  <a:lnTo>
                    <a:pt x="760193" y="1193394"/>
                  </a:lnTo>
                  <a:lnTo>
                    <a:pt x="778381" y="1182811"/>
                  </a:lnTo>
                  <a:lnTo>
                    <a:pt x="783384" y="1179025"/>
                  </a:lnTo>
                  <a:lnTo>
                    <a:pt x="787039" y="1194604"/>
                  </a:lnTo>
                  <a:lnTo>
                    <a:pt x="792164" y="1216496"/>
                  </a:lnTo>
                  <a:lnTo>
                    <a:pt x="797023" y="1237245"/>
                  </a:lnTo>
                  <a:lnTo>
                    <a:pt x="797314" y="1238490"/>
                  </a:lnTo>
                  <a:lnTo>
                    <a:pt x="804607" y="1269727"/>
                  </a:lnTo>
                  <a:lnTo>
                    <a:pt x="807387" y="1281832"/>
                  </a:lnTo>
                  <a:lnTo>
                    <a:pt x="807614" y="1282822"/>
                  </a:lnTo>
                  <a:lnTo>
                    <a:pt x="813712" y="1309441"/>
                  </a:lnTo>
                  <a:lnTo>
                    <a:pt x="813892" y="1310212"/>
                  </a:lnTo>
                  <a:lnTo>
                    <a:pt x="815285" y="1316175"/>
                  </a:lnTo>
                  <a:lnTo>
                    <a:pt x="821320" y="1342047"/>
                  </a:lnTo>
                  <a:lnTo>
                    <a:pt x="816081" y="1346314"/>
                  </a:lnTo>
                  <a:lnTo>
                    <a:pt x="811989" y="1346737"/>
                  </a:lnTo>
                  <a:lnTo>
                    <a:pt x="809312" y="1352198"/>
                  </a:lnTo>
                  <a:lnTo>
                    <a:pt x="815215" y="1358743"/>
                  </a:lnTo>
                  <a:lnTo>
                    <a:pt x="818851" y="1367356"/>
                  </a:lnTo>
                  <a:lnTo>
                    <a:pt x="818230" y="1374127"/>
                  </a:lnTo>
                  <a:lnTo>
                    <a:pt x="818112" y="1375403"/>
                  </a:lnTo>
                  <a:lnTo>
                    <a:pt x="822668" y="1384792"/>
                  </a:lnTo>
                  <a:lnTo>
                    <a:pt x="820645" y="1392042"/>
                  </a:lnTo>
                  <a:lnTo>
                    <a:pt x="818793" y="1400747"/>
                  </a:lnTo>
                  <a:lnTo>
                    <a:pt x="817928" y="1404794"/>
                  </a:lnTo>
                  <a:lnTo>
                    <a:pt x="817767" y="1405546"/>
                  </a:lnTo>
                  <a:lnTo>
                    <a:pt x="816906" y="1414942"/>
                  </a:lnTo>
                  <a:lnTo>
                    <a:pt x="818048" y="1420603"/>
                  </a:lnTo>
                  <a:lnTo>
                    <a:pt x="819605" y="1428334"/>
                  </a:lnTo>
                  <a:lnTo>
                    <a:pt x="817925" y="1431376"/>
                  </a:lnTo>
                  <a:lnTo>
                    <a:pt x="815200" y="1436072"/>
                  </a:lnTo>
                  <a:lnTo>
                    <a:pt x="815229" y="1444891"/>
                  </a:lnTo>
                  <a:lnTo>
                    <a:pt x="815231" y="1445260"/>
                  </a:lnTo>
                  <a:lnTo>
                    <a:pt x="816424" y="1450891"/>
                  </a:lnTo>
                  <a:lnTo>
                    <a:pt x="813291" y="1456457"/>
                  </a:lnTo>
                  <a:lnTo>
                    <a:pt x="817680" y="1461101"/>
                  </a:lnTo>
                  <a:lnTo>
                    <a:pt x="818414" y="1461878"/>
                  </a:lnTo>
                  <a:lnTo>
                    <a:pt x="816435" y="1468651"/>
                  </a:lnTo>
                  <a:lnTo>
                    <a:pt x="810703" y="1477176"/>
                  </a:lnTo>
                  <a:lnTo>
                    <a:pt x="803878" y="1487623"/>
                  </a:lnTo>
                  <a:lnTo>
                    <a:pt x="801058" y="1491928"/>
                  </a:lnTo>
                  <a:lnTo>
                    <a:pt x="798237" y="1499254"/>
                  </a:lnTo>
                  <a:lnTo>
                    <a:pt x="797785" y="1500427"/>
                  </a:lnTo>
                  <a:lnTo>
                    <a:pt x="792942" y="1503949"/>
                  </a:lnTo>
                  <a:lnTo>
                    <a:pt x="788148" y="1510287"/>
                  </a:lnTo>
                  <a:lnTo>
                    <a:pt x="780144" y="1517809"/>
                  </a:lnTo>
                  <a:lnTo>
                    <a:pt x="777940" y="1517942"/>
                  </a:lnTo>
                  <a:lnTo>
                    <a:pt x="775679" y="1518078"/>
                  </a:lnTo>
                  <a:lnTo>
                    <a:pt x="772788" y="1513246"/>
                  </a:lnTo>
                  <a:lnTo>
                    <a:pt x="768357" y="1512388"/>
                  </a:lnTo>
                  <a:lnTo>
                    <a:pt x="764917" y="1517791"/>
                  </a:lnTo>
                  <a:lnTo>
                    <a:pt x="760761" y="1524179"/>
                  </a:lnTo>
                  <a:lnTo>
                    <a:pt x="761661" y="1530964"/>
                  </a:lnTo>
                  <a:lnTo>
                    <a:pt x="757140" y="1532101"/>
                  </a:lnTo>
                  <a:lnTo>
                    <a:pt x="751163" y="1533661"/>
                  </a:lnTo>
                  <a:lnTo>
                    <a:pt x="749461" y="1541024"/>
                  </a:lnTo>
                  <a:lnTo>
                    <a:pt x="748754" y="1542241"/>
                  </a:lnTo>
                  <a:lnTo>
                    <a:pt x="746505" y="1546112"/>
                  </a:lnTo>
                  <a:lnTo>
                    <a:pt x="746642" y="1546547"/>
                  </a:lnTo>
                  <a:lnTo>
                    <a:pt x="749433" y="1555443"/>
                  </a:lnTo>
                  <a:lnTo>
                    <a:pt x="748813" y="1555909"/>
                  </a:lnTo>
                  <a:lnTo>
                    <a:pt x="743932" y="1559572"/>
                  </a:lnTo>
                  <a:lnTo>
                    <a:pt x="746414" y="1564594"/>
                  </a:lnTo>
                  <a:lnTo>
                    <a:pt x="749591" y="1571505"/>
                  </a:lnTo>
                  <a:lnTo>
                    <a:pt x="745636" y="1576849"/>
                  </a:lnTo>
                  <a:lnTo>
                    <a:pt x="739371" y="1580335"/>
                  </a:lnTo>
                  <a:lnTo>
                    <a:pt x="733679" y="1573462"/>
                  </a:lnTo>
                  <a:lnTo>
                    <a:pt x="726635" y="1570391"/>
                  </a:lnTo>
                  <a:lnTo>
                    <a:pt x="723693" y="1572539"/>
                  </a:lnTo>
                  <a:lnTo>
                    <a:pt x="720289" y="1578647"/>
                  </a:lnTo>
                  <a:lnTo>
                    <a:pt x="719748" y="1580695"/>
                  </a:lnTo>
                  <a:lnTo>
                    <a:pt x="717763" y="1588198"/>
                  </a:lnTo>
                  <a:lnTo>
                    <a:pt x="717269" y="1598646"/>
                  </a:lnTo>
                  <a:lnTo>
                    <a:pt x="713322" y="1602317"/>
                  </a:lnTo>
                  <a:lnTo>
                    <a:pt x="715109" y="1607328"/>
                  </a:lnTo>
                  <a:lnTo>
                    <a:pt x="719131" y="1619317"/>
                  </a:lnTo>
                  <a:lnTo>
                    <a:pt x="721388" y="1625347"/>
                  </a:lnTo>
                  <a:lnTo>
                    <a:pt x="717667" y="1628307"/>
                  </a:lnTo>
                  <a:lnTo>
                    <a:pt x="712389" y="1629205"/>
                  </a:lnTo>
                  <a:lnTo>
                    <a:pt x="711988" y="1631057"/>
                  </a:lnTo>
                  <a:lnTo>
                    <a:pt x="711420" y="1633680"/>
                  </a:lnTo>
                  <a:lnTo>
                    <a:pt x="711966" y="1641727"/>
                  </a:lnTo>
                  <a:lnTo>
                    <a:pt x="711255" y="1647885"/>
                  </a:lnTo>
                  <a:lnTo>
                    <a:pt x="706135" y="1650844"/>
                  </a:lnTo>
                  <a:lnTo>
                    <a:pt x="700135" y="1653137"/>
                  </a:lnTo>
                  <a:lnTo>
                    <a:pt x="694566" y="1655910"/>
                  </a:lnTo>
                  <a:lnTo>
                    <a:pt x="689912" y="1658223"/>
                  </a:lnTo>
                  <a:lnTo>
                    <a:pt x="686355" y="1656756"/>
                  </a:lnTo>
                  <a:lnTo>
                    <a:pt x="682660" y="1650497"/>
                  </a:lnTo>
                  <a:lnTo>
                    <a:pt x="677590" y="1647674"/>
                  </a:lnTo>
                  <a:lnTo>
                    <a:pt x="676301" y="1646955"/>
                  </a:lnTo>
                  <a:lnTo>
                    <a:pt x="670629" y="1642795"/>
                  </a:lnTo>
                  <a:lnTo>
                    <a:pt x="663363" y="1643622"/>
                  </a:lnTo>
                  <a:lnTo>
                    <a:pt x="662059" y="1642727"/>
                  </a:lnTo>
                  <a:lnTo>
                    <a:pt x="657524" y="1639611"/>
                  </a:lnTo>
                  <a:lnTo>
                    <a:pt x="654021" y="1630939"/>
                  </a:lnTo>
                  <a:lnTo>
                    <a:pt x="652905" y="1626052"/>
                  </a:lnTo>
                  <a:lnTo>
                    <a:pt x="650298" y="1621797"/>
                  </a:lnTo>
                  <a:lnTo>
                    <a:pt x="645505" y="1624433"/>
                  </a:lnTo>
                  <a:lnTo>
                    <a:pt x="639327" y="1627410"/>
                  </a:lnTo>
                  <a:lnTo>
                    <a:pt x="637889" y="1629390"/>
                  </a:lnTo>
                  <a:lnTo>
                    <a:pt x="636957" y="1630673"/>
                  </a:lnTo>
                  <a:lnTo>
                    <a:pt x="631196" y="1636535"/>
                  </a:lnTo>
                  <a:lnTo>
                    <a:pt x="630368" y="1640712"/>
                  </a:lnTo>
                  <a:lnTo>
                    <a:pt x="626700" y="1644014"/>
                  </a:lnTo>
                  <a:lnTo>
                    <a:pt x="620166" y="1644300"/>
                  </a:lnTo>
                  <a:lnTo>
                    <a:pt x="618182" y="1646675"/>
                  </a:lnTo>
                  <a:lnTo>
                    <a:pt x="616397" y="1648809"/>
                  </a:lnTo>
                  <a:lnTo>
                    <a:pt x="612623" y="1646595"/>
                  </a:lnTo>
                  <a:lnTo>
                    <a:pt x="606432" y="1642929"/>
                  </a:lnTo>
                  <a:lnTo>
                    <a:pt x="600172" y="1643200"/>
                  </a:lnTo>
                  <a:lnTo>
                    <a:pt x="590606" y="1640974"/>
                  </a:lnTo>
                  <a:lnTo>
                    <a:pt x="582257" y="1645544"/>
                  </a:lnTo>
                  <a:lnTo>
                    <a:pt x="581560" y="1650275"/>
                  </a:lnTo>
                  <a:lnTo>
                    <a:pt x="581217" y="1650526"/>
                  </a:lnTo>
                  <a:lnTo>
                    <a:pt x="578400" y="1652590"/>
                  </a:lnTo>
                  <a:lnTo>
                    <a:pt x="575715" y="1652110"/>
                  </a:lnTo>
                  <a:lnTo>
                    <a:pt x="568964" y="1650900"/>
                  </a:lnTo>
                  <a:lnTo>
                    <a:pt x="567024" y="1646522"/>
                  </a:lnTo>
                  <a:lnTo>
                    <a:pt x="561782" y="1644974"/>
                  </a:lnTo>
                  <a:lnTo>
                    <a:pt x="559266" y="1640972"/>
                  </a:lnTo>
                  <a:lnTo>
                    <a:pt x="553951" y="1640009"/>
                  </a:lnTo>
                  <a:lnTo>
                    <a:pt x="551504" y="1639565"/>
                  </a:lnTo>
                  <a:lnTo>
                    <a:pt x="546449" y="1638969"/>
                  </a:lnTo>
                  <a:lnTo>
                    <a:pt x="539801" y="1642239"/>
                  </a:lnTo>
                  <a:lnTo>
                    <a:pt x="531581" y="1641572"/>
                  </a:lnTo>
                  <a:lnTo>
                    <a:pt x="523842" y="1641013"/>
                  </a:lnTo>
                  <a:lnTo>
                    <a:pt x="522053" y="1638306"/>
                  </a:lnTo>
                  <a:lnTo>
                    <a:pt x="521093" y="1636853"/>
                  </a:lnTo>
                  <a:lnTo>
                    <a:pt x="520474" y="1632907"/>
                  </a:lnTo>
                  <a:lnTo>
                    <a:pt x="520362" y="1632196"/>
                  </a:lnTo>
                  <a:lnTo>
                    <a:pt x="513390" y="1623984"/>
                  </a:lnTo>
                  <a:lnTo>
                    <a:pt x="511781" y="1619991"/>
                  </a:lnTo>
                  <a:lnTo>
                    <a:pt x="508833" y="1616638"/>
                  </a:lnTo>
                  <a:lnTo>
                    <a:pt x="508177" y="1615891"/>
                  </a:lnTo>
                  <a:lnTo>
                    <a:pt x="500727" y="1614922"/>
                  </a:lnTo>
                  <a:lnTo>
                    <a:pt x="496877" y="1610887"/>
                  </a:lnTo>
                  <a:lnTo>
                    <a:pt x="495045" y="1607367"/>
                  </a:lnTo>
                  <a:lnTo>
                    <a:pt x="493299" y="1606774"/>
                  </a:lnTo>
                  <a:lnTo>
                    <a:pt x="491623" y="1607728"/>
                  </a:lnTo>
                  <a:lnTo>
                    <a:pt x="490727" y="1609712"/>
                  </a:lnTo>
                  <a:lnTo>
                    <a:pt x="489535" y="1610027"/>
                  </a:lnTo>
                  <a:lnTo>
                    <a:pt x="485399" y="1611116"/>
                  </a:lnTo>
                  <a:lnTo>
                    <a:pt x="480571" y="1615341"/>
                  </a:lnTo>
                  <a:lnTo>
                    <a:pt x="479126" y="1614967"/>
                  </a:lnTo>
                  <a:lnTo>
                    <a:pt x="473476" y="1613504"/>
                  </a:lnTo>
                  <a:lnTo>
                    <a:pt x="469498" y="1610141"/>
                  </a:lnTo>
                  <a:lnTo>
                    <a:pt x="469255" y="1609935"/>
                  </a:lnTo>
                  <a:lnTo>
                    <a:pt x="465470" y="1608780"/>
                  </a:lnTo>
                  <a:lnTo>
                    <a:pt x="459809" y="1615143"/>
                  </a:lnTo>
                  <a:close/>
                </a:path>
              </a:pathLst>
            </a:custGeom>
            <a:solidFill>
              <a:srgbClr val="E9A87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h113"/>
            <p:cNvSpPr/>
            <p:nvPr/>
          </p:nvSpPr>
          <p:spPr>
            <a:xfrm>
              <a:off x="3234896" y="2459345"/>
              <a:ext cx="1329965" cy="1966578"/>
            </a:xfrm>
            <a:custGeom>
              <a:avLst/>
              <a:pathLst>
                <a:path w="1329965" h="1966578">
                  <a:moveTo>
                    <a:pt x="457200" y="1600199"/>
                  </a:moveTo>
                  <a:lnTo>
                    <a:pt x="458215" y="1571160"/>
                  </a:lnTo>
                  <a:lnTo>
                    <a:pt x="458564" y="1559941"/>
                  </a:lnTo>
                  <a:lnTo>
                    <a:pt x="474488" y="1560558"/>
                  </a:lnTo>
                  <a:lnTo>
                    <a:pt x="488773" y="1561582"/>
                  </a:lnTo>
                  <a:lnTo>
                    <a:pt x="522863" y="1562688"/>
                  </a:lnTo>
                  <a:lnTo>
                    <a:pt x="553992" y="1563680"/>
                  </a:lnTo>
                  <a:lnTo>
                    <a:pt x="555388" y="1563706"/>
                  </a:lnTo>
                  <a:lnTo>
                    <a:pt x="567898" y="1563930"/>
                  </a:lnTo>
                  <a:lnTo>
                    <a:pt x="602435" y="1564444"/>
                  </a:lnTo>
                  <a:lnTo>
                    <a:pt x="609392" y="1564530"/>
                  </a:lnTo>
                  <a:lnTo>
                    <a:pt x="636634" y="1564780"/>
                  </a:lnTo>
                  <a:lnTo>
                    <a:pt x="651063" y="1564900"/>
                  </a:lnTo>
                  <a:lnTo>
                    <a:pt x="663099" y="1564981"/>
                  </a:lnTo>
                  <a:lnTo>
                    <a:pt x="672036" y="1565030"/>
                  </a:lnTo>
                  <a:lnTo>
                    <a:pt x="694153" y="1565034"/>
                  </a:lnTo>
                  <a:lnTo>
                    <a:pt x="702176" y="1565021"/>
                  </a:lnTo>
                  <a:lnTo>
                    <a:pt x="748257" y="1565105"/>
                  </a:lnTo>
                  <a:lnTo>
                    <a:pt x="756903" y="1565092"/>
                  </a:lnTo>
                  <a:lnTo>
                    <a:pt x="757636" y="1565091"/>
                  </a:lnTo>
                  <a:lnTo>
                    <a:pt x="791217" y="1565199"/>
                  </a:lnTo>
                  <a:lnTo>
                    <a:pt x="802811" y="1565179"/>
                  </a:lnTo>
                  <a:lnTo>
                    <a:pt x="811259" y="1565155"/>
                  </a:lnTo>
                  <a:lnTo>
                    <a:pt x="816152" y="1565137"/>
                  </a:lnTo>
                  <a:lnTo>
                    <a:pt x="843765" y="1564916"/>
                  </a:lnTo>
                  <a:lnTo>
                    <a:pt x="856612" y="1564780"/>
                  </a:lnTo>
                  <a:lnTo>
                    <a:pt x="877340" y="1564521"/>
                  </a:lnTo>
                  <a:lnTo>
                    <a:pt x="901938" y="1564221"/>
                  </a:lnTo>
                  <a:lnTo>
                    <a:pt x="920896" y="1563941"/>
                  </a:lnTo>
                  <a:lnTo>
                    <a:pt x="921585" y="1563926"/>
                  </a:lnTo>
                  <a:lnTo>
                    <a:pt x="944974" y="1563398"/>
                  </a:lnTo>
                  <a:lnTo>
                    <a:pt x="951601" y="1563237"/>
                  </a:lnTo>
                  <a:lnTo>
                    <a:pt x="975769" y="1562593"/>
                  </a:lnTo>
                  <a:lnTo>
                    <a:pt x="979112" y="1562498"/>
                  </a:lnTo>
                  <a:lnTo>
                    <a:pt x="1009575" y="1561624"/>
                  </a:lnTo>
                  <a:lnTo>
                    <a:pt x="1017273" y="1561385"/>
                  </a:lnTo>
                  <a:lnTo>
                    <a:pt x="1040855" y="1560601"/>
                  </a:lnTo>
                  <a:lnTo>
                    <a:pt x="1045534" y="1560437"/>
                  </a:lnTo>
                  <a:lnTo>
                    <a:pt x="1080407" y="1559160"/>
                  </a:lnTo>
                  <a:lnTo>
                    <a:pt x="1102697" y="1558306"/>
                  </a:lnTo>
                  <a:lnTo>
                    <a:pt x="1105211" y="1558205"/>
                  </a:lnTo>
                  <a:lnTo>
                    <a:pt x="1133302" y="1556933"/>
                  </a:lnTo>
                  <a:lnTo>
                    <a:pt x="1154838" y="1555917"/>
                  </a:lnTo>
                  <a:lnTo>
                    <a:pt x="1158468" y="1555741"/>
                  </a:lnTo>
                  <a:lnTo>
                    <a:pt x="1162059" y="1555565"/>
                  </a:lnTo>
                  <a:lnTo>
                    <a:pt x="1176101" y="1554868"/>
                  </a:lnTo>
                  <a:lnTo>
                    <a:pt x="1197273" y="1553772"/>
                  </a:lnTo>
                  <a:lnTo>
                    <a:pt x="1202356" y="1553501"/>
                  </a:lnTo>
                  <a:lnTo>
                    <a:pt x="1213745" y="1552882"/>
                  </a:lnTo>
                  <a:lnTo>
                    <a:pt x="1222202" y="1552412"/>
                  </a:lnTo>
                  <a:lnTo>
                    <a:pt x="1246929" y="1550979"/>
                  </a:lnTo>
                  <a:lnTo>
                    <a:pt x="1253469" y="1550588"/>
                  </a:lnTo>
                  <a:lnTo>
                    <a:pt x="1254693" y="1550514"/>
                  </a:lnTo>
                  <a:lnTo>
                    <a:pt x="1282740" y="1548883"/>
                  </a:lnTo>
                  <a:lnTo>
                    <a:pt x="1292148" y="1548270"/>
                  </a:lnTo>
                  <a:lnTo>
                    <a:pt x="1293822" y="1577037"/>
                  </a:lnTo>
                  <a:lnTo>
                    <a:pt x="1294577" y="1589246"/>
                  </a:lnTo>
                  <a:lnTo>
                    <a:pt x="1295000" y="1596092"/>
                  </a:lnTo>
                  <a:lnTo>
                    <a:pt x="1295818" y="1610103"/>
                  </a:lnTo>
                  <a:lnTo>
                    <a:pt x="1300452" y="1634584"/>
                  </a:lnTo>
                  <a:lnTo>
                    <a:pt x="1303864" y="1651506"/>
                  </a:lnTo>
                  <a:lnTo>
                    <a:pt x="1305346" y="1658844"/>
                  </a:lnTo>
                  <a:lnTo>
                    <a:pt x="1308180" y="1672855"/>
                  </a:lnTo>
                  <a:lnTo>
                    <a:pt x="1313580" y="1699771"/>
                  </a:lnTo>
                  <a:lnTo>
                    <a:pt x="1313798" y="1700881"/>
                  </a:lnTo>
                  <a:lnTo>
                    <a:pt x="1316705" y="1715681"/>
                  </a:lnTo>
                  <a:lnTo>
                    <a:pt x="1320126" y="1733068"/>
                  </a:lnTo>
                  <a:lnTo>
                    <a:pt x="1322407" y="1745843"/>
                  </a:lnTo>
                  <a:lnTo>
                    <a:pt x="1322520" y="1746475"/>
                  </a:lnTo>
                  <a:lnTo>
                    <a:pt x="1322912" y="1748670"/>
                  </a:lnTo>
                  <a:lnTo>
                    <a:pt x="1323222" y="1760283"/>
                  </a:lnTo>
                  <a:lnTo>
                    <a:pt x="1323332" y="1763899"/>
                  </a:lnTo>
                  <a:lnTo>
                    <a:pt x="1324506" y="1802631"/>
                  </a:lnTo>
                  <a:lnTo>
                    <a:pt x="1324668" y="1808022"/>
                  </a:lnTo>
                  <a:lnTo>
                    <a:pt x="1325308" y="1828037"/>
                  </a:lnTo>
                  <a:lnTo>
                    <a:pt x="1325679" y="1839678"/>
                  </a:lnTo>
                  <a:lnTo>
                    <a:pt x="1326233" y="1855460"/>
                  </a:lnTo>
                  <a:lnTo>
                    <a:pt x="1326873" y="1873769"/>
                  </a:lnTo>
                  <a:lnTo>
                    <a:pt x="1327616" y="1894731"/>
                  </a:lnTo>
                  <a:lnTo>
                    <a:pt x="1328358" y="1915833"/>
                  </a:lnTo>
                  <a:lnTo>
                    <a:pt x="1328682" y="1925588"/>
                  </a:lnTo>
                  <a:lnTo>
                    <a:pt x="1329300" y="1944375"/>
                  </a:lnTo>
                  <a:lnTo>
                    <a:pt x="1329965" y="1963071"/>
                  </a:lnTo>
                  <a:lnTo>
                    <a:pt x="1325614" y="1965339"/>
                  </a:lnTo>
                  <a:lnTo>
                    <a:pt x="1320718" y="1959696"/>
                  </a:lnTo>
                  <a:lnTo>
                    <a:pt x="1314710" y="1959642"/>
                  </a:lnTo>
                  <a:lnTo>
                    <a:pt x="1305740" y="1956006"/>
                  </a:lnTo>
                  <a:lnTo>
                    <a:pt x="1303878" y="1954440"/>
                  </a:lnTo>
                  <a:lnTo>
                    <a:pt x="1300148" y="1951298"/>
                  </a:lnTo>
                  <a:lnTo>
                    <a:pt x="1292386" y="1952838"/>
                  </a:lnTo>
                  <a:lnTo>
                    <a:pt x="1285859" y="1948663"/>
                  </a:lnTo>
                  <a:lnTo>
                    <a:pt x="1281773" y="1944667"/>
                  </a:lnTo>
                  <a:lnTo>
                    <a:pt x="1277142" y="1939762"/>
                  </a:lnTo>
                  <a:lnTo>
                    <a:pt x="1270359" y="1938886"/>
                  </a:lnTo>
                  <a:lnTo>
                    <a:pt x="1265078" y="1933955"/>
                  </a:lnTo>
                  <a:lnTo>
                    <a:pt x="1259247" y="1930383"/>
                  </a:lnTo>
                  <a:lnTo>
                    <a:pt x="1258567" y="1930156"/>
                  </a:lnTo>
                  <a:lnTo>
                    <a:pt x="1251134" y="1927668"/>
                  </a:lnTo>
                  <a:lnTo>
                    <a:pt x="1248520" y="1931810"/>
                  </a:lnTo>
                  <a:lnTo>
                    <a:pt x="1245756" y="1938404"/>
                  </a:lnTo>
                  <a:lnTo>
                    <a:pt x="1242986" y="1939041"/>
                  </a:lnTo>
                  <a:lnTo>
                    <a:pt x="1238688" y="1940027"/>
                  </a:lnTo>
                  <a:lnTo>
                    <a:pt x="1228847" y="1940428"/>
                  </a:lnTo>
                  <a:lnTo>
                    <a:pt x="1220683" y="1938800"/>
                  </a:lnTo>
                  <a:lnTo>
                    <a:pt x="1217174" y="1933838"/>
                  </a:lnTo>
                  <a:lnTo>
                    <a:pt x="1212339" y="1934067"/>
                  </a:lnTo>
                  <a:lnTo>
                    <a:pt x="1205600" y="1937058"/>
                  </a:lnTo>
                  <a:lnTo>
                    <a:pt x="1198668" y="1938632"/>
                  </a:lnTo>
                  <a:lnTo>
                    <a:pt x="1193403" y="1941809"/>
                  </a:lnTo>
                  <a:lnTo>
                    <a:pt x="1190275" y="1943694"/>
                  </a:lnTo>
                  <a:lnTo>
                    <a:pt x="1187750" y="1943575"/>
                  </a:lnTo>
                  <a:lnTo>
                    <a:pt x="1183320" y="1943365"/>
                  </a:lnTo>
                  <a:lnTo>
                    <a:pt x="1178308" y="1942214"/>
                  </a:lnTo>
                  <a:lnTo>
                    <a:pt x="1165168" y="1946990"/>
                  </a:lnTo>
                  <a:lnTo>
                    <a:pt x="1156132" y="1948589"/>
                  </a:lnTo>
                  <a:lnTo>
                    <a:pt x="1154072" y="1952569"/>
                  </a:lnTo>
                  <a:lnTo>
                    <a:pt x="1148527" y="1959322"/>
                  </a:lnTo>
                  <a:lnTo>
                    <a:pt x="1143418" y="1956858"/>
                  </a:lnTo>
                  <a:lnTo>
                    <a:pt x="1140462" y="1961287"/>
                  </a:lnTo>
                  <a:lnTo>
                    <a:pt x="1134873" y="1966578"/>
                  </a:lnTo>
                  <a:lnTo>
                    <a:pt x="1133058" y="1964016"/>
                  </a:lnTo>
                  <a:lnTo>
                    <a:pt x="1130440" y="1960319"/>
                  </a:lnTo>
                  <a:lnTo>
                    <a:pt x="1126866" y="1956290"/>
                  </a:lnTo>
                  <a:lnTo>
                    <a:pt x="1120071" y="1957387"/>
                  </a:lnTo>
                  <a:lnTo>
                    <a:pt x="1117632" y="1951959"/>
                  </a:lnTo>
                  <a:lnTo>
                    <a:pt x="1112542" y="1952043"/>
                  </a:lnTo>
                  <a:lnTo>
                    <a:pt x="1110418" y="1950666"/>
                  </a:lnTo>
                  <a:lnTo>
                    <a:pt x="1110489" y="1944503"/>
                  </a:lnTo>
                  <a:lnTo>
                    <a:pt x="1110006" y="1944231"/>
                  </a:lnTo>
                  <a:lnTo>
                    <a:pt x="1103106" y="1940339"/>
                  </a:lnTo>
                  <a:lnTo>
                    <a:pt x="1100980" y="1945377"/>
                  </a:lnTo>
                  <a:lnTo>
                    <a:pt x="1098033" y="1951064"/>
                  </a:lnTo>
                  <a:lnTo>
                    <a:pt x="1091322" y="1950040"/>
                  </a:lnTo>
                  <a:lnTo>
                    <a:pt x="1089395" y="1946782"/>
                  </a:lnTo>
                  <a:lnTo>
                    <a:pt x="1083651" y="1949679"/>
                  </a:lnTo>
                  <a:lnTo>
                    <a:pt x="1078597" y="1942964"/>
                  </a:lnTo>
                  <a:lnTo>
                    <a:pt x="1077584" y="1937522"/>
                  </a:lnTo>
                  <a:lnTo>
                    <a:pt x="1074580" y="1937832"/>
                  </a:lnTo>
                  <a:lnTo>
                    <a:pt x="1073519" y="1937942"/>
                  </a:lnTo>
                  <a:lnTo>
                    <a:pt x="1072725" y="1938023"/>
                  </a:lnTo>
                  <a:lnTo>
                    <a:pt x="1069057" y="1941387"/>
                  </a:lnTo>
                  <a:lnTo>
                    <a:pt x="1069511" y="1945325"/>
                  </a:lnTo>
                  <a:lnTo>
                    <a:pt x="1062352" y="1949386"/>
                  </a:lnTo>
                  <a:lnTo>
                    <a:pt x="1060158" y="1954782"/>
                  </a:lnTo>
                  <a:lnTo>
                    <a:pt x="1059344" y="1959594"/>
                  </a:lnTo>
                  <a:lnTo>
                    <a:pt x="1059157" y="1964425"/>
                  </a:lnTo>
                  <a:lnTo>
                    <a:pt x="1053154" y="1966255"/>
                  </a:lnTo>
                  <a:lnTo>
                    <a:pt x="1046996" y="1955586"/>
                  </a:lnTo>
                  <a:lnTo>
                    <a:pt x="1050903" y="1950818"/>
                  </a:lnTo>
                  <a:lnTo>
                    <a:pt x="1046565" y="1942672"/>
                  </a:lnTo>
                  <a:lnTo>
                    <a:pt x="1042469" y="1944531"/>
                  </a:lnTo>
                  <a:lnTo>
                    <a:pt x="1035129" y="1949124"/>
                  </a:lnTo>
                  <a:lnTo>
                    <a:pt x="1029618" y="1954948"/>
                  </a:lnTo>
                  <a:lnTo>
                    <a:pt x="1022217" y="1954638"/>
                  </a:lnTo>
                  <a:lnTo>
                    <a:pt x="1021306" y="1948830"/>
                  </a:lnTo>
                  <a:lnTo>
                    <a:pt x="1017780" y="1943618"/>
                  </a:lnTo>
                  <a:lnTo>
                    <a:pt x="1017525" y="1943242"/>
                  </a:lnTo>
                  <a:lnTo>
                    <a:pt x="1010157" y="1945918"/>
                  </a:lnTo>
                  <a:lnTo>
                    <a:pt x="1009843" y="1945684"/>
                  </a:lnTo>
                  <a:lnTo>
                    <a:pt x="1006155" y="1942938"/>
                  </a:lnTo>
                  <a:lnTo>
                    <a:pt x="1004672" y="1937288"/>
                  </a:lnTo>
                  <a:lnTo>
                    <a:pt x="998114" y="1934589"/>
                  </a:lnTo>
                  <a:lnTo>
                    <a:pt x="989196" y="1943016"/>
                  </a:lnTo>
                  <a:lnTo>
                    <a:pt x="984806" y="1948701"/>
                  </a:lnTo>
                  <a:lnTo>
                    <a:pt x="978438" y="1952674"/>
                  </a:lnTo>
                  <a:lnTo>
                    <a:pt x="969503" y="1949301"/>
                  </a:lnTo>
                  <a:lnTo>
                    <a:pt x="969397" y="1947720"/>
                  </a:lnTo>
                  <a:lnTo>
                    <a:pt x="969123" y="1943625"/>
                  </a:lnTo>
                  <a:lnTo>
                    <a:pt x="969579" y="1935363"/>
                  </a:lnTo>
                  <a:lnTo>
                    <a:pt x="963555" y="1934899"/>
                  </a:lnTo>
                  <a:lnTo>
                    <a:pt x="955554" y="1934285"/>
                  </a:lnTo>
                  <a:lnTo>
                    <a:pt x="953757" y="1928605"/>
                  </a:lnTo>
                  <a:lnTo>
                    <a:pt x="953595" y="1921721"/>
                  </a:lnTo>
                  <a:lnTo>
                    <a:pt x="950986" y="1915561"/>
                  </a:lnTo>
                  <a:lnTo>
                    <a:pt x="949459" y="1917245"/>
                  </a:lnTo>
                  <a:lnTo>
                    <a:pt x="946359" y="1920658"/>
                  </a:lnTo>
                  <a:lnTo>
                    <a:pt x="940526" y="1919164"/>
                  </a:lnTo>
                  <a:lnTo>
                    <a:pt x="930829" y="1916988"/>
                  </a:lnTo>
                  <a:lnTo>
                    <a:pt x="926130" y="1915757"/>
                  </a:lnTo>
                  <a:lnTo>
                    <a:pt x="922636" y="1919369"/>
                  </a:lnTo>
                  <a:lnTo>
                    <a:pt x="921074" y="1924766"/>
                  </a:lnTo>
                  <a:lnTo>
                    <a:pt x="920139" y="1925170"/>
                  </a:lnTo>
                  <a:lnTo>
                    <a:pt x="914848" y="1927454"/>
                  </a:lnTo>
                  <a:lnTo>
                    <a:pt x="909295" y="1923754"/>
                  </a:lnTo>
                  <a:lnTo>
                    <a:pt x="904136" y="1917160"/>
                  </a:lnTo>
                  <a:lnTo>
                    <a:pt x="900708" y="1916324"/>
                  </a:lnTo>
                  <a:lnTo>
                    <a:pt x="896782" y="1915365"/>
                  </a:lnTo>
                  <a:lnTo>
                    <a:pt x="892499" y="1919303"/>
                  </a:lnTo>
                  <a:lnTo>
                    <a:pt x="887630" y="1919644"/>
                  </a:lnTo>
                  <a:lnTo>
                    <a:pt x="880403" y="1916667"/>
                  </a:lnTo>
                  <a:lnTo>
                    <a:pt x="873640" y="1916197"/>
                  </a:lnTo>
                  <a:lnTo>
                    <a:pt x="866558" y="1910938"/>
                  </a:lnTo>
                  <a:lnTo>
                    <a:pt x="865307" y="1910831"/>
                  </a:lnTo>
                  <a:lnTo>
                    <a:pt x="860080" y="1910385"/>
                  </a:lnTo>
                  <a:lnTo>
                    <a:pt x="854321" y="1911382"/>
                  </a:lnTo>
                  <a:lnTo>
                    <a:pt x="846802" y="1910461"/>
                  </a:lnTo>
                  <a:lnTo>
                    <a:pt x="840814" y="1909906"/>
                  </a:lnTo>
                  <a:lnTo>
                    <a:pt x="838431" y="1897597"/>
                  </a:lnTo>
                  <a:lnTo>
                    <a:pt x="837388" y="1896196"/>
                  </a:lnTo>
                  <a:lnTo>
                    <a:pt x="831792" y="1888669"/>
                  </a:lnTo>
                  <a:lnTo>
                    <a:pt x="824018" y="1882485"/>
                  </a:lnTo>
                  <a:lnTo>
                    <a:pt x="819429" y="1881898"/>
                  </a:lnTo>
                  <a:lnTo>
                    <a:pt x="816854" y="1889543"/>
                  </a:lnTo>
                  <a:lnTo>
                    <a:pt x="811637" y="1887596"/>
                  </a:lnTo>
                  <a:lnTo>
                    <a:pt x="811220" y="1887549"/>
                  </a:lnTo>
                  <a:lnTo>
                    <a:pt x="799942" y="1886275"/>
                  </a:lnTo>
                  <a:lnTo>
                    <a:pt x="798359" y="1890364"/>
                  </a:lnTo>
                  <a:lnTo>
                    <a:pt x="788423" y="1889620"/>
                  </a:lnTo>
                  <a:lnTo>
                    <a:pt x="781359" y="1882932"/>
                  </a:lnTo>
                  <a:lnTo>
                    <a:pt x="775860" y="1876439"/>
                  </a:lnTo>
                  <a:lnTo>
                    <a:pt x="773400" y="1874082"/>
                  </a:lnTo>
                  <a:lnTo>
                    <a:pt x="764419" y="1865458"/>
                  </a:lnTo>
                  <a:lnTo>
                    <a:pt x="757403" y="1867389"/>
                  </a:lnTo>
                  <a:lnTo>
                    <a:pt x="757120" y="1867466"/>
                  </a:lnTo>
                  <a:lnTo>
                    <a:pt x="757120" y="1844464"/>
                  </a:lnTo>
                  <a:lnTo>
                    <a:pt x="757120" y="1809362"/>
                  </a:lnTo>
                  <a:lnTo>
                    <a:pt x="757120" y="1790447"/>
                  </a:lnTo>
                  <a:lnTo>
                    <a:pt x="757120" y="1760771"/>
                  </a:lnTo>
                  <a:lnTo>
                    <a:pt x="757119" y="1736404"/>
                  </a:lnTo>
                  <a:lnTo>
                    <a:pt x="757119" y="1703936"/>
                  </a:lnTo>
                  <a:lnTo>
                    <a:pt x="757119" y="1682325"/>
                  </a:lnTo>
                  <a:lnTo>
                    <a:pt x="757118" y="1627305"/>
                  </a:lnTo>
                  <a:lnTo>
                    <a:pt x="756782" y="1627305"/>
                  </a:lnTo>
                  <a:lnTo>
                    <a:pt x="726005" y="1627249"/>
                  </a:lnTo>
                  <a:lnTo>
                    <a:pt x="702453" y="1627152"/>
                  </a:lnTo>
                  <a:lnTo>
                    <a:pt x="697799" y="1627125"/>
                  </a:lnTo>
                  <a:lnTo>
                    <a:pt x="668595" y="1626842"/>
                  </a:lnTo>
                  <a:lnTo>
                    <a:pt x="661586" y="1626784"/>
                  </a:lnTo>
                  <a:lnTo>
                    <a:pt x="648465" y="1626661"/>
                  </a:lnTo>
                  <a:lnTo>
                    <a:pt x="594507" y="1625757"/>
                  </a:lnTo>
                  <a:lnTo>
                    <a:pt x="574214" y="1625325"/>
                  </a:lnTo>
                  <a:lnTo>
                    <a:pt x="553610" y="1624802"/>
                  </a:lnTo>
                  <a:lnTo>
                    <a:pt x="540582" y="1624445"/>
                  </a:lnTo>
                  <a:lnTo>
                    <a:pt x="456494" y="1621854"/>
                  </a:lnTo>
                  <a:lnTo>
                    <a:pt x="456936" y="1609179"/>
                  </a:lnTo>
                  <a:close/>
                </a:path>
              </a:pathLst>
            </a:custGeom>
            <a:solidFill>
              <a:srgbClr val="E08D6B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h114"/>
            <p:cNvSpPr/>
            <p:nvPr/>
          </p:nvSpPr>
          <p:spPr>
            <a:xfrm>
              <a:off x="1339264" y="1364792"/>
              <a:ext cx="1234176" cy="1876446"/>
            </a:xfrm>
            <a:custGeom>
              <a:avLst/>
              <a:pathLst>
                <a:path w="1234176" h="1876446">
                  <a:moveTo>
                    <a:pt x="457200" y="1600200"/>
                  </a:moveTo>
                  <a:lnTo>
                    <a:pt x="467371" y="1588804"/>
                  </a:lnTo>
                  <a:lnTo>
                    <a:pt x="467565" y="1588493"/>
                  </a:lnTo>
                  <a:lnTo>
                    <a:pt x="475556" y="1575609"/>
                  </a:lnTo>
                  <a:lnTo>
                    <a:pt x="480893" y="1565634"/>
                  </a:lnTo>
                  <a:lnTo>
                    <a:pt x="484567" y="1558358"/>
                  </a:lnTo>
                  <a:lnTo>
                    <a:pt x="487370" y="1553150"/>
                  </a:lnTo>
                  <a:lnTo>
                    <a:pt x="486997" y="1548828"/>
                  </a:lnTo>
                  <a:lnTo>
                    <a:pt x="492488" y="1545216"/>
                  </a:lnTo>
                  <a:lnTo>
                    <a:pt x="501548" y="1535736"/>
                  </a:lnTo>
                  <a:lnTo>
                    <a:pt x="510469" y="1522629"/>
                  </a:lnTo>
                  <a:lnTo>
                    <a:pt x="513648" y="1516545"/>
                  </a:lnTo>
                  <a:lnTo>
                    <a:pt x="519269" y="1505784"/>
                  </a:lnTo>
                  <a:lnTo>
                    <a:pt x="527798" y="1487712"/>
                  </a:lnTo>
                  <a:lnTo>
                    <a:pt x="530347" y="1482309"/>
                  </a:lnTo>
                  <a:lnTo>
                    <a:pt x="539723" y="1459770"/>
                  </a:lnTo>
                  <a:lnTo>
                    <a:pt x="545423" y="1444367"/>
                  </a:lnTo>
                  <a:lnTo>
                    <a:pt x="546640" y="1439337"/>
                  </a:lnTo>
                  <a:lnTo>
                    <a:pt x="546944" y="1438078"/>
                  </a:lnTo>
                  <a:lnTo>
                    <a:pt x="554228" y="1423365"/>
                  </a:lnTo>
                  <a:lnTo>
                    <a:pt x="557408" y="1413109"/>
                  </a:lnTo>
                  <a:lnTo>
                    <a:pt x="563751" y="1397806"/>
                  </a:lnTo>
                  <a:lnTo>
                    <a:pt x="566463" y="1389356"/>
                  </a:lnTo>
                  <a:lnTo>
                    <a:pt x="569041" y="1377673"/>
                  </a:lnTo>
                  <a:lnTo>
                    <a:pt x="571310" y="1373484"/>
                  </a:lnTo>
                  <a:lnTo>
                    <a:pt x="578765" y="1360747"/>
                  </a:lnTo>
                  <a:lnTo>
                    <a:pt x="583385" y="1349668"/>
                  </a:lnTo>
                  <a:lnTo>
                    <a:pt x="583495" y="1349405"/>
                  </a:lnTo>
                  <a:lnTo>
                    <a:pt x="589933" y="1338492"/>
                  </a:lnTo>
                  <a:lnTo>
                    <a:pt x="592749" y="1329990"/>
                  </a:lnTo>
                  <a:lnTo>
                    <a:pt x="595900" y="1322628"/>
                  </a:lnTo>
                  <a:lnTo>
                    <a:pt x="596983" y="1314087"/>
                  </a:lnTo>
                  <a:lnTo>
                    <a:pt x="601608" y="1304603"/>
                  </a:lnTo>
                  <a:lnTo>
                    <a:pt x="602455" y="1297113"/>
                  </a:lnTo>
                  <a:lnTo>
                    <a:pt x="607599" y="1288831"/>
                  </a:lnTo>
                  <a:lnTo>
                    <a:pt x="611865" y="1277395"/>
                  </a:lnTo>
                  <a:lnTo>
                    <a:pt x="613552" y="1271755"/>
                  </a:lnTo>
                  <a:lnTo>
                    <a:pt x="612941" y="1265222"/>
                  </a:lnTo>
                  <a:lnTo>
                    <a:pt x="614088" y="1262151"/>
                  </a:lnTo>
                  <a:lnTo>
                    <a:pt x="616466" y="1255786"/>
                  </a:lnTo>
                  <a:lnTo>
                    <a:pt x="618576" y="1247143"/>
                  </a:lnTo>
                  <a:lnTo>
                    <a:pt x="617874" y="1241842"/>
                  </a:lnTo>
                  <a:lnTo>
                    <a:pt x="623602" y="1239568"/>
                  </a:lnTo>
                  <a:lnTo>
                    <a:pt x="626652" y="1232011"/>
                  </a:lnTo>
                  <a:lnTo>
                    <a:pt x="627905" y="1219286"/>
                  </a:lnTo>
                  <a:lnTo>
                    <a:pt x="623322" y="1210484"/>
                  </a:lnTo>
                  <a:lnTo>
                    <a:pt x="628218" y="1207061"/>
                  </a:lnTo>
                  <a:lnTo>
                    <a:pt x="633106" y="1215939"/>
                  </a:lnTo>
                  <a:lnTo>
                    <a:pt x="639560" y="1216268"/>
                  </a:lnTo>
                  <a:lnTo>
                    <a:pt x="646927" y="1215818"/>
                  </a:lnTo>
                  <a:lnTo>
                    <a:pt x="649253" y="1219693"/>
                  </a:lnTo>
                  <a:lnTo>
                    <a:pt x="654912" y="1217850"/>
                  </a:lnTo>
                  <a:lnTo>
                    <a:pt x="661437" y="1218232"/>
                  </a:lnTo>
                  <a:lnTo>
                    <a:pt x="665681" y="1215535"/>
                  </a:lnTo>
                  <a:lnTo>
                    <a:pt x="671577" y="1216023"/>
                  </a:lnTo>
                  <a:lnTo>
                    <a:pt x="674366" y="1222095"/>
                  </a:lnTo>
                  <a:lnTo>
                    <a:pt x="672382" y="1227727"/>
                  </a:lnTo>
                  <a:lnTo>
                    <a:pt x="675943" y="1233463"/>
                  </a:lnTo>
                  <a:lnTo>
                    <a:pt x="676566" y="1233668"/>
                  </a:lnTo>
                  <a:lnTo>
                    <a:pt x="683333" y="1235903"/>
                  </a:lnTo>
                  <a:lnTo>
                    <a:pt x="689797" y="1234413"/>
                  </a:lnTo>
                  <a:lnTo>
                    <a:pt x="694196" y="1233395"/>
                  </a:lnTo>
                  <a:lnTo>
                    <a:pt x="698184" y="1235079"/>
                  </a:lnTo>
                  <a:lnTo>
                    <a:pt x="705469" y="1243999"/>
                  </a:lnTo>
                  <a:lnTo>
                    <a:pt x="707836" y="1248503"/>
                  </a:lnTo>
                  <a:lnTo>
                    <a:pt x="711879" y="1252466"/>
                  </a:lnTo>
                  <a:lnTo>
                    <a:pt x="713361" y="1261971"/>
                  </a:lnTo>
                  <a:lnTo>
                    <a:pt x="714934" y="1269435"/>
                  </a:lnTo>
                  <a:lnTo>
                    <a:pt x="713441" y="1275307"/>
                  </a:lnTo>
                  <a:lnTo>
                    <a:pt x="714036" y="1281373"/>
                  </a:lnTo>
                  <a:lnTo>
                    <a:pt x="713199" y="1283310"/>
                  </a:lnTo>
                  <a:lnTo>
                    <a:pt x="711141" y="1288067"/>
                  </a:lnTo>
                  <a:lnTo>
                    <a:pt x="712172" y="1295020"/>
                  </a:lnTo>
                  <a:lnTo>
                    <a:pt x="710687" y="1298572"/>
                  </a:lnTo>
                  <a:lnTo>
                    <a:pt x="708340" y="1304188"/>
                  </a:lnTo>
                  <a:lnTo>
                    <a:pt x="709200" y="1306798"/>
                  </a:lnTo>
                  <a:lnTo>
                    <a:pt x="710075" y="1309446"/>
                  </a:lnTo>
                  <a:lnTo>
                    <a:pt x="716657" y="1315875"/>
                  </a:lnTo>
                  <a:lnTo>
                    <a:pt x="728281" y="1322722"/>
                  </a:lnTo>
                  <a:lnTo>
                    <a:pt x="732037" y="1326384"/>
                  </a:lnTo>
                  <a:lnTo>
                    <a:pt x="737295" y="1326292"/>
                  </a:lnTo>
                  <a:lnTo>
                    <a:pt x="740387" y="1330800"/>
                  </a:lnTo>
                  <a:lnTo>
                    <a:pt x="745961" y="1332916"/>
                  </a:lnTo>
                  <a:lnTo>
                    <a:pt x="747267" y="1332550"/>
                  </a:lnTo>
                  <a:lnTo>
                    <a:pt x="753640" y="1330764"/>
                  </a:lnTo>
                  <a:lnTo>
                    <a:pt x="760636" y="1332003"/>
                  </a:lnTo>
                  <a:lnTo>
                    <a:pt x="769855" y="1330399"/>
                  </a:lnTo>
                  <a:lnTo>
                    <a:pt x="775131" y="1328113"/>
                  </a:lnTo>
                  <a:lnTo>
                    <a:pt x="777775" y="1327636"/>
                  </a:lnTo>
                  <a:lnTo>
                    <a:pt x="779929" y="1327247"/>
                  </a:lnTo>
                  <a:lnTo>
                    <a:pt x="783772" y="1324258"/>
                  </a:lnTo>
                  <a:lnTo>
                    <a:pt x="788851" y="1323931"/>
                  </a:lnTo>
                  <a:lnTo>
                    <a:pt x="794736" y="1327239"/>
                  </a:lnTo>
                  <a:lnTo>
                    <a:pt x="800635" y="1327451"/>
                  </a:lnTo>
                  <a:lnTo>
                    <a:pt x="812557" y="1327977"/>
                  </a:lnTo>
                  <a:lnTo>
                    <a:pt x="813222" y="1328513"/>
                  </a:lnTo>
                  <a:lnTo>
                    <a:pt x="819311" y="1333417"/>
                  </a:lnTo>
                  <a:lnTo>
                    <a:pt x="820563" y="1334423"/>
                  </a:lnTo>
                  <a:lnTo>
                    <a:pt x="828044" y="1335057"/>
                  </a:lnTo>
                  <a:lnTo>
                    <a:pt x="837070" y="1341908"/>
                  </a:lnTo>
                  <a:lnTo>
                    <a:pt x="837613" y="1350471"/>
                  </a:lnTo>
                  <a:lnTo>
                    <a:pt x="843054" y="1350701"/>
                  </a:lnTo>
                  <a:lnTo>
                    <a:pt x="847186" y="1347690"/>
                  </a:lnTo>
                  <a:lnTo>
                    <a:pt x="859187" y="1349820"/>
                  </a:lnTo>
                  <a:lnTo>
                    <a:pt x="861417" y="1351507"/>
                  </a:lnTo>
                  <a:lnTo>
                    <a:pt x="862780" y="1352537"/>
                  </a:lnTo>
                  <a:lnTo>
                    <a:pt x="867019" y="1349964"/>
                  </a:lnTo>
                  <a:lnTo>
                    <a:pt x="882271" y="1348289"/>
                  </a:lnTo>
                  <a:lnTo>
                    <a:pt x="885983" y="1346640"/>
                  </a:lnTo>
                  <a:lnTo>
                    <a:pt x="887751" y="1345854"/>
                  </a:lnTo>
                  <a:lnTo>
                    <a:pt x="891416" y="1346734"/>
                  </a:lnTo>
                  <a:lnTo>
                    <a:pt x="897045" y="1354241"/>
                  </a:lnTo>
                  <a:lnTo>
                    <a:pt x="898483" y="1354636"/>
                  </a:lnTo>
                  <a:lnTo>
                    <a:pt x="905508" y="1356564"/>
                  </a:lnTo>
                  <a:lnTo>
                    <a:pt x="916346" y="1356544"/>
                  </a:lnTo>
                  <a:lnTo>
                    <a:pt x="922443" y="1357518"/>
                  </a:lnTo>
                  <a:lnTo>
                    <a:pt x="929692" y="1353288"/>
                  </a:lnTo>
                  <a:lnTo>
                    <a:pt x="935995" y="1353360"/>
                  </a:lnTo>
                  <a:lnTo>
                    <a:pt x="942698" y="1351651"/>
                  </a:lnTo>
                  <a:lnTo>
                    <a:pt x="945900" y="1350833"/>
                  </a:lnTo>
                  <a:lnTo>
                    <a:pt x="954453" y="1351224"/>
                  </a:lnTo>
                  <a:lnTo>
                    <a:pt x="960193" y="1351480"/>
                  </a:lnTo>
                  <a:lnTo>
                    <a:pt x="971539" y="1353142"/>
                  </a:lnTo>
                  <a:lnTo>
                    <a:pt x="979213" y="1346977"/>
                  </a:lnTo>
                  <a:lnTo>
                    <a:pt x="981802" y="1346868"/>
                  </a:lnTo>
                  <a:lnTo>
                    <a:pt x="988200" y="1350937"/>
                  </a:lnTo>
                  <a:lnTo>
                    <a:pt x="993047" y="1351254"/>
                  </a:lnTo>
                  <a:lnTo>
                    <a:pt x="998943" y="1351634"/>
                  </a:lnTo>
                  <a:lnTo>
                    <a:pt x="1008426" y="1351614"/>
                  </a:lnTo>
                  <a:lnTo>
                    <a:pt x="1019138" y="1355153"/>
                  </a:lnTo>
                  <a:lnTo>
                    <a:pt x="1025286" y="1353348"/>
                  </a:lnTo>
                  <a:lnTo>
                    <a:pt x="1032697" y="1349828"/>
                  </a:lnTo>
                  <a:lnTo>
                    <a:pt x="1058512" y="1355899"/>
                  </a:lnTo>
                  <a:lnTo>
                    <a:pt x="1084385" y="1362054"/>
                  </a:lnTo>
                  <a:lnTo>
                    <a:pt x="1115363" y="1369289"/>
                  </a:lnTo>
                  <a:lnTo>
                    <a:pt x="1116978" y="1369662"/>
                  </a:lnTo>
                  <a:lnTo>
                    <a:pt x="1138708" y="1374639"/>
                  </a:lnTo>
                  <a:lnTo>
                    <a:pt x="1148259" y="1376927"/>
                  </a:lnTo>
                  <a:lnTo>
                    <a:pt x="1158571" y="1379381"/>
                  </a:lnTo>
                  <a:lnTo>
                    <a:pt x="1169099" y="1381869"/>
                  </a:lnTo>
                  <a:lnTo>
                    <a:pt x="1205812" y="1389981"/>
                  </a:lnTo>
                  <a:lnTo>
                    <a:pt x="1207297" y="1395002"/>
                  </a:lnTo>
                  <a:lnTo>
                    <a:pt x="1208231" y="1401763"/>
                  </a:lnTo>
                  <a:lnTo>
                    <a:pt x="1211868" y="1409722"/>
                  </a:lnTo>
                  <a:lnTo>
                    <a:pt x="1212571" y="1411256"/>
                  </a:lnTo>
                  <a:lnTo>
                    <a:pt x="1216525" y="1413888"/>
                  </a:lnTo>
                  <a:lnTo>
                    <a:pt x="1221365" y="1420555"/>
                  </a:lnTo>
                  <a:lnTo>
                    <a:pt x="1227379" y="1422264"/>
                  </a:lnTo>
                  <a:lnTo>
                    <a:pt x="1231084" y="1428697"/>
                  </a:lnTo>
                  <a:lnTo>
                    <a:pt x="1230367" y="1435279"/>
                  </a:lnTo>
                  <a:lnTo>
                    <a:pt x="1234176" y="1444457"/>
                  </a:lnTo>
                  <a:lnTo>
                    <a:pt x="1229604" y="1449777"/>
                  </a:lnTo>
                  <a:lnTo>
                    <a:pt x="1219210" y="1463386"/>
                  </a:lnTo>
                  <a:lnTo>
                    <a:pt x="1208580" y="1477562"/>
                  </a:lnTo>
                  <a:lnTo>
                    <a:pt x="1206035" y="1482816"/>
                  </a:lnTo>
                  <a:lnTo>
                    <a:pt x="1205232" y="1484472"/>
                  </a:lnTo>
                  <a:lnTo>
                    <a:pt x="1196632" y="1500619"/>
                  </a:lnTo>
                  <a:lnTo>
                    <a:pt x="1193201" y="1504617"/>
                  </a:lnTo>
                  <a:lnTo>
                    <a:pt x="1187097" y="1509203"/>
                  </a:lnTo>
                  <a:lnTo>
                    <a:pt x="1184301" y="1515268"/>
                  </a:lnTo>
                  <a:lnTo>
                    <a:pt x="1185132" y="1521804"/>
                  </a:lnTo>
                  <a:lnTo>
                    <a:pt x="1180915" y="1528362"/>
                  </a:lnTo>
                  <a:lnTo>
                    <a:pt x="1178088" y="1531601"/>
                  </a:lnTo>
                  <a:lnTo>
                    <a:pt x="1173068" y="1537344"/>
                  </a:lnTo>
                  <a:lnTo>
                    <a:pt x="1165248" y="1539544"/>
                  </a:lnTo>
                  <a:lnTo>
                    <a:pt x="1160317" y="1542278"/>
                  </a:lnTo>
                  <a:lnTo>
                    <a:pt x="1155556" y="1550854"/>
                  </a:lnTo>
                  <a:lnTo>
                    <a:pt x="1148965" y="1561544"/>
                  </a:lnTo>
                  <a:lnTo>
                    <a:pt x="1145995" y="1565223"/>
                  </a:lnTo>
                  <a:lnTo>
                    <a:pt x="1139785" y="1569506"/>
                  </a:lnTo>
                  <a:lnTo>
                    <a:pt x="1139357" y="1576091"/>
                  </a:lnTo>
                  <a:lnTo>
                    <a:pt x="1136000" y="1579988"/>
                  </a:lnTo>
                  <a:lnTo>
                    <a:pt x="1137450" y="1584243"/>
                  </a:lnTo>
                  <a:lnTo>
                    <a:pt x="1138762" y="1588559"/>
                  </a:lnTo>
                  <a:lnTo>
                    <a:pt x="1136213" y="1592120"/>
                  </a:lnTo>
                  <a:lnTo>
                    <a:pt x="1135572" y="1593016"/>
                  </a:lnTo>
                  <a:lnTo>
                    <a:pt x="1138838" y="1597491"/>
                  </a:lnTo>
                  <a:lnTo>
                    <a:pt x="1143589" y="1596129"/>
                  </a:lnTo>
                  <a:lnTo>
                    <a:pt x="1147884" y="1602210"/>
                  </a:lnTo>
                  <a:lnTo>
                    <a:pt x="1155411" y="1604024"/>
                  </a:lnTo>
                  <a:lnTo>
                    <a:pt x="1154904" y="1609224"/>
                  </a:lnTo>
                  <a:lnTo>
                    <a:pt x="1159969" y="1612176"/>
                  </a:lnTo>
                  <a:lnTo>
                    <a:pt x="1159917" y="1615380"/>
                  </a:lnTo>
                  <a:lnTo>
                    <a:pt x="1159709" y="1615544"/>
                  </a:lnTo>
                  <a:lnTo>
                    <a:pt x="1151087" y="1622301"/>
                  </a:lnTo>
                  <a:lnTo>
                    <a:pt x="1153130" y="1629889"/>
                  </a:lnTo>
                  <a:lnTo>
                    <a:pt x="1149983" y="1635151"/>
                  </a:lnTo>
                  <a:lnTo>
                    <a:pt x="1146343" y="1645535"/>
                  </a:lnTo>
                  <a:lnTo>
                    <a:pt x="1145146" y="1647114"/>
                  </a:lnTo>
                  <a:lnTo>
                    <a:pt x="1140362" y="1653420"/>
                  </a:lnTo>
                  <a:lnTo>
                    <a:pt x="1136507" y="1670929"/>
                  </a:lnTo>
                  <a:lnTo>
                    <a:pt x="1134246" y="1681209"/>
                  </a:lnTo>
                  <a:lnTo>
                    <a:pt x="1119739" y="1751029"/>
                  </a:lnTo>
                  <a:lnTo>
                    <a:pt x="1114264" y="1777660"/>
                  </a:lnTo>
                  <a:lnTo>
                    <a:pt x="1103428" y="1830116"/>
                  </a:lnTo>
                  <a:lnTo>
                    <a:pt x="1093968" y="1876446"/>
                  </a:lnTo>
                  <a:lnTo>
                    <a:pt x="1078557" y="1873093"/>
                  </a:lnTo>
                  <a:lnTo>
                    <a:pt x="1060043" y="1869233"/>
                  </a:lnTo>
                  <a:lnTo>
                    <a:pt x="1040264" y="1865011"/>
                  </a:lnTo>
                  <a:lnTo>
                    <a:pt x="1017862" y="1860058"/>
                  </a:lnTo>
                  <a:lnTo>
                    <a:pt x="988803" y="1853672"/>
                  </a:lnTo>
                  <a:lnTo>
                    <a:pt x="961584" y="1847616"/>
                  </a:lnTo>
                  <a:lnTo>
                    <a:pt x="936931" y="1842209"/>
                  </a:lnTo>
                  <a:lnTo>
                    <a:pt x="916846" y="1837309"/>
                  </a:lnTo>
                  <a:lnTo>
                    <a:pt x="898327" y="1832946"/>
                  </a:lnTo>
                  <a:lnTo>
                    <a:pt x="888006" y="1830359"/>
                  </a:lnTo>
                  <a:lnTo>
                    <a:pt x="884807" y="1829554"/>
                  </a:lnTo>
                  <a:lnTo>
                    <a:pt x="852287" y="1821280"/>
                  </a:lnTo>
                  <a:lnTo>
                    <a:pt x="827896" y="1815409"/>
                  </a:lnTo>
                  <a:lnTo>
                    <a:pt x="811676" y="1811299"/>
                  </a:lnTo>
                  <a:lnTo>
                    <a:pt x="783264" y="1804117"/>
                  </a:lnTo>
                  <a:lnTo>
                    <a:pt x="766294" y="1799721"/>
                  </a:lnTo>
                  <a:lnTo>
                    <a:pt x="749640" y="1795376"/>
                  </a:lnTo>
                  <a:lnTo>
                    <a:pt x="735873" y="1791752"/>
                  </a:lnTo>
                  <a:lnTo>
                    <a:pt x="716884" y="1786126"/>
                  </a:lnTo>
                  <a:lnTo>
                    <a:pt x="700188" y="1781681"/>
                  </a:lnTo>
                  <a:lnTo>
                    <a:pt x="699490" y="1781477"/>
                  </a:lnTo>
                  <a:lnTo>
                    <a:pt x="679451" y="1775596"/>
                  </a:lnTo>
                  <a:lnTo>
                    <a:pt x="664401" y="1771093"/>
                  </a:lnTo>
                  <a:lnTo>
                    <a:pt x="641968" y="1764492"/>
                  </a:lnTo>
                  <a:lnTo>
                    <a:pt x="625475" y="1759585"/>
                  </a:lnTo>
                  <a:lnTo>
                    <a:pt x="606880" y="1754205"/>
                  </a:lnTo>
                  <a:lnTo>
                    <a:pt x="580433" y="1747161"/>
                  </a:lnTo>
                  <a:lnTo>
                    <a:pt x="558854" y="1740999"/>
                  </a:lnTo>
                  <a:lnTo>
                    <a:pt x="550221" y="1737650"/>
                  </a:lnTo>
                  <a:lnTo>
                    <a:pt x="542612" y="1735961"/>
                  </a:lnTo>
                  <a:lnTo>
                    <a:pt x="532186" y="1733632"/>
                  </a:lnTo>
                  <a:lnTo>
                    <a:pt x="524625" y="1731046"/>
                  </a:lnTo>
                  <a:lnTo>
                    <a:pt x="517146" y="1729129"/>
                  </a:lnTo>
                  <a:lnTo>
                    <a:pt x="504925" y="1725979"/>
                  </a:lnTo>
                  <a:lnTo>
                    <a:pt x="490491" y="1721541"/>
                  </a:lnTo>
                  <a:lnTo>
                    <a:pt x="474835" y="1716688"/>
                  </a:lnTo>
                  <a:lnTo>
                    <a:pt x="456525" y="1710739"/>
                  </a:lnTo>
                  <a:lnTo>
                    <a:pt x="453057" y="1703476"/>
                  </a:lnTo>
                  <a:lnTo>
                    <a:pt x="450027" y="1699602"/>
                  </a:lnTo>
                  <a:lnTo>
                    <a:pt x="448989" y="1691137"/>
                  </a:lnTo>
                  <a:lnTo>
                    <a:pt x="449984" y="1684749"/>
                  </a:lnTo>
                  <a:lnTo>
                    <a:pt x="449676" y="1678550"/>
                  </a:lnTo>
                  <a:lnTo>
                    <a:pt x="448136" y="1674993"/>
                  </a:lnTo>
                  <a:lnTo>
                    <a:pt x="450213" y="1668162"/>
                  </a:lnTo>
                  <a:lnTo>
                    <a:pt x="450506" y="1662408"/>
                  </a:lnTo>
                  <a:lnTo>
                    <a:pt x="452852" y="1651529"/>
                  </a:lnTo>
                  <a:lnTo>
                    <a:pt x="459560" y="1640508"/>
                  </a:lnTo>
                  <a:lnTo>
                    <a:pt x="461472" y="1633531"/>
                  </a:lnTo>
                  <a:lnTo>
                    <a:pt x="462594" y="1625935"/>
                  </a:lnTo>
                  <a:lnTo>
                    <a:pt x="459992" y="1622767"/>
                  </a:lnTo>
                  <a:lnTo>
                    <a:pt x="460702" y="1621134"/>
                  </a:lnTo>
                  <a:lnTo>
                    <a:pt x="457013" y="1614072"/>
                  </a:lnTo>
                  <a:close/>
                </a:path>
              </a:pathLst>
            </a:custGeom>
            <a:solidFill>
              <a:srgbClr val="ECAF84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h115"/>
            <p:cNvSpPr/>
            <p:nvPr/>
          </p:nvSpPr>
          <p:spPr>
            <a:xfrm>
              <a:off x="5344377" y="1723960"/>
              <a:ext cx="1004258" cy="1744575"/>
            </a:xfrm>
            <a:custGeom>
              <a:avLst/>
              <a:pathLst>
                <a:path w="1004258" h="1744575">
                  <a:moveTo>
                    <a:pt x="457200" y="1600200"/>
                  </a:moveTo>
                  <a:lnTo>
                    <a:pt x="451102" y="1573581"/>
                  </a:lnTo>
                  <a:lnTo>
                    <a:pt x="450874" y="1572591"/>
                  </a:lnTo>
                  <a:lnTo>
                    <a:pt x="448095" y="1560486"/>
                  </a:lnTo>
                  <a:lnTo>
                    <a:pt x="440802" y="1529249"/>
                  </a:lnTo>
                  <a:lnTo>
                    <a:pt x="440511" y="1528003"/>
                  </a:lnTo>
                  <a:lnTo>
                    <a:pt x="435652" y="1507254"/>
                  </a:lnTo>
                  <a:lnTo>
                    <a:pt x="430527" y="1485363"/>
                  </a:lnTo>
                  <a:lnTo>
                    <a:pt x="426872" y="1469783"/>
                  </a:lnTo>
                  <a:lnTo>
                    <a:pt x="442066" y="1458490"/>
                  </a:lnTo>
                  <a:lnTo>
                    <a:pt x="455429" y="1445038"/>
                  </a:lnTo>
                  <a:lnTo>
                    <a:pt x="455990" y="1440362"/>
                  </a:lnTo>
                  <a:lnTo>
                    <a:pt x="459544" y="1436474"/>
                  </a:lnTo>
                  <a:lnTo>
                    <a:pt x="465890" y="1436178"/>
                  </a:lnTo>
                  <a:lnTo>
                    <a:pt x="473130" y="1428617"/>
                  </a:lnTo>
                  <a:lnTo>
                    <a:pt x="479326" y="1423439"/>
                  </a:lnTo>
                  <a:lnTo>
                    <a:pt x="485626" y="1417396"/>
                  </a:lnTo>
                  <a:lnTo>
                    <a:pt x="489736" y="1434247"/>
                  </a:lnTo>
                  <a:lnTo>
                    <a:pt x="493742" y="1450326"/>
                  </a:lnTo>
                  <a:lnTo>
                    <a:pt x="507121" y="1446938"/>
                  </a:lnTo>
                  <a:lnTo>
                    <a:pt x="519416" y="1443800"/>
                  </a:lnTo>
                  <a:lnTo>
                    <a:pt x="555875" y="1434182"/>
                  </a:lnTo>
                  <a:lnTo>
                    <a:pt x="562801" y="1432332"/>
                  </a:lnTo>
                  <a:lnTo>
                    <a:pt x="568480" y="1430802"/>
                  </a:lnTo>
                  <a:lnTo>
                    <a:pt x="596982" y="1423045"/>
                  </a:lnTo>
                  <a:lnTo>
                    <a:pt x="622514" y="1416184"/>
                  </a:lnTo>
                  <a:lnTo>
                    <a:pt x="625780" y="1415299"/>
                  </a:lnTo>
                  <a:lnTo>
                    <a:pt x="631503" y="1413706"/>
                  </a:lnTo>
                  <a:lnTo>
                    <a:pt x="646960" y="1409376"/>
                  </a:lnTo>
                  <a:lnTo>
                    <a:pt x="664556" y="1404566"/>
                  </a:lnTo>
                  <a:lnTo>
                    <a:pt x="671786" y="1402498"/>
                  </a:lnTo>
                  <a:lnTo>
                    <a:pt x="684102" y="1398956"/>
                  </a:lnTo>
                  <a:lnTo>
                    <a:pt x="737039" y="1383460"/>
                  </a:lnTo>
                  <a:lnTo>
                    <a:pt x="740717" y="1382391"/>
                  </a:lnTo>
                  <a:lnTo>
                    <a:pt x="744133" y="1381396"/>
                  </a:lnTo>
                  <a:lnTo>
                    <a:pt x="776551" y="1371862"/>
                  </a:lnTo>
                  <a:lnTo>
                    <a:pt x="784968" y="1369499"/>
                  </a:lnTo>
                  <a:lnTo>
                    <a:pt x="812699" y="1361118"/>
                  </a:lnTo>
                  <a:lnTo>
                    <a:pt x="816171" y="1360060"/>
                  </a:lnTo>
                  <a:lnTo>
                    <a:pt x="836736" y="1353752"/>
                  </a:lnTo>
                  <a:lnTo>
                    <a:pt x="870553" y="1343148"/>
                  </a:lnTo>
                  <a:lnTo>
                    <a:pt x="871076" y="1342983"/>
                  </a:lnTo>
                  <a:lnTo>
                    <a:pt x="881504" y="1340451"/>
                  </a:lnTo>
                  <a:lnTo>
                    <a:pt x="883177" y="1340043"/>
                  </a:lnTo>
                  <a:lnTo>
                    <a:pt x="889131" y="1344173"/>
                  </a:lnTo>
                  <a:lnTo>
                    <a:pt x="893880" y="1350830"/>
                  </a:lnTo>
                  <a:lnTo>
                    <a:pt x="901056" y="1351536"/>
                  </a:lnTo>
                  <a:lnTo>
                    <a:pt x="905438" y="1351816"/>
                  </a:lnTo>
                  <a:lnTo>
                    <a:pt x="908553" y="1352014"/>
                  </a:lnTo>
                  <a:lnTo>
                    <a:pt x="913355" y="1355555"/>
                  </a:lnTo>
                  <a:lnTo>
                    <a:pt x="916994" y="1360936"/>
                  </a:lnTo>
                  <a:lnTo>
                    <a:pt x="921380" y="1374120"/>
                  </a:lnTo>
                  <a:lnTo>
                    <a:pt x="923034" y="1378613"/>
                  </a:lnTo>
                  <a:lnTo>
                    <a:pt x="924278" y="1381994"/>
                  </a:lnTo>
                  <a:lnTo>
                    <a:pt x="932521" y="1389719"/>
                  </a:lnTo>
                  <a:lnTo>
                    <a:pt x="942101" y="1392068"/>
                  </a:lnTo>
                  <a:lnTo>
                    <a:pt x="950949" y="1392386"/>
                  </a:lnTo>
                  <a:lnTo>
                    <a:pt x="954880" y="1391599"/>
                  </a:lnTo>
                  <a:lnTo>
                    <a:pt x="956822" y="1391209"/>
                  </a:lnTo>
                  <a:lnTo>
                    <a:pt x="962841" y="1398286"/>
                  </a:lnTo>
                  <a:lnTo>
                    <a:pt x="957721" y="1402200"/>
                  </a:lnTo>
                  <a:lnTo>
                    <a:pt x="954467" y="1409079"/>
                  </a:lnTo>
                  <a:lnTo>
                    <a:pt x="952408" y="1418760"/>
                  </a:lnTo>
                  <a:lnTo>
                    <a:pt x="952184" y="1421828"/>
                  </a:lnTo>
                  <a:lnTo>
                    <a:pt x="951692" y="1428497"/>
                  </a:lnTo>
                  <a:lnTo>
                    <a:pt x="946747" y="1436045"/>
                  </a:lnTo>
                  <a:lnTo>
                    <a:pt x="946626" y="1436664"/>
                  </a:lnTo>
                  <a:lnTo>
                    <a:pt x="946271" y="1438489"/>
                  </a:lnTo>
                  <a:lnTo>
                    <a:pt x="945398" y="1442960"/>
                  </a:lnTo>
                  <a:lnTo>
                    <a:pt x="942047" y="1449639"/>
                  </a:lnTo>
                  <a:lnTo>
                    <a:pt x="937892" y="1456023"/>
                  </a:lnTo>
                  <a:lnTo>
                    <a:pt x="939297" y="1457535"/>
                  </a:lnTo>
                  <a:lnTo>
                    <a:pt x="942945" y="1461461"/>
                  </a:lnTo>
                  <a:lnTo>
                    <a:pt x="947279" y="1465482"/>
                  </a:lnTo>
                  <a:lnTo>
                    <a:pt x="946326" y="1470591"/>
                  </a:lnTo>
                  <a:lnTo>
                    <a:pt x="946852" y="1478072"/>
                  </a:lnTo>
                  <a:lnTo>
                    <a:pt x="941685" y="1483247"/>
                  </a:lnTo>
                  <a:lnTo>
                    <a:pt x="942066" y="1489490"/>
                  </a:lnTo>
                  <a:lnTo>
                    <a:pt x="944981" y="1498819"/>
                  </a:lnTo>
                  <a:lnTo>
                    <a:pt x="946174" y="1502246"/>
                  </a:lnTo>
                  <a:lnTo>
                    <a:pt x="946852" y="1504196"/>
                  </a:lnTo>
                  <a:lnTo>
                    <a:pt x="947809" y="1506947"/>
                  </a:lnTo>
                  <a:lnTo>
                    <a:pt x="952039" y="1504776"/>
                  </a:lnTo>
                  <a:lnTo>
                    <a:pt x="958210" y="1506429"/>
                  </a:lnTo>
                  <a:lnTo>
                    <a:pt x="962053" y="1514016"/>
                  </a:lnTo>
                  <a:lnTo>
                    <a:pt x="962246" y="1517407"/>
                  </a:lnTo>
                  <a:lnTo>
                    <a:pt x="964934" y="1521700"/>
                  </a:lnTo>
                  <a:lnTo>
                    <a:pt x="968182" y="1522327"/>
                  </a:lnTo>
                  <a:lnTo>
                    <a:pt x="973242" y="1521201"/>
                  </a:lnTo>
                  <a:lnTo>
                    <a:pt x="976871" y="1525635"/>
                  </a:lnTo>
                  <a:lnTo>
                    <a:pt x="979097" y="1527226"/>
                  </a:lnTo>
                  <a:lnTo>
                    <a:pt x="982182" y="1529431"/>
                  </a:lnTo>
                  <a:lnTo>
                    <a:pt x="987738" y="1532685"/>
                  </a:lnTo>
                  <a:lnTo>
                    <a:pt x="991944" y="1536067"/>
                  </a:lnTo>
                  <a:lnTo>
                    <a:pt x="999141" y="1539369"/>
                  </a:lnTo>
                  <a:lnTo>
                    <a:pt x="1000729" y="1540703"/>
                  </a:lnTo>
                  <a:lnTo>
                    <a:pt x="1004258" y="1543667"/>
                  </a:lnTo>
                  <a:lnTo>
                    <a:pt x="1004132" y="1543828"/>
                  </a:lnTo>
                  <a:lnTo>
                    <a:pt x="1000857" y="1548012"/>
                  </a:lnTo>
                  <a:lnTo>
                    <a:pt x="995990" y="1550264"/>
                  </a:lnTo>
                  <a:lnTo>
                    <a:pt x="994087" y="1556367"/>
                  </a:lnTo>
                  <a:lnTo>
                    <a:pt x="988443" y="1559987"/>
                  </a:lnTo>
                  <a:lnTo>
                    <a:pt x="985553" y="1563815"/>
                  </a:lnTo>
                  <a:lnTo>
                    <a:pt x="984372" y="1565379"/>
                  </a:lnTo>
                  <a:lnTo>
                    <a:pt x="979755" y="1572741"/>
                  </a:lnTo>
                  <a:lnTo>
                    <a:pt x="979627" y="1572884"/>
                  </a:lnTo>
                  <a:lnTo>
                    <a:pt x="975301" y="1577716"/>
                  </a:lnTo>
                  <a:lnTo>
                    <a:pt x="974463" y="1580388"/>
                  </a:lnTo>
                  <a:lnTo>
                    <a:pt x="974614" y="1580841"/>
                  </a:lnTo>
                  <a:lnTo>
                    <a:pt x="975733" y="1584221"/>
                  </a:lnTo>
                  <a:lnTo>
                    <a:pt x="976470" y="1586449"/>
                  </a:lnTo>
                  <a:lnTo>
                    <a:pt x="975881" y="1586913"/>
                  </a:lnTo>
                  <a:lnTo>
                    <a:pt x="972503" y="1589568"/>
                  </a:lnTo>
                  <a:lnTo>
                    <a:pt x="970495" y="1592252"/>
                  </a:lnTo>
                  <a:lnTo>
                    <a:pt x="969814" y="1593163"/>
                  </a:lnTo>
                  <a:lnTo>
                    <a:pt x="966762" y="1594934"/>
                  </a:lnTo>
                  <a:lnTo>
                    <a:pt x="963722" y="1596697"/>
                  </a:lnTo>
                  <a:lnTo>
                    <a:pt x="959450" y="1598390"/>
                  </a:lnTo>
                  <a:lnTo>
                    <a:pt x="954694" y="1605315"/>
                  </a:lnTo>
                  <a:lnTo>
                    <a:pt x="954377" y="1605776"/>
                  </a:lnTo>
                  <a:lnTo>
                    <a:pt x="947451" y="1604351"/>
                  </a:lnTo>
                  <a:lnTo>
                    <a:pt x="939044" y="1605648"/>
                  </a:lnTo>
                  <a:lnTo>
                    <a:pt x="938273" y="1606119"/>
                  </a:lnTo>
                  <a:lnTo>
                    <a:pt x="937192" y="1606779"/>
                  </a:lnTo>
                  <a:lnTo>
                    <a:pt x="937045" y="1606869"/>
                  </a:lnTo>
                  <a:lnTo>
                    <a:pt x="931307" y="1610369"/>
                  </a:lnTo>
                  <a:lnTo>
                    <a:pt x="927408" y="1615386"/>
                  </a:lnTo>
                  <a:lnTo>
                    <a:pt x="925317" y="1620532"/>
                  </a:lnTo>
                  <a:lnTo>
                    <a:pt x="924686" y="1625418"/>
                  </a:lnTo>
                  <a:lnTo>
                    <a:pt x="923345" y="1625829"/>
                  </a:lnTo>
                  <a:lnTo>
                    <a:pt x="891885" y="1635451"/>
                  </a:lnTo>
                  <a:lnTo>
                    <a:pt x="883013" y="1638137"/>
                  </a:lnTo>
                  <a:lnTo>
                    <a:pt x="882451" y="1638306"/>
                  </a:lnTo>
                  <a:lnTo>
                    <a:pt x="866169" y="1643189"/>
                  </a:lnTo>
                  <a:lnTo>
                    <a:pt x="852494" y="1647255"/>
                  </a:lnTo>
                  <a:lnTo>
                    <a:pt x="840835" y="1650699"/>
                  </a:lnTo>
                  <a:lnTo>
                    <a:pt x="839187" y="1651184"/>
                  </a:lnTo>
                  <a:lnTo>
                    <a:pt x="832708" y="1653128"/>
                  </a:lnTo>
                  <a:lnTo>
                    <a:pt x="814167" y="1658656"/>
                  </a:lnTo>
                  <a:lnTo>
                    <a:pt x="813415" y="1658873"/>
                  </a:lnTo>
                  <a:lnTo>
                    <a:pt x="793567" y="1664575"/>
                  </a:lnTo>
                  <a:lnTo>
                    <a:pt x="791476" y="1665172"/>
                  </a:lnTo>
                  <a:lnTo>
                    <a:pt x="771477" y="1670870"/>
                  </a:lnTo>
                  <a:lnTo>
                    <a:pt x="770551" y="1671133"/>
                  </a:lnTo>
                  <a:lnTo>
                    <a:pt x="743163" y="1678665"/>
                  </a:lnTo>
                  <a:lnTo>
                    <a:pt x="715036" y="1686341"/>
                  </a:lnTo>
                  <a:lnTo>
                    <a:pt x="712920" y="1686920"/>
                  </a:lnTo>
                  <a:lnTo>
                    <a:pt x="690582" y="1692995"/>
                  </a:lnTo>
                  <a:lnTo>
                    <a:pt x="687132" y="1693925"/>
                  </a:lnTo>
                  <a:lnTo>
                    <a:pt x="655657" y="1702324"/>
                  </a:lnTo>
                  <a:lnTo>
                    <a:pt x="647883" y="1704397"/>
                  </a:lnTo>
                  <a:lnTo>
                    <a:pt x="636856" y="1707320"/>
                  </a:lnTo>
                  <a:lnTo>
                    <a:pt x="626096" y="1710157"/>
                  </a:lnTo>
                  <a:lnTo>
                    <a:pt x="594246" y="1718618"/>
                  </a:lnTo>
                  <a:lnTo>
                    <a:pt x="586508" y="1720651"/>
                  </a:lnTo>
                  <a:lnTo>
                    <a:pt x="560076" y="1727410"/>
                  </a:lnTo>
                  <a:lnTo>
                    <a:pt x="546036" y="1730902"/>
                  </a:lnTo>
                  <a:lnTo>
                    <a:pt x="531279" y="1734543"/>
                  </a:lnTo>
                  <a:lnTo>
                    <a:pt x="499396" y="1742403"/>
                  </a:lnTo>
                  <a:lnTo>
                    <a:pt x="490341" y="1744575"/>
                  </a:lnTo>
                  <a:lnTo>
                    <a:pt x="483679" y="1715234"/>
                  </a:lnTo>
                  <a:lnTo>
                    <a:pt x="482176" y="1708628"/>
                  </a:lnTo>
                  <a:lnTo>
                    <a:pt x="478193" y="1691174"/>
                  </a:lnTo>
                  <a:lnTo>
                    <a:pt x="473108" y="1668949"/>
                  </a:lnTo>
                  <a:lnTo>
                    <a:pt x="471501" y="1661940"/>
                  </a:lnTo>
                  <a:lnTo>
                    <a:pt x="469328" y="1652472"/>
                  </a:lnTo>
                  <a:lnTo>
                    <a:pt x="464808" y="1632806"/>
                  </a:lnTo>
                  <a:lnTo>
                    <a:pt x="458773" y="1606934"/>
                  </a:lnTo>
                  <a:lnTo>
                    <a:pt x="457380" y="1600971"/>
                  </a:lnTo>
                  <a:close/>
                </a:path>
              </a:pathLst>
            </a:custGeom>
            <a:solidFill>
              <a:srgbClr val="EFBA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h116"/>
            <p:cNvSpPr/>
            <p:nvPr/>
          </p:nvSpPr>
          <p:spPr>
            <a:xfrm>
              <a:off x="6124725" y="1452310"/>
              <a:ext cx="467627" cy="1601413"/>
            </a:xfrm>
            <a:custGeom>
              <a:avLst/>
              <a:pathLst>
                <a:path w="467627" h="1601413">
                  <a:moveTo>
                    <a:pt x="457200" y="1600200"/>
                  </a:moveTo>
                  <a:lnTo>
                    <a:pt x="457600" y="1590560"/>
                  </a:lnTo>
                  <a:lnTo>
                    <a:pt x="461530" y="1588396"/>
                  </a:lnTo>
                  <a:lnTo>
                    <a:pt x="465013" y="1595277"/>
                  </a:lnTo>
                  <a:lnTo>
                    <a:pt x="467627" y="1598637"/>
                  </a:lnTo>
                  <a:lnTo>
                    <a:pt x="461307" y="1601413"/>
                  </a:lnTo>
                  <a:close/>
                </a:path>
              </a:pathLst>
            </a:custGeom>
            <a:solidFill>
              <a:srgbClr val="FEF3B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h117"/>
            <p:cNvSpPr/>
            <p:nvPr/>
          </p:nvSpPr>
          <p:spPr>
            <a:xfrm>
              <a:off x="6098616" y="1441304"/>
              <a:ext cx="513703" cy="1601516"/>
            </a:xfrm>
            <a:custGeom>
              <a:avLst/>
              <a:pathLst>
                <a:path w="513703" h="1601516">
                  <a:moveTo>
                    <a:pt x="457199" y="1600200"/>
                  </a:moveTo>
                  <a:lnTo>
                    <a:pt x="457952" y="1595410"/>
                  </a:lnTo>
                  <a:lnTo>
                    <a:pt x="455259" y="1588598"/>
                  </a:lnTo>
                  <a:lnTo>
                    <a:pt x="458698" y="1586724"/>
                  </a:lnTo>
                  <a:lnTo>
                    <a:pt x="455412" y="1575991"/>
                  </a:lnTo>
                  <a:lnTo>
                    <a:pt x="452043" y="1565006"/>
                  </a:lnTo>
                  <a:lnTo>
                    <a:pt x="446753" y="1549745"/>
                  </a:lnTo>
                  <a:lnTo>
                    <a:pt x="443130" y="1540105"/>
                  </a:lnTo>
                  <a:lnTo>
                    <a:pt x="434305" y="1516381"/>
                  </a:lnTo>
                  <a:lnTo>
                    <a:pt x="450558" y="1509708"/>
                  </a:lnTo>
                  <a:lnTo>
                    <a:pt x="451874" y="1509165"/>
                  </a:lnTo>
                  <a:lnTo>
                    <a:pt x="454544" y="1508064"/>
                  </a:lnTo>
                  <a:lnTo>
                    <a:pt x="459709" y="1505939"/>
                  </a:lnTo>
                  <a:lnTo>
                    <a:pt x="469558" y="1501873"/>
                  </a:lnTo>
                  <a:lnTo>
                    <a:pt x="470964" y="1505880"/>
                  </a:lnTo>
                  <a:lnTo>
                    <a:pt x="472337" y="1509796"/>
                  </a:lnTo>
                  <a:lnTo>
                    <a:pt x="474777" y="1516809"/>
                  </a:lnTo>
                  <a:lnTo>
                    <a:pt x="478394" y="1515430"/>
                  </a:lnTo>
                  <a:lnTo>
                    <a:pt x="480932" y="1522737"/>
                  </a:lnTo>
                  <a:lnTo>
                    <a:pt x="483868" y="1528281"/>
                  </a:lnTo>
                  <a:lnTo>
                    <a:pt x="485118" y="1528532"/>
                  </a:lnTo>
                  <a:lnTo>
                    <a:pt x="490957" y="1529700"/>
                  </a:lnTo>
                  <a:lnTo>
                    <a:pt x="498074" y="1535368"/>
                  </a:lnTo>
                  <a:lnTo>
                    <a:pt x="499822" y="1536758"/>
                  </a:lnTo>
                  <a:lnTo>
                    <a:pt x="505829" y="1536514"/>
                  </a:lnTo>
                  <a:lnTo>
                    <a:pt x="507186" y="1541213"/>
                  </a:lnTo>
                  <a:lnTo>
                    <a:pt x="507847" y="1543499"/>
                  </a:lnTo>
                  <a:lnTo>
                    <a:pt x="513703" y="1555439"/>
                  </a:lnTo>
                  <a:lnTo>
                    <a:pt x="512498" y="1557453"/>
                  </a:lnTo>
                  <a:lnTo>
                    <a:pt x="509125" y="1562478"/>
                  </a:lnTo>
                  <a:lnTo>
                    <a:pt x="503593" y="1561410"/>
                  </a:lnTo>
                  <a:lnTo>
                    <a:pt x="499911" y="1561915"/>
                  </a:lnTo>
                  <a:lnTo>
                    <a:pt x="499097" y="1567113"/>
                  </a:lnTo>
                  <a:lnTo>
                    <a:pt x="495815" y="1568420"/>
                  </a:lnTo>
                  <a:lnTo>
                    <a:pt x="492119" y="1568481"/>
                  </a:lnTo>
                  <a:lnTo>
                    <a:pt x="489903" y="1569921"/>
                  </a:lnTo>
                  <a:lnTo>
                    <a:pt x="488995" y="1570510"/>
                  </a:lnTo>
                  <a:lnTo>
                    <a:pt x="488604" y="1576861"/>
                  </a:lnTo>
                  <a:lnTo>
                    <a:pt x="487692" y="1582066"/>
                  </a:lnTo>
                  <a:lnTo>
                    <a:pt x="481404" y="1584183"/>
                  </a:lnTo>
                  <a:lnTo>
                    <a:pt x="475946" y="1587869"/>
                  </a:lnTo>
                  <a:lnTo>
                    <a:pt x="470261" y="1593170"/>
                  </a:lnTo>
                  <a:lnTo>
                    <a:pt x="463427" y="1597184"/>
                  </a:lnTo>
                  <a:lnTo>
                    <a:pt x="457430" y="1601516"/>
                  </a:lnTo>
                  <a:close/>
                </a:path>
              </a:pathLst>
            </a:custGeom>
            <a:solidFill>
              <a:srgbClr val="FEF3B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h118"/>
            <p:cNvSpPr/>
            <p:nvPr/>
          </p:nvSpPr>
          <p:spPr>
            <a:xfrm>
              <a:off x="5228336" y="2538509"/>
              <a:ext cx="959850" cy="1875361"/>
            </a:xfrm>
            <a:custGeom>
              <a:avLst/>
              <a:pathLst>
                <a:path w="959850" h="1875361">
                  <a:moveTo>
                    <a:pt x="457200" y="1600199"/>
                  </a:moveTo>
                  <a:lnTo>
                    <a:pt x="459839" y="1595743"/>
                  </a:lnTo>
                  <a:lnTo>
                    <a:pt x="458796" y="1592137"/>
                  </a:lnTo>
                  <a:lnTo>
                    <a:pt x="461966" y="1587272"/>
                  </a:lnTo>
                  <a:lnTo>
                    <a:pt x="464514" y="1582897"/>
                  </a:lnTo>
                  <a:lnTo>
                    <a:pt x="468956" y="1578045"/>
                  </a:lnTo>
                  <a:lnTo>
                    <a:pt x="474105" y="1571891"/>
                  </a:lnTo>
                  <a:lnTo>
                    <a:pt x="475049" y="1567851"/>
                  </a:lnTo>
                  <a:lnTo>
                    <a:pt x="475625" y="1561963"/>
                  </a:lnTo>
                  <a:lnTo>
                    <a:pt x="485000" y="1556717"/>
                  </a:lnTo>
                  <a:lnTo>
                    <a:pt x="495387" y="1550885"/>
                  </a:lnTo>
                  <a:lnTo>
                    <a:pt x="506078" y="1544910"/>
                  </a:lnTo>
                  <a:lnTo>
                    <a:pt x="508301" y="1544927"/>
                  </a:lnTo>
                  <a:lnTo>
                    <a:pt x="509892" y="1544938"/>
                  </a:lnTo>
                  <a:lnTo>
                    <a:pt x="514854" y="1538130"/>
                  </a:lnTo>
                  <a:lnTo>
                    <a:pt x="525111" y="1533187"/>
                  </a:lnTo>
                  <a:lnTo>
                    <a:pt x="529384" y="1531123"/>
                  </a:lnTo>
                  <a:lnTo>
                    <a:pt x="536516" y="1526839"/>
                  </a:lnTo>
                  <a:lnTo>
                    <a:pt x="540327" y="1522841"/>
                  </a:lnTo>
                  <a:lnTo>
                    <a:pt x="546181" y="1522072"/>
                  </a:lnTo>
                  <a:lnTo>
                    <a:pt x="550191" y="1521543"/>
                  </a:lnTo>
                  <a:lnTo>
                    <a:pt x="552004" y="1521303"/>
                  </a:lnTo>
                  <a:lnTo>
                    <a:pt x="559913" y="1519821"/>
                  </a:lnTo>
                  <a:lnTo>
                    <a:pt x="570888" y="1517751"/>
                  </a:lnTo>
                  <a:lnTo>
                    <a:pt x="577484" y="1516500"/>
                  </a:lnTo>
                  <a:lnTo>
                    <a:pt x="584509" y="1515289"/>
                  </a:lnTo>
                  <a:lnTo>
                    <a:pt x="593997" y="1513643"/>
                  </a:lnTo>
                  <a:lnTo>
                    <a:pt x="604615" y="1511789"/>
                  </a:lnTo>
                  <a:lnTo>
                    <a:pt x="631964" y="1506946"/>
                  </a:lnTo>
                  <a:lnTo>
                    <a:pt x="644638" y="1504828"/>
                  </a:lnTo>
                  <a:lnTo>
                    <a:pt x="648591" y="1504163"/>
                  </a:lnTo>
                  <a:lnTo>
                    <a:pt x="677115" y="1499308"/>
                  </a:lnTo>
                  <a:lnTo>
                    <a:pt x="677234" y="1499598"/>
                  </a:lnTo>
                  <a:lnTo>
                    <a:pt x="678391" y="1502425"/>
                  </a:lnTo>
                  <a:lnTo>
                    <a:pt x="677528" y="1508930"/>
                  </a:lnTo>
                  <a:lnTo>
                    <a:pt x="679881" y="1512028"/>
                  </a:lnTo>
                  <a:lnTo>
                    <a:pt x="688837" y="1501946"/>
                  </a:lnTo>
                  <a:lnTo>
                    <a:pt x="692499" y="1505225"/>
                  </a:lnTo>
                  <a:lnTo>
                    <a:pt x="700858" y="1512698"/>
                  </a:lnTo>
                  <a:lnTo>
                    <a:pt x="708317" y="1519353"/>
                  </a:lnTo>
                  <a:lnTo>
                    <a:pt x="709677" y="1533342"/>
                  </a:lnTo>
                  <a:lnTo>
                    <a:pt x="733171" y="1528645"/>
                  </a:lnTo>
                  <a:lnTo>
                    <a:pt x="757128" y="1523443"/>
                  </a:lnTo>
                  <a:lnTo>
                    <a:pt x="781343" y="1518109"/>
                  </a:lnTo>
                  <a:lnTo>
                    <a:pt x="796213" y="1514727"/>
                  </a:lnTo>
                  <a:lnTo>
                    <a:pt x="796482" y="1514665"/>
                  </a:lnTo>
                  <a:lnTo>
                    <a:pt x="819466" y="1509380"/>
                  </a:lnTo>
                  <a:lnTo>
                    <a:pt x="821216" y="1508975"/>
                  </a:lnTo>
                  <a:lnTo>
                    <a:pt x="847034" y="1524974"/>
                  </a:lnTo>
                  <a:lnTo>
                    <a:pt x="848428" y="1525835"/>
                  </a:lnTo>
                  <a:lnTo>
                    <a:pt x="859570" y="1532703"/>
                  </a:lnTo>
                  <a:lnTo>
                    <a:pt x="890184" y="1552481"/>
                  </a:lnTo>
                  <a:lnTo>
                    <a:pt x="894749" y="1555417"/>
                  </a:lnTo>
                  <a:lnTo>
                    <a:pt x="926531" y="1575326"/>
                  </a:lnTo>
                  <a:lnTo>
                    <a:pt x="946301" y="1587696"/>
                  </a:lnTo>
                  <a:lnTo>
                    <a:pt x="950601" y="1590377"/>
                  </a:lnTo>
                  <a:lnTo>
                    <a:pt x="959850" y="1596255"/>
                  </a:lnTo>
                  <a:lnTo>
                    <a:pt x="947707" y="1603732"/>
                  </a:lnTo>
                  <a:lnTo>
                    <a:pt x="939038" y="1612288"/>
                  </a:lnTo>
                  <a:lnTo>
                    <a:pt x="931756" y="1622246"/>
                  </a:lnTo>
                  <a:lnTo>
                    <a:pt x="926042" y="1632171"/>
                  </a:lnTo>
                  <a:lnTo>
                    <a:pt x="922159" y="1641792"/>
                  </a:lnTo>
                  <a:lnTo>
                    <a:pt x="919881" y="1647420"/>
                  </a:lnTo>
                  <a:lnTo>
                    <a:pt x="915604" y="1654889"/>
                  </a:lnTo>
                  <a:lnTo>
                    <a:pt x="912653" y="1665882"/>
                  </a:lnTo>
                  <a:lnTo>
                    <a:pt x="912011" y="1675878"/>
                  </a:lnTo>
                  <a:lnTo>
                    <a:pt x="912572" y="1687195"/>
                  </a:lnTo>
                  <a:lnTo>
                    <a:pt x="914235" y="1690802"/>
                  </a:lnTo>
                  <a:lnTo>
                    <a:pt x="911262" y="1698095"/>
                  </a:lnTo>
                  <a:lnTo>
                    <a:pt x="906257" y="1703908"/>
                  </a:lnTo>
                  <a:lnTo>
                    <a:pt x="904806" y="1705591"/>
                  </a:lnTo>
                  <a:lnTo>
                    <a:pt x="901466" y="1708964"/>
                  </a:lnTo>
                  <a:lnTo>
                    <a:pt x="901568" y="1714022"/>
                  </a:lnTo>
                  <a:lnTo>
                    <a:pt x="900639" y="1719852"/>
                  </a:lnTo>
                  <a:lnTo>
                    <a:pt x="894003" y="1720428"/>
                  </a:lnTo>
                  <a:lnTo>
                    <a:pt x="888299" y="1723616"/>
                  </a:lnTo>
                  <a:lnTo>
                    <a:pt x="883466" y="1720446"/>
                  </a:lnTo>
                  <a:lnTo>
                    <a:pt x="878334" y="1725417"/>
                  </a:lnTo>
                  <a:lnTo>
                    <a:pt x="876610" y="1730222"/>
                  </a:lnTo>
                  <a:lnTo>
                    <a:pt x="881530" y="1734844"/>
                  </a:lnTo>
                  <a:lnTo>
                    <a:pt x="879083" y="1739103"/>
                  </a:lnTo>
                  <a:lnTo>
                    <a:pt x="870821" y="1747247"/>
                  </a:lnTo>
                  <a:lnTo>
                    <a:pt x="868805" y="1753424"/>
                  </a:lnTo>
                  <a:lnTo>
                    <a:pt x="860511" y="1760521"/>
                  </a:lnTo>
                  <a:lnTo>
                    <a:pt x="856234" y="1765591"/>
                  </a:lnTo>
                  <a:lnTo>
                    <a:pt x="855842" y="1772139"/>
                  </a:lnTo>
                  <a:lnTo>
                    <a:pt x="848495" y="1779628"/>
                  </a:lnTo>
                  <a:lnTo>
                    <a:pt x="846068" y="1784540"/>
                  </a:lnTo>
                  <a:lnTo>
                    <a:pt x="838374" y="1786718"/>
                  </a:lnTo>
                  <a:lnTo>
                    <a:pt x="831736" y="1791482"/>
                  </a:lnTo>
                  <a:lnTo>
                    <a:pt x="828286" y="1796347"/>
                  </a:lnTo>
                  <a:lnTo>
                    <a:pt x="822948" y="1799626"/>
                  </a:lnTo>
                  <a:lnTo>
                    <a:pt x="822449" y="1800159"/>
                  </a:lnTo>
                  <a:lnTo>
                    <a:pt x="814878" y="1808228"/>
                  </a:lnTo>
                  <a:lnTo>
                    <a:pt x="807397" y="1810958"/>
                  </a:lnTo>
                  <a:lnTo>
                    <a:pt x="801468" y="1809273"/>
                  </a:lnTo>
                  <a:lnTo>
                    <a:pt x="801093" y="1810886"/>
                  </a:lnTo>
                  <a:lnTo>
                    <a:pt x="800389" y="1813906"/>
                  </a:lnTo>
                  <a:lnTo>
                    <a:pt x="804417" y="1819432"/>
                  </a:lnTo>
                  <a:lnTo>
                    <a:pt x="807658" y="1823145"/>
                  </a:lnTo>
                  <a:lnTo>
                    <a:pt x="806731" y="1829581"/>
                  </a:lnTo>
                  <a:lnTo>
                    <a:pt x="799087" y="1836402"/>
                  </a:lnTo>
                  <a:lnTo>
                    <a:pt x="793587" y="1839404"/>
                  </a:lnTo>
                  <a:lnTo>
                    <a:pt x="788190" y="1838370"/>
                  </a:lnTo>
                  <a:lnTo>
                    <a:pt x="780207" y="1835867"/>
                  </a:lnTo>
                  <a:lnTo>
                    <a:pt x="775747" y="1841110"/>
                  </a:lnTo>
                  <a:lnTo>
                    <a:pt x="780405" y="1843463"/>
                  </a:lnTo>
                  <a:lnTo>
                    <a:pt x="787524" y="1848050"/>
                  </a:lnTo>
                  <a:lnTo>
                    <a:pt x="783538" y="1856156"/>
                  </a:lnTo>
                  <a:lnTo>
                    <a:pt x="775427" y="1864484"/>
                  </a:lnTo>
                  <a:lnTo>
                    <a:pt x="770925" y="1866813"/>
                  </a:lnTo>
                  <a:lnTo>
                    <a:pt x="770542" y="1869587"/>
                  </a:lnTo>
                  <a:lnTo>
                    <a:pt x="769742" y="1875361"/>
                  </a:lnTo>
                  <a:lnTo>
                    <a:pt x="763251" y="1873887"/>
                  </a:lnTo>
                  <a:lnTo>
                    <a:pt x="755682" y="1870095"/>
                  </a:lnTo>
                  <a:lnTo>
                    <a:pt x="752843" y="1872865"/>
                  </a:lnTo>
                  <a:lnTo>
                    <a:pt x="744441" y="1871111"/>
                  </a:lnTo>
                  <a:lnTo>
                    <a:pt x="742295" y="1863459"/>
                  </a:lnTo>
                  <a:lnTo>
                    <a:pt x="738202" y="1858016"/>
                  </a:lnTo>
                  <a:lnTo>
                    <a:pt x="737342" y="1856872"/>
                  </a:lnTo>
                  <a:lnTo>
                    <a:pt x="739036" y="1851575"/>
                  </a:lnTo>
                  <a:lnTo>
                    <a:pt x="737124" y="1844561"/>
                  </a:lnTo>
                  <a:lnTo>
                    <a:pt x="731782" y="1839389"/>
                  </a:lnTo>
                  <a:lnTo>
                    <a:pt x="728949" y="1836644"/>
                  </a:lnTo>
                  <a:lnTo>
                    <a:pt x="727679" y="1830108"/>
                  </a:lnTo>
                  <a:lnTo>
                    <a:pt x="717596" y="1822312"/>
                  </a:lnTo>
                  <a:lnTo>
                    <a:pt x="716573" y="1822166"/>
                  </a:lnTo>
                  <a:lnTo>
                    <a:pt x="711685" y="1821466"/>
                  </a:lnTo>
                  <a:lnTo>
                    <a:pt x="704842" y="1818194"/>
                  </a:lnTo>
                  <a:lnTo>
                    <a:pt x="703642" y="1817619"/>
                  </a:lnTo>
                  <a:lnTo>
                    <a:pt x="702842" y="1811702"/>
                  </a:lnTo>
                  <a:lnTo>
                    <a:pt x="698886" y="1801694"/>
                  </a:lnTo>
                  <a:lnTo>
                    <a:pt x="698717" y="1801072"/>
                  </a:lnTo>
                  <a:lnTo>
                    <a:pt x="695887" y="1790637"/>
                  </a:lnTo>
                  <a:lnTo>
                    <a:pt x="689877" y="1783502"/>
                  </a:lnTo>
                  <a:lnTo>
                    <a:pt x="685172" y="1778707"/>
                  </a:lnTo>
                  <a:lnTo>
                    <a:pt x="683228" y="1770054"/>
                  </a:lnTo>
                  <a:lnTo>
                    <a:pt x="678267" y="1767428"/>
                  </a:lnTo>
                  <a:lnTo>
                    <a:pt x="671446" y="1763812"/>
                  </a:lnTo>
                  <a:lnTo>
                    <a:pt x="669882" y="1763566"/>
                  </a:lnTo>
                  <a:lnTo>
                    <a:pt x="665236" y="1762834"/>
                  </a:lnTo>
                  <a:lnTo>
                    <a:pt x="654266" y="1759089"/>
                  </a:lnTo>
                  <a:lnTo>
                    <a:pt x="652444" y="1753674"/>
                  </a:lnTo>
                  <a:lnTo>
                    <a:pt x="652190" y="1752918"/>
                  </a:lnTo>
                  <a:lnTo>
                    <a:pt x="642866" y="1750111"/>
                  </a:lnTo>
                  <a:lnTo>
                    <a:pt x="642741" y="1749438"/>
                  </a:lnTo>
                  <a:lnTo>
                    <a:pt x="641454" y="1742523"/>
                  </a:lnTo>
                  <a:lnTo>
                    <a:pt x="631739" y="1739590"/>
                  </a:lnTo>
                  <a:lnTo>
                    <a:pt x="631451" y="1731107"/>
                  </a:lnTo>
                  <a:lnTo>
                    <a:pt x="629602" y="1724874"/>
                  </a:lnTo>
                  <a:lnTo>
                    <a:pt x="622328" y="1722473"/>
                  </a:lnTo>
                  <a:lnTo>
                    <a:pt x="618919" y="1718779"/>
                  </a:lnTo>
                  <a:lnTo>
                    <a:pt x="617371" y="1717100"/>
                  </a:lnTo>
                  <a:lnTo>
                    <a:pt x="608298" y="1712611"/>
                  </a:lnTo>
                  <a:lnTo>
                    <a:pt x="607395" y="1712517"/>
                  </a:lnTo>
                  <a:lnTo>
                    <a:pt x="602317" y="1711989"/>
                  </a:lnTo>
                  <a:lnTo>
                    <a:pt x="597404" y="1707073"/>
                  </a:lnTo>
                  <a:lnTo>
                    <a:pt x="595071" y="1703742"/>
                  </a:lnTo>
                  <a:lnTo>
                    <a:pt x="591735" y="1698976"/>
                  </a:lnTo>
                  <a:lnTo>
                    <a:pt x="581057" y="1689923"/>
                  </a:lnTo>
                  <a:lnTo>
                    <a:pt x="569209" y="1686462"/>
                  </a:lnTo>
                  <a:lnTo>
                    <a:pt x="559359" y="1679660"/>
                  </a:lnTo>
                  <a:lnTo>
                    <a:pt x="554741" y="1679565"/>
                  </a:lnTo>
                  <a:lnTo>
                    <a:pt x="553864" y="1678327"/>
                  </a:lnTo>
                  <a:lnTo>
                    <a:pt x="549763" y="1672525"/>
                  </a:lnTo>
                  <a:lnTo>
                    <a:pt x="549341" y="1672042"/>
                  </a:lnTo>
                  <a:lnTo>
                    <a:pt x="542989" y="1664763"/>
                  </a:lnTo>
                  <a:lnTo>
                    <a:pt x="534168" y="1658115"/>
                  </a:lnTo>
                  <a:lnTo>
                    <a:pt x="530574" y="1650319"/>
                  </a:lnTo>
                  <a:lnTo>
                    <a:pt x="529004" y="1646913"/>
                  </a:lnTo>
                  <a:lnTo>
                    <a:pt x="525042" y="1642213"/>
                  </a:lnTo>
                  <a:lnTo>
                    <a:pt x="524283" y="1641313"/>
                  </a:lnTo>
                  <a:lnTo>
                    <a:pt x="518550" y="1634609"/>
                  </a:lnTo>
                  <a:lnTo>
                    <a:pt x="515764" y="1629994"/>
                  </a:lnTo>
                  <a:lnTo>
                    <a:pt x="510955" y="1621881"/>
                  </a:lnTo>
                  <a:lnTo>
                    <a:pt x="505514" y="1621696"/>
                  </a:lnTo>
                  <a:lnTo>
                    <a:pt x="499129" y="1624126"/>
                  </a:lnTo>
                  <a:lnTo>
                    <a:pt x="498768" y="1624263"/>
                  </a:lnTo>
                  <a:lnTo>
                    <a:pt x="492967" y="1622814"/>
                  </a:lnTo>
                  <a:lnTo>
                    <a:pt x="492698" y="1622641"/>
                  </a:lnTo>
                  <a:lnTo>
                    <a:pt x="487244" y="1619126"/>
                  </a:lnTo>
                  <a:lnTo>
                    <a:pt x="486509" y="1618527"/>
                  </a:lnTo>
                  <a:lnTo>
                    <a:pt x="480199" y="1613370"/>
                  </a:lnTo>
                  <a:lnTo>
                    <a:pt x="473020" y="1612065"/>
                  </a:lnTo>
                  <a:lnTo>
                    <a:pt x="466582" y="1608938"/>
                  </a:lnTo>
                  <a:lnTo>
                    <a:pt x="459681" y="1605615"/>
                  </a:lnTo>
                  <a:lnTo>
                    <a:pt x="459451" y="1605113"/>
                  </a:lnTo>
                  <a:lnTo>
                    <a:pt x="457818" y="1601551"/>
                  </a:lnTo>
                  <a:close/>
                </a:path>
              </a:pathLst>
            </a:custGeom>
            <a:solidFill>
              <a:srgbClr val="DA7D5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h119"/>
            <p:cNvSpPr/>
            <p:nvPr/>
          </p:nvSpPr>
          <p:spPr>
            <a:xfrm>
              <a:off x="3178482" y="1422474"/>
              <a:ext cx="1139228" cy="1914753"/>
            </a:xfrm>
            <a:custGeom>
              <a:avLst/>
              <a:pathLst>
                <a:path w="1139228" h="1914753">
                  <a:moveTo>
                    <a:pt x="457200" y="1600200"/>
                  </a:moveTo>
                  <a:lnTo>
                    <a:pt x="458835" y="1600146"/>
                  </a:lnTo>
                  <a:lnTo>
                    <a:pt x="459545" y="1584441"/>
                  </a:lnTo>
                  <a:lnTo>
                    <a:pt x="460077" y="1573527"/>
                  </a:lnTo>
                  <a:lnTo>
                    <a:pt x="460823" y="1558248"/>
                  </a:lnTo>
                  <a:lnTo>
                    <a:pt x="461665" y="1539018"/>
                  </a:lnTo>
                  <a:lnTo>
                    <a:pt x="462069" y="1530683"/>
                  </a:lnTo>
                  <a:lnTo>
                    <a:pt x="463212" y="1506834"/>
                  </a:lnTo>
                  <a:lnTo>
                    <a:pt x="463829" y="1492588"/>
                  </a:lnTo>
                  <a:lnTo>
                    <a:pt x="463906" y="1490442"/>
                  </a:lnTo>
                  <a:lnTo>
                    <a:pt x="464191" y="1482574"/>
                  </a:lnTo>
                  <a:lnTo>
                    <a:pt x="497381" y="1484169"/>
                  </a:lnTo>
                  <a:lnTo>
                    <a:pt x="516881" y="1485021"/>
                  </a:lnTo>
                  <a:lnTo>
                    <a:pt x="535564" y="1485802"/>
                  </a:lnTo>
                  <a:lnTo>
                    <a:pt x="554828" y="1486556"/>
                  </a:lnTo>
                  <a:lnTo>
                    <a:pt x="559419" y="1486728"/>
                  </a:lnTo>
                  <a:lnTo>
                    <a:pt x="564756" y="1486924"/>
                  </a:lnTo>
                  <a:lnTo>
                    <a:pt x="579900" y="1487448"/>
                  </a:lnTo>
                  <a:lnTo>
                    <a:pt x="593191" y="1487888"/>
                  </a:lnTo>
                  <a:lnTo>
                    <a:pt x="612424" y="1488496"/>
                  </a:lnTo>
                  <a:lnTo>
                    <a:pt x="633211" y="1489091"/>
                  </a:lnTo>
                  <a:lnTo>
                    <a:pt x="640715" y="1489288"/>
                  </a:lnTo>
                  <a:lnTo>
                    <a:pt x="640883" y="1489292"/>
                  </a:lnTo>
                  <a:lnTo>
                    <a:pt x="658515" y="1489724"/>
                  </a:lnTo>
                  <a:lnTo>
                    <a:pt x="679017" y="1490187"/>
                  </a:lnTo>
                  <a:lnTo>
                    <a:pt x="695604" y="1490489"/>
                  </a:lnTo>
                  <a:lnTo>
                    <a:pt x="717934" y="1490844"/>
                  </a:lnTo>
                  <a:lnTo>
                    <a:pt x="747719" y="1491216"/>
                  </a:lnTo>
                  <a:lnTo>
                    <a:pt x="769348" y="1491401"/>
                  </a:lnTo>
                  <a:lnTo>
                    <a:pt x="770423" y="1491410"/>
                  </a:lnTo>
                  <a:lnTo>
                    <a:pt x="788157" y="1491543"/>
                  </a:lnTo>
                  <a:lnTo>
                    <a:pt x="800431" y="1491674"/>
                  </a:lnTo>
                  <a:lnTo>
                    <a:pt x="823938" y="1491780"/>
                  </a:lnTo>
                  <a:lnTo>
                    <a:pt x="837936" y="1491840"/>
                  </a:lnTo>
                  <a:lnTo>
                    <a:pt x="847175" y="1491778"/>
                  </a:lnTo>
                  <a:lnTo>
                    <a:pt x="857624" y="1491811"/>
                  </a:lnTo>
                  <a:lnTo>
                    <a:pt x="870179" y="1491728"/>
                  </a:lnTo>
                  <a:lnTo>
                    <a:pt x="891964" y="1491532"/>
                  </a:lnTo>
                  <a:lnTo>
                    <a:pt x="899501" y="1491473"/>
                  </a:lnTo>
                  <a:lnTo>
                    <a:pt x="923807" y="1491288"/>
                  </a:lnTo>
                  <a:lnTo>
                    <a:pt x="932362" y="1491204"/>
                  </a:lnTo>
                  <a:lnTo>
                    <a:pt x="950585" y="1491084"/>
                  </a:lnTo>
                  <a:lnTo>
                    <a:pt x="980307" y="1490476"/>
                  </a:lnTo>
                  <a:lnTo>
                    <a:pt x="985700" y="1490366"/>
                  </a:lnTo>
                  <a:lnTo>
                    <a:pt x="988233" y="1490313"/>
                  </a:lnTo>
                  <a:lnTo>
                    <a:pt x="1005663" y="1489922"/>
                  </a:lnTo>
                  <a:lnTo>
                    <a:pt x="1025914" y="1489351"/>
                  </a:lnTo>
                  <a:lnTo>
                    <a:pt x="1053059" y="1488421"/>
                  </a:lnTo>
                  <a:lnTo>
                    <a:pt x="1065683" y="1487953"/>
                  </a:lnTo>
                  <a:lnTo>
                    <a:pt x="1110447" y="1486263"/>
                  </a:lnTo>
                  <a:lnTo>
                    <a:pt x="1110076" y="1494166"/>
                  </a:lnTo>
                  <a:lnTo>
                    <a:pt x="1109054" y="1501102"/>
                  </a:lnTo>
                  <a:lnTo>
                    <a:pt x="1105482" y="1505642"/>
                  </a:lnTo>
                  <a:lnTo>
                    <a:pt x="1102084" y="1511856"/>
                  </a:lnTo>
                  <a:lnTo>
                    <a:pt x="1095964" y="1515932"/>
                  </a:lnTo>
                  <a:lnTo>
                    <a:pt x="1089167" y="1522101"/>
                  </a:lnTo>
                  <a:lnTo>
                    <a:pt x="1087127" y="1526503"/>
                  </a:lnTo>
                  <a:lnTo>
                    <a:pt x="1087917" y="1529633"/>
                  </a:lnTo>
                  <a:lnTo>
                    <a:pt x="1088697" y="1530582"/>
                  </a:lnTo>
                  <a:lnTo>
                    <a:pt x="1093671" y="1536624"/>
                  </a:lnTo>
                  <a:lnTo>
                    <a:pt x="1097309" y="1543600"/>
                  </a:lnTo>
                  <a:lnTo>
                    <a:pt x="1100282" y="1548678"/>
                  </a:lnTo>
                  <a:lnTo>
                    <a:pt x="1103498" y="1551870"/>
                  </a:lnTo>
                  <a:lnTo>
                    <a:pt x="1108539" y="1551925"/>
                  </a:lnTo>
                  <a:lnTo>
                    <a:pt x="1113499" y="1554453"/>
                  </a:lnTo>
                  <a:lnTo>
                    <a:pt x="1117073" y="1555599"/>
                  </a:lnTo>
                  <a:lnTo>
                    <a:pt x="1120653" y="1559099"/>
                  </a:lnTo>
                  <a:lnTo>
                    <a:pt x="1121847" y="1561469"/>
                  </a:lnTo>
                  <a:lnTo>
                    <a:pt x="1123025" y="1563805"/>
                  </a:lnTo>
                  <a:lnTo>
                    <a:pt x="1123256" y="1568612"/>
                  </a:lnTo>
                  <a:lnTo>
                    <a:pt x="1124992" y="1604810"/>
                  </a:lnTo>
                  <a:lnTo>
                    <a:pt x="1126014" y="1626140"/>
                  </a:lnTo>
                  <a:lnTo>
                    <a:pt x="1127048" y="1647770"/>
                  </a:lnTo>
                  <a:lnTo>
                    <a:pt x="1127567" y="1658659"/>
                  </a:lnTo>
                  <a:lnTo>
                    <a:pt x="1128654" y="1681440"/>
                  </a:lnTo>
                  <a:lnTo>
                    <a:pt x="1129514" y="1701728"/>
                  </a:lnTo>
                  <a:lnTo>
                    <a:pt x="1131337" y="1744854"/>
                  </a:lnTo>
                  <a:lnTo>
                    <a:pt x="1132889" y="1781761"/>
                  </a:lnTo>
                  <a:lnTo>
                    <a:pt x="1133171" y="1788207"/>
                  </a:lnTo>
                  <a:lnTo>
                    <a:pt x="1120054" y="1788758"/>
                  </a:lnTo>
                  <a:lnTo>
                    <a:pt x="1121503" y="1792534"/>
                  </a:lnTo>
                  <a:lnTo>
                    <a:pt x="1120815" y="1796974"/>
                  </a:lnTo>
                  <a:lnTo>
                    <a:pt x="1127620" y="1802721"/>
                  </a:lnTo>
                  <a:lnTo>
                    <a:pt x="1127575" y="1807503"/>
                  </a:lnTo>
                  <a:lnTo>
                    <a:pt x="1127270" y="1813385"/>
                  </a:lnTo>
                  <a:lnTo>
                    <a:pt x="1122940" y="1814680"/>
                  </a:lnTo>
                  <a:lnTo>
                    <a:pt x="1124902" y="1818770"/>
                  </a:lnTo>
                  <a:lnTo>
                    <a:pt x="1125503" y="1820022"/>
                  </a:lnTo>
                  <a:lnTo>
                    <a:pt x="1128432" y="1823172"/>
                  </a:lnTo>
                  <a:lnTo>
                    <a:pt x="1132639" y="1822980"/>
                  </a:lnTo>
                  <a:lnTo>
                    <a:pt x="1134564" y="1832562"/>
                  </a:lnTo>
                  <a:lnTo>
                    <a:pt x="1136488" y="1836141"/>
                  </a:lnTo>
                  <a:lnTo>
                    <a:pt x="1135498" y="1840085"/>
                  </a:lnTo>
                  <a:lnTo>
                    <a:pt x="1135024" y="1841972"/>
                  </a:lnTo>
                  <a:lnTo>
                    <a:pt x="1130325" y="1845611"/>
                  </a:lnTo>
                  <a:lnTo>
                    <a:pt x="1132223" y="1849863"/>
                  </a:lnTo>
                  <a:lnTo>
                    <a:pt x="1129864" y="1853378"/>
                  </a:lnTo>
                  <a:lnTo>
                    <a:pt x="1131771" y="1855567"/>
                  </a:lnTo>
                  <a:lnTo>
                    <a:pt x="1128201" y="1860299"/>
                  </a:lnTo>
                  <a:lnTo>
                    <a:pt x="1128384" y="1862030"/>
                  </a:lnTo>
                  <a:lnTo>
                    <a:pt x="1128778" y="1865760"/>
                  </a:lnTo>
                  <a:lnTo>
                    <a:pt x="1125390" y="1872225"/>
                  </a:lnTo>
                  <a:lnTo>
                    <a:pt x="1121633" y="1878400"/>
                  </a:lnTo>
                  <a:lnTo>
                    <a:pt x="1121645" y="1885086"/>
                  </a:lnTo>
                  <a:lnTo>
                    <a:pt x="1124854" y="1889607"/>
                  </a:lnTo>
                  <a:lnTo>
                    <a:pt x="1131013" y="1895181"/>
                  </a:lnTo>
                  <a:lnTo>
                    <a:pt x="1135699" y="1904913"/>
                  </a:lnTo>
                  <a:lnTo>
                    <a:pt x="1136007" y="1905553"/>
                  </a:lnTo>
                  <a:lnTo>
                    <a:pt x="1134744" y="1910433"/>
                  </a:lnTo>
                  <a:lnTo>
                    <a:pt x="1136204" y="1911327"/>
                  </a:lnTo>
                  <a:lnTo>
                    <a:pt x="1139228" y="1913554"/>
                  </a:lnTo>
                  <a:lnTo>
                    <a:pt x="1134159" y="1914753"/>
                  </a:lnTo>
                  <a:lnTo>
                    <a:pt x="1131836" y="1911433"/>
                  </a:lnTo>
                  <a:lnTo>
                    <a:pt x="1123954" y="1912279"/>
                  </a:lnTo>
                  <a:lnTo>
                    <a:pt x="1122343" y="1909733"/>
                  </a:lnTo>
                  <a:lnTo>
                    <a:pt x="1119329" y="1904965"/>
                  </a:lnTo>
                  <a:lnTo>
                    <a:pt x="1114524" y="1900518"/>
                  </a:lnTo>
                  <a:lnTo>
                    <a:pt x="1115318" y="1893597"/>
                  </a:lnTo>
                  <a:lnTo>
                    <a:pt x="1107945" y="1893412"/>
                  </a:lnTo>
                  <a:lnTo>
                    <a:pt x="1105632" y="1889053"/>
                  </a:lnTo>
                  <a:lnTo>
                    <a:pt x="1105101" y="1888837"/>
                  </a:lnTo>
                  <a:lnTo>
                    <a:pt x="1095875" y="1885073"/>
                  </a:lnTo>
                  <a:lnTo>
                    <a:pt x="1090546" y="1886425"/>
                  </a:lnTo>
                  <a:lnTo>
                    <a:pt x="1085847" y="1882619"/>
                  </a:lnTo>
                  <a:lnTo>
                    <a:pt x="1084980" y="1881917"/>
                  </a:lnTo>
                  <a:lnTo>
                    <a:pt x="1075231" y="1881084"/>
                  </a:lnTo>
                  <a:lnTo>
                    <a:pt x="1072072" y="1878746"/>
                  </a:lnTo>
                  <a:lnTo>
                    <a:pt x="1067498" y="1875356"/>
                  </a:lnTo>
                  <a:lnTo>
                    <a:pt x="1065184" y="1871332"/>
                  </a:lnTo>
                  <a:lnTo>
                    <a:pt x="1059288" y="1869972"/>
                  </a:lnTo>
                  <a:lnTo>
                    <a:pt x="1055767" y="1871303"/>
                  </a:lnTo>
                  <a:lnTo>
                    <a:pt x="1048818" y="1870278"/>
                  </a:lnTo>
                  <a:lnTo>
                    <a:pt x="1045697" y="1872847"/>
                  </a:lnTo>
                  <a:lnTo>
                    <a:pt x="1042701" y="1872448"/>
                  </a:lnTo>
                  <a:lnTo>
                    <a:pt x="1039861" y="1872069"/>
                  </a:lnTo>
                  <a:lnTo>
                    <a:pt x="1032266" y="1871988"/>
                  </a:lnTo>
                  <a:lnTo>
                    <a:pt x="1028986" y="1872633"/>
                  </a:lnTo>
                  <a:lnTo>
                    <a:pt x="1023041" y="1873798"/>
                  </a:lnTo>
                  <a:lnTo>
                    <a:pt x="1013857" y="1872285"/>
                  </a:lnTo>
                  <a:lnTo>
                    <a:pt x="1008679" y="1871541"/>
                  </a:lnTo>
                  <a:lnTo>
                    <a:pt x="1006994" y="1873130"/>
                  </a:lnTo>
                  <a:lnTo>
                    <a:pt x="1004602" y="1879878"/>
                  </a:lnTo>
                  <a:lnTo>
                    <a:pt x="1000575" y="1883616"/>
                  </a:lnTo>
                  <a:lnTo>
                    <a:pt x="992849" y="1884478"/>
                  </a:lnTo>
                  <a:lnTo>
                    <a:pt x="986370" y="1879129"/>
                  </a:lnTo>
                  <a:lnTo>
                    <a:pt x="982330" y="1875302"/>
                  </a:lnTo>
                  <a:lnTo>
                    <a:pt x="981915" y="1875169"/>
                  </a:lnTo>
                  <a:lnTo>
                    <a:pt x="974634" y="1872846"/>
                  </a:lnTo>
                  <a:lnTo>
                    <a:pt x="970219" y="1871218"/>
                  </a:lnTo>
                  <a:lnTo>
                    <a:pt x="967624" y="1869844"/>
                  </a:lnTo>
                  <a:lnTo>
                    <a:pt x="960423" y="1866023"/>
                  </a:lnTo>
                  <a:lnTo>
                    <a:pt x="956024" y="1864764"/>
                  </a:lnTo>
                  <a:lnTo>
                    <a:pt x="951906" y="1860577"/>
                  </a:lnTo>
                  <a:lnTo>
                    <a:pt x="950042" y="1856259"/>
                  </a:lnTo>
                  <a:lnTo>
                    <a:pt x="918284" y="1856813"/>
                  </a:lnTo>
                  <a:lnTo>
                    <a:pt x="881341" y="1857246"/>
                  </a:lnTo>
                  <a:lnTo>
                    <a:pt x="855927" y="1857437"/>
                  </a:lnTo>
                  <a:lnTo>
                    <a:pt x="827205" y="1857549"/>
                  </a:lnTo>
                  <a:lnTo>
                    <a:pt x="795538" y="1857563"/>
                  </a:lnTo>
                  <a:lnTo>
                    <a:pt x="722638" y="1857084"/>
                  </a:lnTo>
                  <a:lnTo>
                    <a:pt x="701954" y="1856760"/>
                  </a:lnTo>
                  <a:lnTo>
                    <a:pt x="624302" y="1855029"/>
                  </a:lnTo>
                  <a:lnTo>
                    <a:pt x="594677" y="1854155"/>
                  </a:lnTo>
                  <a:lnTo>
                    <a:pt x="559844" y="1852995"/>
                  </a:lnTo>
                  <a:lnTo>
                    <a:pt x="540909" y="1852296"/>
                  </a:lnTo>
                  <a:lnTo>
                    <a:pt x="497731" y="1850521"/>
                  </a:lnTo>
                  <a:lnTo>
                    <a:pt x="495101" y="1850410"/>
                  </a:lnTo>
                  <a:lnTo>
                    <a:pt x="445354" y="1848129"/>
                  </a:lnTo>
                  <a:lnTo>
                    <a:pt x="447040" y="1812221"/>
                  </a:lnTo>
                  <a:lnTo>
                    <a:pt x="448111" y="1788876"/>
                  </a:lnTo>
                  <a:lnTo>
                    <a:pt x="448256" y="1785708"/>
                  </a:lnTo>
                  <a:lnTo>
                    <a:pt x="448572" y="1778845"/>
                  </a:lnTo>
                  <a:lnTo>
                    <a:pt x="450333" y="1742234"/>
                  </a:lnTo>
                  <a:lnTo>
                    <a:pt x="452105" y="1706528"/>
                  </a:lnTo>
                  <a:lnTo>
                    <a:pt x="452347" y="1701649"/>
                  </a:lnTo>
                  <a:lnTo>
                    <a:pt x="452777" y="1693008"/>
                  </a:lnTo>
                  <a:lnTo>
                    <a:pt x="454731" y="1653152"/>
                  </a:lnTo>
                  <a:lnTo>
                    <a:pt x="455465" y="1638210"/>
                  </a:lnTo>
                  <a:close/>
                </a:path>
              </a:pathLst>
            </a:custGeom>
            <a:solidFill>
              <a:srgbClr val="E8A47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h120"/>
            <p:cNvSpPr/>
            <p:nvPr/>
          </p:nvSpPr>
          <p:spPr>
            <a:xfrm>
              <a:off x="4522909" y="2611958"/>
              <a:ext cx="1287783" cy="1604382"/>
            </a:xfrm>
            <a:custGeom>
              <a:avLst/>
              <a:pathLst>
                <a:path w="1287783" h="1604382">
                  <a:moveTo>
                    <a:pt x="457200" y="1600200"/>
                  </a:moveTo>
                  <a:lnTo>
                    <a:pt x="460638" y="1598367"/>
                  </a:lnTo>
                  <a:lnTo>
                    <a:pt x="467405" y="1596278"/>
                  </a:lnTo>
                  <a:lnTo>
                    <a:pt x="468471" y="1591076"/>
                  </a:lnTo>
                  <a:lnTo>
                    <a:pt x="470140" y="1586208"/>
                  </a:lnTo>
                  <a:lnTo>
                    <a:pt x="477304" y="1586683"/>
                  </a:lnTo>
                  <a:lnTo>
                    <a:pt x="475769" y="1581097"/>
                  </a:lnTo>
                  <a:lnTo>
                    <a:pt x="475914" y="1576234"/>
                  </a:lnTo>
                  <a:lnTo>
                    <a:pt x="474827" y="1570530"/>
                  </a:lnTo>
                  <a:lnTo>
                    <a:pt x="467572" y="1568310"/>
                  </a:lnTo>
                  <a:lnTo>
                    <a:pt x="471694" y="1564087"/>
                  </a:lnTo>
                  <a:lnTo>
                    <a:pt x="474345" y="1556440"/>
                  </a:lnTo>
                  <a:lnTo>
                    <a:pt x="471246" y="1550950"/>
                  </a:lnTo>
                  <a:lnTo>
                    <a:pt x="475300" y="1548831"/>
                  </a:lnTo>
                  <a:lnTo>
                    <a:pt x="477948" y="1549498"/>
                  </a:lnTo>
                  <a:lnTo>
                    <a:pt x="479731" y="1544048"/>
                  </a:lnTo>
                  <a:lnTo>
                    <a:pt x="476819" y="1539502"/>
                  </a:lnTo>
                  <a:lnTo>
                    <a:pt x="476927" y="1532770"/>
                  </a:lnTo>
                  <a:lnTo>
                    <a:pt x="484999" y="1532884"/>
                  </a:lnTo>
                  <a:lnTo>
                    <a:pt x="486131" y="1530424"/>
                  </a:lnTo>
                  <a:lnTo>
                    <a:pt x="486723" y="1524411"/>
                  </a:lnTo>
                  <a:lnTo>
                    <a:pt x="492090" y="1521417"/>
                  </a:lnTo>
                  <a:lnTo>
                    <a:pt x="489515" y="1518697"/>
                  </a:lnTo>
                  <a:lnTo>
                    <a:pt x="483123" y="1513895"/>
                  </a:lnTo>
                  <a:lnTo>
                    <a:pt x="486444" y="1506070"/>
                  </a:lnTo>
                  <a:lnTo>
                    <a:pt x="491720" y="1506348"/>
                  </a:lnTo>
                  <a:lnTo>
                    <a:pt x="497940" y="1501211"/>
                  </a:lnTo>
                  <a:lnTo>
                    <a:pt x="504950" y="1497012"/>
                  </a:lnTo>
                  <a:lnTo>
                    <a:pt x="503812" y="1492370"/>
                  </a:lnTo>
                  <a:lnTo>
                    <a:pt x="504141" y="1489069"/>
                  </a:lnTo>
                  <a:lnTo>
                    <a:pt x="511388" y="1485524"/>
                  </a:lnTo>
                  <a:lnTo>
                    <a:pt x="511067" y="1484339"/>
                  </a:lnTo>
                  <a:lnTo>
                    <a:pt x="510518" y="1482313"/>
                  </a:lnTo>
                  <a:lnTo>
                    <a:pt x="506688" y="1479503"/>
                  </a:lnTo>
                  <a:lnTo>
                    <a:pt x="501340" y="1473548"/>
                  </a:lnTo>
                  <a:lnTo>
                    <a:pt x="505127" y="1470594"/>
                  </a:lnTo>
                  <a:lnTo>
                    <a:pt x="505503" y="1462796"/>
                  </a:lnTo>
                  <a:lnTo>
                    <a:pt x="508902" y="1459734"/>
                  </a:lnTo>
                  <a:lnTo>
                    <a:pt x="513532" y="1455156"/>
                  </a:lnTo>
                  <a:lnTo>
                    <a:pt x="509705" y="1449692"/>
                  </a:lnTo>
                  <a:lnTo>
                    <a:pt x="509290" y="1449452"/>
                  </a:lnTo>
                  <a:lnTo>
                    <a:pt x="502263" y="1445380"/>
                  </a:lnTo>
                  <a:lnTo>
                    <a:pt x="503390" y="1442324"/>
                  </a:lnTo>
                  <a:lnTo>
                    <a:pt x="511068" y="1442646"/>
                  </a:lnTo>
                  <a:lnTo>
                    <a:pt x="515296" y="1437160"/>
                  </a:lnTo>
                  <a:lnTo>
                    <a:pt x="509130" y="1434009"/>
                  </a:lnTo>
                  <a:lnTo>
                    <a:pt x="509774" y="1429688"/>
                  </a:lnTo>
                  <a:lnTo>
                    <a:pt x="515276" y="1428840"/>
                  </a:lnTo>
                  <a:lnTo>
                    <a:pt x="517489" y="1428498"/>
                  </a:lnTo>
                  <a:lnTo>
                    <a:pt x="518236" y="1424204"/>
                  </a:lnTo>
                  <a:lnTo>
                    <a:pt x="514469" y="1419454"/>
                  </a:lnTo>
                  <a:lnTo>
                    <a:pt x="515991" y="1414029"/>
                  </a:lnTo>
                  <a:lnTo>
                    <a:pt x="513672" y="1409816"/>
                  </a:lnTo>
                  <a:lnTo>
                    <a:pt x="525753" y="1408154"/>
                  </a:lnTo>
                  <a:lnTo>
                    <a:pt x="532871" y="1406959"/>
                  </a:lnTo>
                  <a:lnTo>
                    <a:pt x="546075" y="1404725"/>
                  </a:lnTo>
                  <a:lnTo>
                    <a:pt x="570603" y="1401945"/>
                  </a:lnTo>
                  <a:lnTo>
                    <a:pt x="583476" y="1400256"/>
                  </a:lnTo>
                  <a:lnTo>
                    <a:pt x="584210" y="1400159"/>
                  </a:lnTo>
                  <a:lnTo>
                    <a:pt x="585242" y="1400023"/>
                  </a:lnTo>
                  <a:lnTo>
                    <a:pt x="615003" y="1396035"/>
                  </a:lnTo>
                  <a:lnTo>
                    <a:pt x="615443" y="1395975"/>
                  </a:lnTo>
                  <a:lnTo>
                    <a:pt x="617707" y="1395684"/>
                  </a:lnTo>
                  <a:lnTo>
                    <a:pt x="653549" y="1390994"/>
                  </a:lnTo>
                  <a:lnTo>
                    <a:pt x="660849" y="1389767"/>
                  </a:lnTo>
                  <a:lnTo>
                    <a:pt x="661134" y="1389719"/>
                  </a:lnTo>
                  <a:lnTo>
                    <a:pt x="661942" y="1383117"/>
                  </a:lnTo>
                  <a:lnTo>
                    <a:pt x="658496" y="1373730"/>
                  </a:lnTo>
                  <a:lnTo>
                    <a:pt x="656261" y="1368072"/>
                  </a:lnTo>
                  <a:lnTo>
                    <a:pt x="662075" y="1367373"/>
                  </a:lnTo>
                  <a:lnTo>
                    <a:pt x="678300" y="1366689"/>
                  </a:lnTo>
                  <a:lnTo>
                    <a:pt x="678445" y="1370492"/>
                  </a:lnTo>
                  <a:lnTo>
                    <a:pt x="694077" y="1367741"/>
                  </a:lnTo>
                  <a:lnTo>
                    <a:pt x="699289" y="1366817"/>
                  </a:lnTo>
                  <a:lnTo>
                    <a:pt x="728159" y="1362043"/>
                  </a:lnTo>
                  <a:lnTo>
                    <a:pt x="729322" y="1361848"/>
                  </a:lnTo>
                  <a:lnTo>
                    <a:pt x="751054" y="1358182"/>
                  </a:lnTo>
                  <a:lnTo>
                    <a:pt x="756380" y="1357274"/>
                  </a:lnTo>
                  <a:lnTo>
                    <a:pt x="780731" y="1353078"/>
                  </a:lnTo>
                  <a:lnTo>
                    <a:pt x="785609" y="1352166"/>
                  </a:lnTo>
                  <a:lnTo>
                    <a:pt x="800989" y="1349270"/>
                  </a:lnTo>
                  <a:lnTo>
                    <a:pt x="805557" y="1349961"/>
                  </a:lnTo>
                  <a:lnTo>
                    <a:pt x="806668" y="1350128"/>
                  </a:lnTo>
                  <a:lnTo>
                    <a:pt x="810685" y="1347655"/>
                  </a:lnTo>
                  <a:lnTo>
                    <a:pt x="820232" y="1346624"/>
                  </a:lnTo>
                  <a:lnTo>
                    <a:pt x="840650" y="1344384"/>
                  </a:lnTo>
                  <a:lnTo>
                    <a:pt x="852904" y="1343014"/>
                  </a:lnTo>
                  <a:lnTo>
                    <a:pt x="863444" y="1341893"/>
                  </a:lnTo>
                  <a:lnTo>
                    <a:pt x="873549" y="1340805"/>
                  </a:lnTo>
                  <a:lnTo>
                    <a:pt x="881967" y="1339607"/>
                  </a:lnTo>
                  <a:lnTo>
                    <a:pt x="887561" y="1338807"/>
                  </a:lnTo>
                  <a:lnTo>
                    <a:pt x="911579" y="1335315"/>
                  </a:lnTo>
                  <a:lnTo>
                    <a:pt x="916619" y="1334049"/>
                  </a:lnTo>
                  <a:lnTo>
                    <a:pt x="930254" y="1330607"/>
                  </a:lnTo>
                  <a:lnTo>
                    <a:pt x="930756" y="1330479"/>
                  </a:lnTo>
                  <a:lnTo>
                    <a:pt x="932169" y="1330265"/>
                  </a:lnTo>
                  <a:lnTo>
                    <a:pt x="949913" y="1327549"/>
                  </a:lnTo>
                  <a:lnTo>
                    <a:pt x="961964" y="1326365"/>
                  </a:lnTo>
                  <a:lnTo>
                    <a:pt x="965036" y="1326060"/>
                  </a:lnTo>
                  <a:lnTo>
                    <a:pt x="980772" y="1324339"/>
                  </a:lnTo>
                  <a:lnTo>
                    <a:pt x="981450" y="1324235"/>
                  </a:lnTo>
                  <a:lnTo>
                    <a:pt x="1008873" y="1319958"/>
                  </a:lnTo>
                  <a:lnTo>
                    <a:pt x="1032319" y="1316017"/>
                  </a:lnTo>
                  <a:lnTo>
                    <a:pt x="1035671" y="1315448"/>
                  </a:lnTo>
                  <a:lnTo>
                    <a:pt x="1059167" y="1311246"/>
                  </a:lnTo>
                  <a:lnTo>
                    <a:pt x="1064768" y="1310397"/>
                  </a:lnTo>
                  <a:lnTo>
                    <a:pt x="1068348" y="1309851"/>
                  </a:lnTo>
                  <a:lnTo>
                    <a:pt x="1088348" y="1306411"/>
                  </a:lnTo>
                  <a:lnTo>
                    <a:pt x="1089439" y="1303881"/>
                  </a:lnTo>
                  <a:lnTo>
                    <a:pt x="1109328" y="1300082"/>
                  </a:lnTo>
                  <a:lnTo>
                    <a:pt x="1128470" y="1296378"/>
                  </a:lnTo>
                  <a:lnTo>
                    <a:pt x="1157005" y="1290891"/>
                  </a:lnTo>
                  <a:lnTo>
                    <a:pt x="1172055" y="1287955"/>
                  </a:lnTo>
                  <a:lnTo>
                    <a:pt x="1193580" y="1283257"/>
                  </a:lnTo>
                  <a:lnTo>
                    <a:pt x="1205437" y="1280643"/>
                  </a:lnTo>
                  <a:lnTo>
                    <a:pt x="1224249" y="1276701"/>
                  </a:lnTo>
                  <a:lnTo>
                    <a:pt x="1229192" y="1275658"/>
                  </a:lnTo>
                  <a:lnTo>
                    <a:pt x="1235949" y="1274226"/>
                  </a:lnTo>
                  <a:lnTo>
                    <a:pt x="1238713" y="1273630"/>
                  </a:lnTo>
                  <a:lnTo>
                    <a:pt x="1259276" y="1269169"/>
                  </a:lnTo>
                  <a:lnTo>
                    <a:pt x="1259854" y="1266235"/>
                  </a:lnTo>
                  <a:lnTo>
                    <a:pt x="1269207" y="1264356"/>
                  </a:lnTo>
                  <a:lnTo>
                    <a:pt x="1286738" y="1260804"/>
                  </a:lnTo>
                  <a:lnTo>
                    <a:pt x="1284356" y="1264376"/>
                  </a:lnTo>
                  <a:lnTo>
                    <a:pt x="1283452" y="1271127"/>
                  </a:lnTo>
                  <a:lnTo>
                    <a:pt x="1285614" y="1279442"/>
                  </a:lnTo>
                  <a:lnTo>
                    <a:pt x="1283170" y="1286953"/>
                  </a:lnTo>
                  <a:lnTo>
                    <a:pt x="1284625" y="1289641"/>
                  </a:lnTo>
                  <a:lnTo>
                    <a:pt x="1287783" y="1295478"/>
                  </a:lnTo>
                  <a:lnTo>
                    <a:pt x="1281579" y="1296535"/>
                  </a:lnTo>
                  <a:lnTo>
                    <a:pt x="1275163" y="1297155"/>
                  </a:lnTo>
                  <a:lnTo>
                    <a:pt x="1268966" y="1304307"/>
                  </a:lnTo>
                  <a:lnTo>
                    <a:pt x="1268318" y="1306319"/>
                  </a:lnTo>
                  <a:lnTo>
                    <a:pt x="1267317" y="1309427"/>
                  </a:lnTo>
                  <a:lnTo>
                    <a:pt x="1265696" y="1314449"/>
                  </a:lnTo>
                  <a:lnTo>
                    <a:pt x="1261507" y="1328603"/>
                  </a:lnTo>
                  <a:lnTo>
                    <a:pt x="1256828" y="1332000"/>
                  </a:lnTo>
                  <a:lnTo>
                    <a:pt x="1252356" y="1333136"/>
                  </a:lnTo>
                  <a:lnTo>
                    <a:pt x="1250249" y="1329542"/>
                  </a:lnTo>
                  <a:lnTo>
                    <a:pt x="1242811" y="1328251"/>
                  </a:lnTo>
                  <a:lnTo>
                    <a:pt x="1242054" y="1329076"/>
                  </a:lnTo>
                  <a:lnTo>
                    <a:pt x="1238234" y="1333240"/>
                  </a:lnTo>
                  <a:lnTo>
                    <a:pt x="1234963" y="1333194"/>
                  </a:lnTo>
                  <a:lnTo>
                    <a:pt x="1230580" y="1336467"/>
                  </a:lnTo>
                  <a:lnTo>
                    <a:pt x="1225201" y="1341669"/>
                  </a:lnTo>
                  <a:lnTo>
                    <a:pt x="1224715" y="1343102"/>
                  </a:lnTo>
                  <a:lnTo>
                    <a:pt x="1221615" y="1352224"/>
                  </a:lnTo>
                  <a:lnTo>
                    <a:pt x="1217927" y="1356127"/>
                  </a:lnTo>
                  <a:lnTo>
                    <a:pt x="1213690" y="1360603"/>
                  </a:lnTo>
                  <a:lnTo>
                    <a:pt x="1208001" y="1359193"/>
                  </a:lnTo>
                  <a:lnTo>
                    <a:pt x="1208302" y="1352568"/>
                  </a:lnTo>
                  <a:lnTo>
                    <a:pt x="1207041" y="1351411"/>
                  </a:lnTo>
                  <a:lnTo>
                    <a:pt x="1204235" y="1348835"/>
                  </a:lnTo>
                  <a:lnTo>
                    <a:pt x="1195766" y="1356201"/>
                  </a:lnTo>
                  <a:lnTo>
                    <a:pt x="1191026" y="1360461"/>
                  </a:lnTo>
                  <a:lnTo>
                    <a:pt x="1191167" y="1365562"/>
                  </a:lnTo>
                  <a:lnTo>
                    <a:pt x="1189000" y="1369597"/>
                  </a:lnTo>
                  <a:lnTo>
                    <a:pt x="1184073" y="1367643"/>
                  </a:lnTo>
                  <a:lnTo>
                    <a:pt x="1181137" y="1369978"/>
                  </a:lnTo>
                  <a:lnTo>
                    <a:pt x="1179638" y="1371170"/>
                  </a:lnTo>
                  <a:lnTo>
                    <a:pt x="1181911" y="1377349"/>
                  </a:lnTo>
                  <a:lnTo>
                    <a:pt x="1179281" y="1383903"/>
                  </a:lnTo>
                  <a:lnTo>
                    <a:pt x="1177131" y="1388398"/>
                  </a:lnTo>
                  <a:lnTo>
                    <a:pt x="1176264" y="1390208"/>
                  </a:lnTo>
                  <a:lnTo>
                    <a:pt x="1169235" y="1391008"/>
                  </a:lnTo>
                  <a:lnTo>
                    <a:pt x="1164699" y="1393416"/>
                  </a:lnTo>
                  <a:lnTo>
                    <a:pt x="1158638" y="1396268"/>
                  </a:lnTo>
                  <a:lnTo>
                    <a:pt x="1155867" y="1401642"/>
                  </a:lnTo>
                  <a:lnTo>
                    <a:pt x="1150438" y="1403920"/>
                  </a:lnTo>
                  <a:lnTo>
                    <a:pt x="1150384" y="1404072"/>
                  </a:lnTo>
                  <a:lnTo>
                    <a:pt x="1149804" y="1405717"/>
                  </a:lnTo>
                  <a:lnTo>
                    <a:pt x="1147617" y="1411915"/>
                  </a:lnTo>
                  <a:lnTo>
                    <a:pt x="1142602" y="1412581"/>
                  </a:lnTo>
                  <a:lnTo>
                    <a:pt x="1136347" y="1420092"/>
                  </a:lnTo>
                  <a:lnTo>
                    <a:pt x="1133477" y="1421716"/>
                  </a:lnTo>
                  <a:lnTo>
                    <a:pt x="1129814" y="1427514"/>
                  </a:lnTo>
                  <a:lnTo>
                    <a:pt x="1120862" y="1428790"/>
                  </a:lnTo>
                  <a:lnTo>
                    <a:pt x="1114360" y="1429907"/>
                  </a:lnTo>
                  <a:lnTo>
                    <a:pt x="1113405" y="1430160"/>
                  </a:lnTo>
                  <a:lnTo>
                    <a:pt x="1102743" y="1432978"/>
                  </a:lnTo>
                  <a:lnTo>
                    <a:pt x="1096058" y="1439717"/>
                  </a:lnTo>
                  <a:lnTo>
                    <a:pt x="1090262" y="1446628"/>
                  </a:lnTo>
                  <a:lnTo>
                    <a:pt x="1086936" y="1448994"/>
                  </a:lnTo>
                  <a:lnTo>
                    <a:pt x="1086417" y="1449363"/>
                  </a:lnTo>
                  <a:lnTo>
                    <a:pt x="1085115" y="1450289"/>
                  </a:lnTo>
                  <a:lnTo>
                    <a:pt x="1081249" y="1456755"/>
                  </a:lnTo>
                  <a:lnTo>
                    <a:pt x="1083423" y="1460863"/>
                  </a:lnTo>
                  <a:lnTo>
                    <a:pt x="1080886" y="1464302"/>
                  </a:lnTo>
                  <a:lnTo>
                    <a:pt x="1083454" y="1470465"/>
                  </a:lnTo>
                  <a:lnTo>
                    <a:pt x="1082975" y="1471020"/>
                  </a:lnTo>
                  <a:lnTo>
                    <a:pt x="1077111" y="1477811"/>
                  </a:lnTo>
                  <a:lnTo>
                    <a:pt x="1069180" y="1480176"/>
                  </a:lnTo>
                  <a:lnTo>
                    <a:pt x="1064078" y="1477554"/>
                  </a:lnTo>
                  <a:lnTo>
                    <a:pt x="1059038" y="1483887"/>
                  </a:lnTo>
                  <a:lnTo>
                    <a:pt x="1059136" y="1486502"/>
                  </a:lnTo>
                  <a:lnTo>
                    <a:pt x="1060140" y="1513804"/>
                  </a:lnTo>
                  <a:lnTo>
                    <a:pt x="1041417" y="1517362"/>
                  </a:lnTo>
                  <a:lnTo>
                    <a:pt x="1030156" y="1519415"/>
                  </a:lnTo>
                  <a:lnTo>
                    <a:pt x="1019553" y="1521408"/>
                  </a:lnTo>
                  <a:lnTo>
                    <a:pt x="1014707" y="1522307"/>
                  </a:lnTo>
                  <a:lnTo>
                    <a:pt x="1011238" y="1522948"/>
                  </a:lnTo>
                  <a:lnTo>
                    <a:pt x="1006147" y="1523887"/>
                  </a:lnTo>
                  <a:lnTo>
                    <a:pt x="994569" y="1526057"/>
                  </a:lnTo>
                  <a:lnTo>
                    <a:pt x="994280" y="1526111"/>
                  </a:lnTo>
                  <a:lnTo>
                    <a:pt x="987739" y="1527329"/>
                  </a:lnTo>
                  <a:lnTo>
                    <a:pt x="965729" y="1531481"/>
                  </a:lnTo>
                  <a:lnTo>
                    <a:pt x="964477" y="1531715"/>
                  </a:lnTo>
                  <a:lnTo>
                    <a:pt x="955845" y="1533438"/>
                  </a:lnTo>
                  <a:lnTo>
                    <a:pt x="953740" y="1533856"/>
                  </a:lnTo>
                  <a:lnTo>
                    <a:pt x="944760" y="1535340"/>
                  </a:lnTo>
                  <a:lnTo>
                    <a:pt x="931609" y="1537495"/>
                  </a:lnTo>
                  <a:lnTo>
                    <a:pt x="904665" y="1541796"/>
                  </a:lnTo>
                  <a:lnTo>
                    <a:pt x="860549" y="1548646"/>
                  </a:lnTo>
                  <a:lnTo>
                    <a:pt x="859796" y="1548772"/>
                  </a:lnTo>
                  <a:lnTo>
                    <a:pt x="844814" y="1551262"/>
                  </a:lnTo>
                  <a:lnTo>
                    <a:pt x="813010" y="1556198"/>
                  </a:lnTo>
                  <a:lnTo>
                    <a:pt x="807696" y="1556926"/>
                  </a:lnTo>
                  <a:lnTo>
                    <a:pt x="769875" y="1562011"/>
                  </a:lnTo>
                  <a:lnTo>
                    <a:pt x="769277" y="1562090"/>
                  </a:lnTo>
                  <a:lnTo>
                    <a:pt x="768533" y="1562193"/>
                  </a:lnTo>
                  <a:lnTo>
                    <a:pt x="748254" y="1564983"/>
                  </a:lnTo>
                  <a:lnTo>
                    <a:pt x="729955" y="1567457"/>
                  </a:lnTo>
                  <a:lnTo>
                    <a:pt x="728043" y="1567713"/>
                  </a:lnTo>
                  <a:lnTo>
                    <a:pt x="705131" y="1570827"/>
                  </a:lnTo>
                  <a:lnTo>
                    <a:pt x="691705" y="1572732"/>
                  </a:lnTo>
                  <a:lnTo>
                    <a:pt x="690179" y="1572947"/>
                  </a:lnTo>
                  <a:lnTo>
                    <a:pt x="669664" y="1575598"/>
                  </a:lnTo>
                  <a:lnTo>
                    <a:pt x="670150" y="1577083"/>
                  </a:lnTo>
                  <a:lnTo>
                    <a:pt x="664292" y="1577927"/>
                  </a:lnTo>
                  <a:lnTo>
                    <a:pt x="653641" y="1579376"/>
                  </a:lnTo>
                  <a:lnTo>
                    <a:pt x="651927" y="1579608"/>
                  </a:lnTo>
                  <a:lnTo>
                    <a:pt x="642895" y="1580825"/>
                  </a:lnTo>
                  <a:lnTo>
                    <a:pt x="610899" y="1585261"/>
                  </a:lnTo>
                  <a:lnTo>
                    <a:pt x="607216" y="1585758"/>
                  </a:lnTo>
                  <a:lnTo>
                    <a:pt x="587596" y="1588378"/>
                  </a:lnTo>
                  <a:lnTo>
                    <a:pt x="586644" y="1588504"/>
                  </a:lnTo>
                  <a:lnTo>
                    <a:pt x="569279" y="1590819"/>
                  </a:lnTo>
                  <a:lnTo>
                    <a:pt x="553664" y="1592870"/>
                  </a:lnTo>
                  <a:lnTo>
                    <a:pt x="545341" y="1593952"/>
                  </a:lnTo>
                  <a:lnTo>
                    <a:pt x="524170" y="1596547"/>
                  </a:lnTo>
                  <a:lnTo>
                    <a:pt x="517834" y="1597314"/>
                  </a:lnTo>
                  <a:lnTo>
                    <a:pt x="516040" y="1597530"/>
                  </a:lnTo>
                  <a:lnTo>
                    <a:pt x="508862" y="1598392"/>
                  </a:lnTo>
                  <a:lnTo>
                    <a:pt x="456754" y="1604382"/>
                  </a:lnTo>
                  <a:close/>
                </a:path>
              </a:pathLst>
            </a:custGeom>
            <a:solidFill>
              <a:srgbClr val="D8785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h121"/>
            <p:cNvSpPr/>
            <p:nvPr/>
          </p:nvSpPr>
          <p:spPr>
            <a:xfrm>
              <a:off x="2832472" y="3026667"/>
              <a:ext cx="1853632" cy="2370278"/>
            </a:xfrm>
            <a:custGeom>
              <a:avLst/>
              <a:pathLst>
                <a:path w="1853632" h="2370278">
                  <a:moveTo>
                    <a:pt x="457200" y="1600200"/>
                  </a:moveTo>
                  <a:lnTo>
                    <a:pt x="456972" y="1593091"/>
                  </a:lnTo>
                  <a:lnTo>
                    <a:pt x="458446" y="1589582"/>
                  </a:lnTo>
                  <a:lnTo>
                    <a:pt x="469493" y="1590389"/>
                  </a:lnTo>
                  <a:lnTo>
                    <a:pt x="483957" y="1591425"/>
                  </a:lnTo>
                  <a:lnTo>
                    <a:pt x="502617" y="1592727"/>
                  </a:lnTo>
                  <a:lnTo>
                    <a:pt x="524054" y="1594230"/>
                  </a:lnTo>
                  <a:lnTo>
                    <a:pt x="550225" y="1595995"/>
                  </a:lnTo>
                  <a:lnTo>
                    <a:pt x="613328" y="1600220"/>
                  </a:lnTo>
                  <a:lnTo>
                    <a:pt x="638268" y="1601688"/>
                  </a:lnTo>
                  <a:lnTo>
                    <a:pt x="645743" y="1602114"/>
                  </a:lnTo>
                  <a:lnTo>
                    <a:pt x="667362" y="1603313"/>
                  </a:lnTo>
                  <a:lnTo>
                    <a:pt x="732912" y="1606678"/>
                  </a:lnTo>
                  <a:lnTo>
                    <a:pt x="737606" y="1606894"/>
                  </a:lnTo>
                  <a:lnTo>
                    <a:pt x="764867" y="1608101"/>
                  </a:lnTo>
                  <a:lnTo>
                    <a:pt x="806866" y="1609800"/>
                  </a:lnTo>
                  <a:lnTo>
                    <a:pt x="834641" y="1610815"/>
                  </a:lnTo>
                  <a:lnTo>
                    <a:pt x="834976" y="1600134"/>
                  </a:lnTo>
                  <a:lnTo>
                    <a:pt x="835200" y="1592980"/>
                  </a:lnTo>
                  <a:lnTo>
                    <a:pt x="836639" y="1546407"/>
                  </a:lnTo>
                  <a:lnTo>
                    <a:pt x="836889" y="1538282"/>
                  </a:lnTo>
                  <a:lnTo>
                    <a:pt x="837425" y="1521118"/>
                  </a:lnTo>
                  <a:lnTo>
                    <a:pt x="837899" y="1505997"/>
                  </a:lnTo>
                  <a:lnTo>
                    <a:pt x="838479" y="1492444"/>
                  </a:lnTo>
                  <a:lnTo>
                    <a:pt x="839855" y="1460317"/>
                  </a:lnTo>
                  <a:lnTo>
                    <a:pt x="840899" y="1439422"/>
                  </a:lnTo>
                  <a:lnTo>
                    <a:pt x="842024" y="1416919"/>
                  </a:lnTo>
                  <a:lnTo>
                    <a:pt x="843577" y="1385528"/>
                  </a:lnTo>
                  <a:lnTo>
                    <a:pt x="844985" y="1354048"/>
                  </a:lnTo>
                  <a:lnTo>
                    <a:pt x="845842" y="1326435"/>
                  </a:lnTo>
                  <a:lnTo>
                    <a:pt x="845881" y="1325185"/>
                  </a:lnTo>
                  <a:lnTo>
                    <a:pt x="846138" y="1316922"/>
                  </a:lnTo>
                  <a:lnTo>
                    <a:pt x="847190" y="1287208"/>
                  </a:lnTo>
                  <a:lnTo>
                    <a:pt x="847733" y="1271424"/>
                  </a:lnTo>
                  <a:lnTo>
                    <a:pt x="848569" y="1245838"/>
                  </a:lnTo>
                  <a:lnTo>
                    <a:pt x="849342" y="1222251"/>
                  </a:lnTo>
                  <a:lnTo>
                    <a:pt x="849507" y="1217496"/>
                  </a:lnTo>
                  <a:lnTo>
                    <a:pt x="851400" y="1163115"/>
                  </a:lnTo>
                  <a:lnTo>
                    <a:pt x="851897" y="1148637"/>
                  </a:lnTo>
                  <a:lnTo>
                    <a:pt x="853243" y="1109533"/>
                  </a:lnTo>
                  <a:lnTo>
                    <a:pt x="854966" y="1054384"/>
                  </a:lnTo>
                  <a:lnTo>
                    <a:pt x="858918" y="1054532"/>
                  </a:lnTo>
                  <a:lnTo>
                    <a:pt x="943006" y="1057122"/>
                  </a:lnTo>
                  <a:lnTo>
                    <a:pt x="956034" y="1057479"/>
                  </a:lnTo>
                  <a:lnTo>
                    <a:pt x="976638" y="1058003"/>
                  </a:lnTo>
                  <a:lnTo>
                    <a:pt x="996932" y="1058434"/>
                  </a:lnTo>
                  <a:lnTo>
                    <a:pt x="1050889" y="1059338"/>
                  </a:lnTo>
                  <a:lnTo>
                    <a:pt x="1064010" y="1059462"/>
                  </a:lnTo>
                  <a:lnTo>
                    <a:pt x="1071020" y="1059519"/>
                  </a:lnTo>
                  <a:lnTo>
                    <a:pt x="1100223" y="1059802"/>
                  </a:lnTo>
                  <a:lnTo>
                    <a:pt x="1104877" y="1059829"/>
                  </a:lnTo>
                  <a:lnTo>
                    <a:pt x="1128429" y="1059926"/>
                  </a:lnTo>
                  <a:lnTo>
                    <a:pt x="1159206" y="1059982"/>
                  </a:lnTo>
                  <a:lnTo>
                    <a:pt x="1159542" y="1059982"/>
                  </a:lnTo>
                  <a:lnTo>
                    <a:pt x="1159543" y="1115002"/>
                  </a:lnTo>
                  <a:lnTo>
                    <a:pt x="1159543" y="1136613"/>
                  </a:lnTo>
                  <a:lnTo>
                    <a:pt x="1159543" y="1169081"/>
                  </a:lnTo>
                  <a:lnTo>
                    <a:pt x="1159544" y="1193448"/>
                  </a:lnTo>
                  <a:lnTo>
                    <a:pt x="1159544" y="1223125"/>
                  </a:lnTo>
                  <a:lnTo>
                    <a:pt x="1159544" y="1242039"/>
                  </a:lnTo>
                  <a:lnTo>
                    <a:pt x="1159544" y="1277142"/>
                  </a:lnTo>
                  <a:lnTo>
                    <a:pt x="1159544" y="1300144"/>
                  </a:lnTo>
                  <a:lnTo>
                    <a:pt x="1159827" y="1300066"/>
                  </a:lnTo>
                  <a:lnTo>
                    <a:pt x="1166843" y="1298135"/>
                  </a:lnTo>
                  <a:lnTo>
                    <a:pt x="1175824" y="1306759"/>
                  </a:lnTo>
                  <a:lnTo>
                    <a:pt x="1178284" y="1309117"/>
                  </a:lnTo>
                  <a:lnTo>
                    <a:pt x="1183783" y="1315609"/>
                  </a:lnTo>
                  <a:lnTo>
                    <a:pt x="1190847" y="1322297"/>
                  </a:lnTo>
                  <a:lnTo>
                    <a:pt x="1200783" y="1323042"/>
                  </a:lnTo>
                  <a:lnTo>
                    <a:pt x="1202366" y="1318952"/>
                  </a:lnTo>
                  <a:lnTo>
                    <a:pt x="1213644" y="1320227"/>
                  </a:lnTo>
                  <a:lnTo>
                    <a:pt x="1214061" y="1320274"/>
                  </a:lnTo>
                  <a:lnTo>
                    <a:pt x="1219278" y="1322220"/>
                  </a:lnTo>
                  <a:lnTo>
                    <a:pt x="1221853" y="1314575"/>
                  </a:lnTo>
                  <a:lnTo>
                    <a:pt x="1226442" y="1315162"/>
                  </a:lnTo>
                  <a:lnTo>
                    <a:pt x="1234216" y="1321347"/>
                  </a:lnTo>
                  <a:lnTo>
                    <a:pt x="1239812" y="1328873"/>
                  </a:lnTo>
                  <a:lnTo>
                    <a:pt x="1240855" y="1330275"/>
                  </a:lnTo>
                  <a:lnTo>
                    <a:pt x="1243238" y="1342583"/>
                  </a:lnTo>
                  <a:lnTo>
                    <a:pt x="1249226" y="1343138"/>
                  </a:lnTo>
                  <a:lnTo>
                    <a:pt x="1256745" y="1344060"/>
                  </a:lnTo>
                  <a:lnTo>
                    <a:pt x="1262504" y="1343063"/>
                  </a:lnTo>
                  <a:lnTo>
                    <a:pt x="1267731" y="1343509"/>
                  </a:lnTo>
                  <a:lnTo>
                    <a:pt x="1268982" y="1343615"/>
                  </a:lnTo>
                  <a:lnTo>
                    <a:pt x="1276064" y="1348874"/>
                  </a:lnTo>
                  <a:lnTo>
                    <a:pt x="1282827" y="1349344"/>
                  </a:lnTo>
                  <a:lnTo>
                    <a:pt x="1290054" y="1352322"/>
                  </a:lnTo>
                  <a:lnTo>
                    <a:pt x="1294923" y="1351981"/>
                  </a:lnTo>
                  <a:lnTo>
                    <a:pt x="1299206" y="1348042"/>
                  </a:lnTo>
                  <a:lnTo>
                    <a:pt x="1303132" y="1349002"/>
                  </a:lnTo>
                  <a:lnTo>
                    <a:pt x="1306561" y="1349838"/>
                  </a:lnTo>
                  <a:lnTo>
                    <a:pt x="1311719" y="1356432"/>
                  </a:lnTo>
                  <a:lnTo>
                    <a:pt x="1317272" y="1360132"/>
                  </a:lnTo>
                  <a:lnTo>
                    <a:pt x="1322563" y="1357847"/>
                  </a:lnTo>
                  <a:lnTo>
                    <a:pt x="1323498" y="1357443"/>
                  </a:lnTo>
                  <a:lnTo>
                    <a:pt x="1325060" y="1352046"/>
                  </a:lnTo>
                  <a:lnTo>
                    <a:pt x="1328554" y="1348434"/>
                  </a:lnTo>
                  <a:lnTo>
                    <a:pt x="1333253" y="1349665"/>
                  </a:lnTo>
                  <a:lnTo>
                    <a:pt x="1342951" y="1351841"/>
                  </a:lnTo>
                  <a:lnTo>
                    <a:pt x="1348784" y="1353335"/>
                  </a:lnTo>
                  <a:lnTo>
                    <a:pt x="1351883" y="1349922"/>
                  </a:lnTo>
                  <a:lnTo>
                    <a:pt x="1353410" y="1348239"/>
                  </a:lnTo>
                  <a:lnTo>
                    <a:pt x="1356019" y="1354399"/>
                  </a:lnTo>
                  <a:lnTo>
                    <a:pt x="1356181" y="1361282"/>
                  </a:lnTo>
                  <a:lnTo>
                    <a:pt x="1357978" y="1366962"/>
                  </a:lnTo>
                  <a:lnTo>
                    <a:pt x="1365979" y="1367576"/>
                  </a:lnTo>
                  <a:lnTo>
                    <a:pt x="1372003" y="1368040"/>
                  </a:lnTo>
                  <a:lnTo>
                    <a:pt x="1371547" y="1376302"/>
                  </a:lnTo>
                  <a:lnTo>
                    <a:pt x="1371821" y="1380397"/>
                  </a:lnTo>
                  <a:lnTo>
                    <a:pt x="1371927" y="1381979"/>
                  </a:lnTo>
                  <a:lnTo>
                    <a:pt x="1380862" y="1385351"/>
                  </a:lnTo>
                  <a:lnTo>
                    <a:pt x="1387230" y="1381379"/>
                  </a:lnTo>
                  <a:lnTo>
                    <a:pt x="1391620" y="1375693"/>
                  </a:lnTo>
                  <a:lnTo>
                    <a:pt x="1400538" y="1367267"/>
                  </a:lnTo>
                  <a:lnTo>
                    <a:pt x="1407096" y="1369966"/>
                  </a:lnTo>
                  <a:lnTo>
                    <a:pt x="1408579" y="1375615"/>
                  </a:lnTo>
                  <a:lnTo>
                    <a:pt x="1412267" y="1378362"/>
                  </a:lnTo>
                  <a:lnTo>
                    <a:pt x="1412581" y="1378596"/>
                  </a:lnTo>
                  <a:lnTo>
                    <a:pt x="1419949" y="1375919"/>
                  </a:lnTo>
                  <a:lnTo>
                    <a:pt x="1420204" y="1376296"/>
                  </a:lnTo>
                  <a:lnTo>
                    <a:pt x="1423730" y="1381507"/>
                  </a:lnTo>
                  <a:lnTo>
                    <a:pt x="1424641" y="1387316"/>
                  </a:lnTo>
                  <a:lnTo>
                    <a:pt x="1432042" y="1387625"/>
                  </a:lnTo>
                  <a:lnTo>
                    <a:pt x="1437553" y="1381802"/>
                  </a:lnTo>
                  <a:lnTo>
                    <a:pt x="1444893" y="1377208"/>
                  </a:lnTo>
                  <a:lnTo>
                    <a:pt x="1448989" y="1375350"/>
                  </a:lnTo>
                  <a:lnTo>
                    <a:pt x="1453327" y="1383495"/>
                  </a:lnTo>
                  <a:lnTo>
                    <a:pt x="1449420" y="1388264"/>
                  </a:lnTo>
                  <a:lnTo>
                    <a:pt x="1455578" y="1398933"/>
                  </a:lnTo>
                  <a:lnTo>
                    <a:pt x="1461582" y="1397103"/>
                  </a:lnTo>
                  <a:lnTo>
                    <a:pt x="1461768" y="1392271"/>
                  </a:lnTo>
                  <a:lnTo>
                    <a:pt x="1462582" y="1387459"/>
                  </a:lnTo>
                  <a:lnTo>
                    <a:pt x="1464776" y="1382063"/>
                  </a:lnTo>
                  <a:lnTo>
                    <a:pt x="1471935" y="1378002"/>
                  </a:lnTo>
                  <a:lnTo>
                    <a:pt x="1471481" y="1374064"/>
                  </a:lnTo>
                  <a:lnTo>
                    <a:pt x="1475149" y="1370701"/>
                  </a:lnTo>
                  <a:lnTo>
                    <a:pt x="1475943" y="1370619"/>
                  </a:lnTo>
                  <a:lnTo>
                    <a:pt x="1477004" y="1370510"/>
                  </a:lnTo>
                  <a:lnTo>
                    <a:pt x="1480008" y="1370199"/>
                  </a:lnTo>
                  <a:lnTo>
                    <a:pt x="1481021" y="1375642"/>
                  </a:lnTo>
                  <a:lnTo>
                    <a:pt x="1486075" y="1382357"/>
                  </a:lnTo>
                  <a:lnTo>
                    <a:pt x="1491819" y="1379459"/>
                  </a:lnTo>
                  <a:lnTo>
                    <a:pt x="1493746" y="1382717"/>
                  </a:lnTo>
                  <a:lnTo>
                    <a:pt x="1500457" y="1383741"/>
                  </a:lnTo>
                  <a:lnTo>
                    <a:pt x="1503404" y="1378054"/>
                  </a:lnTo>
                  <a:lnTo>
                    <a:pt x="1505530" y="1373016"/>
                  </a:lnTo>
                  <a:lnTo>
                    <a:pt x="1512430" y="1376909"/>
                  </a:lnTo>
                  <a:lnTo>
                    <a:pt x="1512913" y="1377181"/>
                  </a:lnTo>
                  <a:lnTo>
                    <a:pt x="1512842" y="1383343"/>
                  </a:lnTo>
                  <a:lnTo>
                    <a:pt x="1514966" y="1384721"/>
                  </a:lnTo>
                  <a:lnTo>
                    <a:pt x="1520056" y="1384636"/>
                  </a:lnTo>
                  <a:lnTo>
                    <a:pt x="1522495" y="1390065"/>
                  </a:lnTo>
                  <a:lnTo>
                    <a:pt x="1529290" y="1388967"/>
                  </a:lnTo>
                  <a:lnTo>
                    <a:pt x="1532864" y="1392997"/>
                  </a:lnTo>
                  <a:lnTo>
                    <a:pt x="1535482" y="1396694"/>
                  </a:lnTo>
                  <a:lnTo>
                    <a:pt x="1537297" y="1399256"/>
                  </a:lnTo>
                  <a:lnTo>
                    <a:pt x="1542886" y="1393965"/>
                  </a:lnTo>
                  <a:lnTo>
                    <a:pt x="1545842" y="1389536"/>
                  </a:lnTo>
                  <a:lnTo>
                    <a:pt x="1550951" y="1392000"/>
                  </a:lnTo>
                  <a:lnTo>
                    <a:pt x="1556496" y="1385246"/>
                  </a:lnTo>
                  <a:lnTo>
                    <a:pt x="1558556" y="1381267"/>
                  </a:lnTo>
                  <a:lnTo>
                    <a:pt x="1567592" y="1379667"/>
                  </a:lnTo>
                  <a:lnTo>
                    <a:pt x="1580732" y="1374891"/>
                  </a:lnTo>
                  <a:lnTo>
                    <a:pt x="1585744" y="1376043"/>
                  </a:lnTo>
                  <a:lnTo>
                    <a:pt x="1590174" y="1376253"/>
                  </a:lnTo>
                  <a:lnTo>
                    <a:pt x="1592699" y="1376372"/>
                  </a:lnTo>
                  <a:lnTo>
                    <a:pt x="1595827" y="1374487"/>
                  </a:lnTo>
                  <a:lnTo>
                    <a:pt x="1601092" y="1371310"/>
                  </a:lnTo>
                  <a:lnTo>
                    <a:pt x="1608024" y="1369736"/>
                  </a:lnTo>
                  <a:lnTo>
                    <a:pt x="1614763" y="1366745"/>
                  </a:lnTo>
                  <a:lnTo>
                    <a:pt x="1619598" y="1366515"/>
                  </a:lnTo>
                  <a:lnTo>
                    <a:pt x="1623107" y="1371477"/>
                  </a:lnTo>
                  <a:lnTo>
                    <a:pt x="1631271" y="1373105"/>
                  </a:lnTo>
                  <a:lnTo>
                    <a:pt x="1641112" y="1372704"/>
                  </a:lnTo>
                  <a:lnTo>
                    <a:pt x="1645410" y="1371718"/>
                  </a:lnTo>
                  <a:lnTo>
                    <a:pt x="1648180" y="1371081"/>
                  </a:lnTo>
                  <a:lnTo>
                    <a:pt x="1650944" y="1364488"/>
                  </a:lnTo>
                  <a:lnTo>
                    <a:pt x="1653558" y="1360345"/>
                  </a:lnTo>
                  <a:lnTo>
                    <a:pt x="1660991" y="1362834"/>
                  </a:lnTo>
                  <a:lnTo>
                    <a:pt x="1661671" y="1363061"/>
                  </a:lnTo>
                  <a:lnTo>
                    <a:pt x="1667502" y="1366633"/>
                  </a:lnTo>
                  <a:lnTo>
                    <a:pt x="1672783" y="1371563"/>
                  </a:lnTo>
                  <a:lnTo>
                    <a:pt x="1679567" y="1372440"/>
                  </a:lnTo>
                  <a:lnTo>
                    <a:pt x="1684197" y="1377344"/>
                  </a:lnTo>
                  <a:lnTo>
                    <a:pt x="1688283" y="1381341"/>
                  </a:lnTo>
                  <a:lnTo>
                    <a:pt x="1694810" y="1385516"/>
                  </a:lnTo>
                  <a:lnTo>
                    <a:pt x="1702572" y="1383976"/>
                  </a:lnTo>
                  <a:lnTo>
                    <a:pt x="1706303" y="1387117"/>
                  </a:lnTo>
                  <a:lnTo>
                    <a:pt x="1708164" y="1388684"/>
                  </a:lnTo>
                  <a:lnTo>
                    <a:pt x="1717134" y="1392319"/>
                  </a:lnTo>
                  <a:lnTo>
                    <a:pt x="1723142" y="1392374"/>
                  </a:lnTo>
                  <a:lnTo>
                    <a:pt x="1728039" y="1398017"/>
                  </a:lnTo>
                  <a:lnTo>
                    <a:pt x="1732390" y="1395749"/>
                  </a:lnTo>
                  <a:lnTo>
                    <a:pt x="1739757" y="1402788"/>
                  </a:lnTo>
                  <a:lnTo>
                    <a:pt x="1743060" y="1404022"/>
                  </a:lnTo>
                  <a:lnTo>
                    <a:pt x="1746643" y="1404908"/>
                  </a:lnTo>
                  <a:lnTo>
                    <a:pt x="1748199" y="1403487"/>
                  </a:lnTo>
                  <a:lnTo>
                    <a:pt x="1751817" y="1403567"/>
                  </a:lnTo>
                  <a:lnTo>
                    <a:pt x="1758458" y="1401603"/>
                  </a:lnTo>
                  <a:lnTo>
                    <a:pt x="1761125" y="1402178"/>
                  </a:lnTo>
                  <a:lnTo>
                    <a:pt x="1764097" y="1399298"/>
                  </a:lnTo>
                  <a:lnTo>
                    <a:pt x="1768395" y="1400800"/>
                  </a:lnTo>
                  <a:lnTo>
                    <a:pt x="1775736" y="1400972"/>
                  </a:lnTo>
                  <a:lnTo>
                    <a:pt x="1778930" y="1403330"/>
                  </a:lnTo>
                  <a:lnTo>
                    <a:pt x="1779867" y="1417601"/>
                  </a:lnTo>
                  <a:lnTo>
                    <a:pt x="1780669" y="1430605"/>
                  </a:lnTo>
                  <a:lnTo>
                    <a:pt x="1781138" y="1437920"/>
                  </a:lnTo>
                  <a:lnTo>
                    <a:pt x="1782013" y="1451615"/>
                  </a:lnTo>
                  <a:lnTo>
                    <a:pt x="1783068" y="1469030"/>
                  </a:lnTo>
                  <a:lnTo>
                    <a:pt x="1784119" y="1486079"/>
                  </a:lnTo>
                  <a:lnTo>
                    <a:pt x="1784754" y="1496398"/>
                  </a:lnTo>
                  <a:lnTo>
                    <a:pt x="1785547" y="1509286"/>
                  </a:lnTo>
                  <a:lnTo>
                    <a:pt x="1786522" y="1525175"/>
                  </a:lnTo>
                  <a:lnTo>
                    <a:pt x="1787857" y="1546390"/>
                  </a:lnTo>
                  <a:lnTo>
                    <a:pt x="1788079" y="1549933"/>
                  </a:lnTo>
                  <a:lnTo>
                    <a:pt x="1789349" y="1570592"/>
                  </a:lnTo>
                  <a:lnTo>
                    <a:pt x="1789789" y="1577759"/>
                  </a:lnTo>
                  <a:lnTo>
                    <a:pt x="1790975" y="1595703"/>
                  </a:lnTo>
                  <a:lnTo>
                    <a:pt x="1792382" y="1597179"/>
                  </a:lnTo>
                  <a:lnTo>
                    <a:pt x="1798284" y="1603363"/>
                  </a:lnTo>
                  <a:lnTo>
                    <a:pt x="1805726" y="1606958"/>
                  </a:lnTo>
                  <a:lnTo>
                    <a:pt x="1809417" y="1612747"/>
                  </a:lnTo>
                  <a:lnTo>
                    <a:pt x="1812351" y="1617343"/>
                  </a:lnTo>
                  <a:lnTo>
                    <a:pt x="1818462" y="1629879"/>
                  </a:lnTo>
                  <a:lnTo>
                    <a:pt x="1817645" y="1639618"/>
                  </a:lnTo>
                  <a:lnTo>
                    <a:pt x="1816005" y="1644230"/>
                  </a:lnTo>
                  <a:lnTo>
                    <a:pt x="1821482" y="1651124"/>
                  </a:lnTo>
                  <a:lnTo>
                    <a:pt x="1828231" y="1653512"/>
                  </a:lnTo>
                  <a:lnTo>
                    <a:pt x="1826003" y="1658057"/>
                  </a:lnTo>
                  <a:lnTo>
                    <a:pt x="1831839" y="1662618"/>
                  </a:lnTo>
                  <a:lnTo>
                    <a:pt x="1835396" y="1668956"/>
                  </a:lnTo>
                  <a:lnTo>
                    <a:pt x="1835203" y="1678139"/>
                  </a:lnTo>
                  <a:lnTo>
                    <a:pt x="1842090" y="1682788"/>
                  </a:lnTo>
                  <a:lnTo>
                    <a:pt x="1843928" y="1692162"/>
                  </a:lnTo>
                  <a:lnTo>
                    <a:pt x="1844124" y="1692137"/>
                  </a:lnTo>
                  <a:lnTo>
                    <a:pt x="1849240" y="1691483"/>
                  </a:lnTo>
                  <a:lnTo>
                    <a:pt x="1851091" y="1691246"/>
                  </a:lnTo>
                  <a:lnTo>
                    <a:pt x="1850994" y="1698278"/>
                  </a:lnTo>
                  <a:lnTo>
                    <a:pt x="1852582" y="1707714"/>
                  </a:lnTo>
                  <a:lnTo>
                    <a:pt x="1852040" y="1713099"/>
                  </a:lnTo>
                  <a:lnTo>
                    <a:pt x="1851268" y="1718278"/>
                  </a:lnTo>
                  <a:lnTo>
                    <a:pt x="1853632" y="1723371"/>
                  </a:lnTo>
                  <a:lnTo>
                    <a:pt x="1851477" y="1729357"/>
                  </a:lnTo>
                  <a:lnTo>
                    <a:pt x="1851108" y="1730381"/>
                  </a:lnTo>
                  <a:lnTo>
                    <a:pt x="1850492" y="1738650"/>
                  </a:lnTo>
                  <a:lnTo>
                    <a:pt x="1845814" y="1746977"/>
                  </a:lnTo>
                  <a:lnTo>
                    <a:pt x="1844964" y="1754283"/>
                  </a:lnTo>
                  <a:lnTo>
                    <a:pt x="1839462" y="1761459"/>
                  </a:lnTo>
                  <a:lnTo>
                    <a:pt x="1839801" y="1765469"/>
                  </a:lnTo>
                  <a:lnTo>
                    <a:pt x="1835347" y="1771699"/>
                  </a:lnTo>
                  <a:lnTo>
                    <a:pt x="1837696" y="1776283"/>
                  </a:lnTo>
                  <a:lnTo>
                    <a:pt x="1839089" y="1785636"/>
                  </a:lnTo>
                  <a:lnTo>
                    <a:pt x="1835477" y="1789288"/>
                  </a:lnTo>
                  <a:lnTo>
                    <a:pt x="1834748" y="1790024"/>
                  </a:lnTo>
                  <a:lnTo>
                    <a:pt x="1833646" y="1798400"/>
                  </a:lnTo>
                  <a:lnTo>
                    <a:pt x="1839794" y="1804682"/>
                  </a:lnTo>
                  <a:lnTo>
                    <a:pt x="1839619" y="1808595"/>
                  </a:lnTo>
                  <a:lnTo>
                    <a:pt x="1839515" y="1810916"/>
                  </a:lnTo>
                  <a:lnTo>
                    <a:pt x="1840946" y="1817157"/>
                  </a:lnTo>
                  <a:lnTo>
                    <a:pt x="1841560" y="1824680"/>
                  </a:lnTo>
                  <a:lnTo>
                    <a:pt x="1841847" y="1831882"/>
                  </a:lnTo>
                  <a:lnTo>
                    <a:pt x="1841619" y="1832143"/>
                  </a:lnTo>
                  <a:lnTo>
                    <a:pt x="1838081" y="1836200"/>
                  </a:lnTo>
                  <a:lnTo>
                    <a:pt x="1831367" y="1844967"/>
                  </a:lnTo>
                  <a:lnTo>
                    <a:pt x="1829376" y="1852548"/>
                  </a:lnTo>
                  <a:lnTo>
                    <a:pt x="1827166" y="1855457"/>
                  </a:lnTo>
                  <a:lnTo>
                    <a:pt x="1825136" y="1858127"/>
                  </a:lnTo>
                  <a:lnTo>
                    <a:pt x="1819342" y="1864552"/>
                  </a:lnTo>
                  <a:lnTo>
                    <a:pt x="1823812" y="1869338"/>
                  </a:lnTo>
                  <a:lnTo>
                    <a:pt x="1827088" y="1873753"/>
                  </a:lnTo>
                  <a:lnTo>
                    <a:pt x="1830077" y="1877672"/>
                  </a:lnTo>
                  <a:lnTo>
                    <a:pt x="1827631" y="1879281"/>
                  </a:lnTo>
                  <a:lnTo>
                    <a:pt x="1816684" y="1879654"/>
                  </a:lnTo>
                  <a:lnTo>
                    <a:pt x="1806485" y="1881724"/>
                  </a:lnTo>
                  <a:lnTo>
                    <a:pt x="1795317" y="1886754"/>
                  </a:lnTo>
                  <a:lnTo>
                    <a:pt x="1774894" y="1897304"/>
                  </a:lnTo>
                  <a:lnTo>
                    <a:pt x="1773122" y="1898216"/>
                  </a:lnTo>
                  <a:lnTo>
                    <a:pt x="1759311" y="1905310"/>
                  </a:lnTo>
                  <a:lnTo>
                    <a:pt x="1749315" y="1910562"/>
                  </a:lnTo>
                  <a:lnTo>
                    <a:pt x="1741325" y="1915638"/>
                  </a:lnTo>
                  <a:lnTo>
                    <a:pt x="1735106" y="1923624"/>
                  </a:lnTo>
                  <a:lnTo>
                    <a:pt x="1736274" y="1928204"/>
                  </a:lnTo>
                  <a:lnTo>
                    <a:pt x="1727744" y="1935160"/>
                  </a:lnTo>
                  <a:lnTo>
                    <a:pt x="1704230" y="1952717"/>
                  </a:lnTo>
                  <a:lnTo>
                    <a:pt x="1694940" y="1962186"/>
                  </a:lnTo>
                  <a:lnTo>
                    <a:pt x="1693885" y="1963260"/>
                  </a:lnTo>
                  <a:lnTo>
                    <a:pt x="1686886" y="1969103"/>
                  </a:lnTo>
                  <a:lnTo>
                    <a:pt x="1675804" y="1980684"/>
                  </a:lnTo>
                  <a:lnTo>
                    <a:pt x="1666831" y="1989512"/>
                  </a:lnTo>
                  <a:lnTo>
                    <a:pt x="1660594" y="1990744"/>
                  </a:lnTo>
                  <a:lnTo>
                    <a:pt x="1653377" y="1995344"/>
                  </a:lnTo>
                  <a:lnTo>
                    <a:pt x="1644619" y="2000914"/>
                  </a:lnTo>
                  <a:lnTo>
                    <a:pt x="1634404" y="2007479"/>
                  </a:lnTo>
                  <a:lnTo>
                    <a:pt x="1620634" y="2016663"/>
                  </a:lnTo>
                  <a:lnTo>
                    <a:pt x="1600298" y="2027066"/>
                  </a:lnTo>
                  <a:lnTo>
                    <a:pt x="1579355" y="2038595"/>
                  </a:lnTo>
                  <a:lnTo>
                    <a:pt x="1564882" y="2048888"/>
                  </a:lnTo>
                  <a:lnTo>
                    <a:pt x="1559542" y="2053271"/>
                  </a:lnTo>
                  <a:lnTo>
                    <a:pt x="1558269" y="2054314"/>
                  </a:lnTo>
                  <a:lnTo>
                    <a:pt x="1552747" y="2062437"/>
                  </a:lnTo>
                  <a:lnTo>
                    <a:pt x="1532230" y="2074922"/>
                  </a:lnTo>
                  <a:lnTo>
                    <a:pt x="1522766" y="2082447"/>
                  </a:lnTo>
                  <a:lnTo>
                    <a:pt x="1514945" y="2089393"/>
                  </a:lnTo>
                  <a:lnTo>
                    <a:pt x="1508499" y="2095861"/>
                  </a:lnTo>
                  <a:lnTo>
                    <a:pt x="1504796" y="2099572"/>
                  </a:lnTo>
                  <a:lnTo>
                    <a:pt x="1492275" y="2115067"/>
                  </a:lnTo>
                  <a:lnTo>
                    <a:pt x="1488045" y="2124037"/>
                  </a:lnTo>
                  <a:lnTo>
                    <a:pt x="1487923" y="2124295"/>
                  </a:lnTo>
                  <a:lnTo>
                    <a:pt x="1482992" y="2130433"/>
                  </a:lnTo>
                  <a:lnTo>
                    <a:pt x="1477654" y="2139117"/>
                  </a:lnTo>
                  <a:lnTo>
                    <a:pt x="1470059" y="2154146"/>
                  </a:lnTo>
                  <a:lnTo>
                    <a:pt x="1468974" y="2156616"/>
                  </a:lnTo>
                  <a:lnTo>
                    <a:pt x="1465361" y="2164837"/>
                  </a:lnTo>
                  <a:lnTo>
                    <a:pt x="1461307" y="2175221"/>
                  </a:lnTo>
                  <a:lnTo>
                    <a:pt x="1457176" y="2188785"/>
                  </a:lnTo>
                  <a:lnTo>
                    <a:pt x="1456101" y="2193714"/>
                  </a:lnTo>
                  <a:lnTo>
                    <a:pt x="1454935" y="2199052"/>
                  </a:lnTo>
                  <a:lnTo>
                    <a:pt x="1453203" y="2220570"/>
                  </a:lnTo>
                  <a:lnTo>
                    <a:pt x="1455056" y="2241939"/>
                  </a:lnTo>
                  <a:lnTo>
                    <a:pt x="1460570" y="2264344"/>
                  </a:lnTo>
                  <a:lnTo>
                    <a:pt x="1464841" y="2276661"/>
                  </a:lnTo>
                  <a:lnTo>
                    <a:pt x="1468942" y="2288461"/>
                  </a:lnTo>
                  <a:lnTo>
                    <a:pt x="1472218" y="2299647"/>
                  </a:lnTo>
                  <a:lnTo>
                    <a:pt x="1475975" y="2312451"/>
                  </a:lnTo>
                  <a:lnTo>
                    <a:pt x="1480997" y="2339674"/>
                  </a:lnTo>
                  <a:lnTo>
                    <a:pt x="1481984" y="2347615"/>
                  </a:lnTo>
                  <a:lnTo>
                    <a:pt x="1482853" y="2353293"/>
                  </a:lnTo>
                  <a:lnTo>
                    <a:pt x="1481674" y="2356042"/>
                  </a:lnTo>
                  <a:lnTo>
                    <a:pt x="1475936" y="2354769"/>
                  </a:lnTo>
                  <a:lnTo>
                    <a:pt x="1468065" y="2358137"/>
                  </a:lnTo>
                  <a:lnTo>
                    <a:pt x="1461172" y="2359856"/>
                  </a:lnTo>
                  <a:lnTo>
                    <a:pt x="1458104" y="2362484"/>
                  </a:lnTo>
                  <a:lnTo>
                    <a:pt x="1458872" y="2366578"/>
                  </a:lnTo>
                  <a:lnTo>
                    <a:pt x="1457508" y="2370144"/>
                  </a:lnTo>
                  <a:lnTo>
                    <a:pt x="1451865" y="2370278"/>
                  </a:lnTo>
                  <a:lnTo>
                    <a:pt x="1448116" y="2365610"/>
                  </a:lnTo>
                  <a:lnTo>
                    <a:pt x="1443339" y="2365658"/>
                  </a:lnTo>
                  <a:lnTo>
                    <a:pt x="1438004" y="2360906"/>
                  </a:lnTo>
                  <a:lnTo>
                    <a:pt x="1433469" y="2358846"/>
                  </a:lnTo>
                  <a:lnTo>
                    <a:pt x="1426327" y="2350608"/>
                  </a:lnTo>
                  <a:lnTo>
                    <a:pt x="1420277" y="2348702"/>
                  </a:lnTo>
                  <a:lnTo>
                    <a:pt x="1413265" y="2347819"/>
                  </a:lnTo>
                  <a:lnTo>
                    <a:pt x="1409082" y="2345093"/>
                  </a:lnTo>
                  <a:lnTo>
                    <a:pt x="1401499" y="2344969"/>
                  </a:lnTo>
                  <a:lnTo>
                    <a:pt x="1400488" y="2344952"/>
                  </a:lnTo>
                  <a:lnTo>
                    <a:pt x="1392208" y="2344960"/>
                  </a:lnTo>
                  <a:lnTo>
                    <a:pt x="1384660" y="2344612"/>
                  </a:lnTo>
                  <a:lnTo>
                    <a:pt x="1381512" y="2347452"/>
                  </a:lnTo>
                  <a:lnTo>
                    <a:pt x="1376856" y="2345823"/>
                  </a:lnTo>
                  <a:lnTo>
                    <a:pt x="1375612" y="2345387"/>
                  </a:lnTo>
                  <a:lnTo>
                    <a:pt x="1369008" y="2345939"/>
                  </a:lnTo>
                  <a:lnTo>
                    <a:pt x="1363624" y="2346009"/>
                  </a:lnTo>
                  <a:lnTo>
                    <a:pt x="1357733" y="2344049"/>
                  </a:lnTo>
                  <a:lnTo>
                    <a:pt x="1351534" y="2339640"/>
                  </a:lnTo>
                  <a:lnTo>
                    <a:pt x="1341979" y="2333955"/>
                  </a:lnTo>
                  <a:lnTo>
                    <a:pt x="1335593" y="2329008"/>
                  </a:lnTo>
                  <a:lnTo>
                    <a:pt x="1328679" y="2327208"/>
                  </a:lnTo>
                  <a:lnTo>
                    <a:pt x="1320432" y="2324840"/>
                  </a:lnTo>
                  <a:lnTo>
                    <a:pt x="1318503" y="2323933"/>
                  </a:lnTo>
                  <a:lnTo>
                    <a:pt x="1316195" y="2322847"/>
                  </a:lnTo>
                  <a:lnTo>
                    <a:pt x="1311617" y="2324888"/>
                  </a:lnTo>
                  <a:lnTo>
                    <a:pt x="1306531" y="2321327"/>
                  </a:lnTo>
                  <a:lnTo>
                    <a:pt x="1297293" y="2313988"/>
                  </a:lnTo>
                  <a:lnTo>
                    <a:pt x="1294138" y="2308772"/>
                  </a:lnTo>
                  <a:lnTo>
                    <a:pt x="1284720" y="2310348"/>
                  </a:lnTo>
                  <a:lnTo>
                    <a:pt x="1277077" y="2305966"/>
                  </a:lnTo>
                  <a:lnTo>
                    <a:pt x="1268712" y="2303851"/>
                  </a:lnTo>
                  <a:lnTo>
                    <a:pt x="1263125" y="2305820"/>
                  </a:lnTo>
                  <a:lnTo>
                    <a:pt x="1259841" y="2302203"/>
                  </a:lnTo>
                  <a:lnTo>
                    <a:pt x="1261956" y="2295963"/>
                  </a:lnTo>
                  <a:lnTo>
                    <a:pt x="1260422" y="2293113"/>
                  </a:lnTo>
                  <a:lnTo>
                    <a:pt x="1252897" y="2287113"/>
                  </a:lnTo>
                  <a:lnTo>
                    <a:pt x="1252269" y="2284688"/>
                  </a:lnTo>
                  <a:lnTo>
                    <a:pt x="1249521" y="2274067"/>
                  </a:lnTo>
                  <a:lnTo>
                    <a:pt x="1248515" y="2265694"/>
                  </a:lnTo>
                  <a:lnTo>
                    <a:pt x="1244690" y="2257935"/>
                  </a:lnTo>
                  <a:lnTo>
                    <a:pt x="1241704" y="2251217"/>
                  </a:lnTo>
                  <a:lnTo>
                    <a:pt x="1234907" y="2246786"/>
                  </a:lnTo>
                  <a:lnTo>
                    <a:pt x="1231252" y="2240780"/>
                  </a:lnTo>
                  <a:lnTo>
                    <a:pt x="1228273" y="2234237"/>
                  </a:lnTo>
                  <a:lnTo>
                    <a:pt x="1221562" y="2228926"/>
                  </a:lnTo>
                  <a:lnTo>
                    <a:pt x="1222053" y="2219003"/>
                  </a:lnTo>
                  <a:lnTo>
                    <a:pt x="1223378" y="2212572"/>
                  </a:lnTo>
                  <a:lnTo>
                    <a:pt x="1221630" y="2204702"/>
                  </a:lnTo>
                  <a:lnTo>
                    <a:pt x="1219862" y="2199937"/>
                  </a:lnTo>
                  <a:lnTo>
                    <a:pt x="1219581" y="2199177"/>
                  </a:lnTo>
                  <a:lnTo>
                    <a:pt x="1216812" y="2195939"/>
                  </a:lnTo>
                  <a:lnTo>
                    <a:pt x="1212144" y="2194601"/>
                  </a:lnTo>
                  <a:lnTo>
                    <a:pt x="1216789" y="2181515"/>
                  </a:lnTo>
                  <a:lnTo>
                    <a:pt x="1215919" y="2176716"/>
                  </a:lnTo>
                  <a:lnTo>
                    <a:pt x="1215621" y="2170702"/>
                  </a:lnTo>
                  <a:lnTo>
                    <a:pt x="1212187" y="2170917"/>
                  </a:lnTo>
                  <a:lnTo>
                    <a:pt x="1211940" y="2160931"/>
                  </a:lnTo>
                  <a:lnTo>
                    <a:pt x="1208950" y="2156754"/>
                  </a:lnTo>
                  <a:lnTo>
                    <a:pt x="1201400" y="2154310"/>
                  </a:lnTo>
                  <a:lnTo>
                    <a:pt x="1192474" y="2151833"/>
                  </a:lnTo>
                  <a:lnTo>
                    <a:pt x="1186451" y="2144220"/>
                  </a:lnTo>
                  <a:lnTo>
                    <a:pt x="1181648" y="2141197"/>
                  </a:lnTo>
                  <a:lnTo>
                    <a:pt x="1176848" y="2136656"/>
                  </a:lnTo>
                  <a:lnTo>
                    <a:pt x="1173161" y="2131063"/>
                  </a:lnTo>
                  <a:lnTo>
                    <a:pt x="1170205" y="2124811"/>
                  </a:lnTo>
                  <a:lnTo>
                    <a:pt x="1168748" y="2119566"/>
                  </a:lnTo>
                  <a:lnTo>
                    <a:pt x="1167112" y="2113455"/>
                  </a:lnTo>
                  <a:lnTo>
                    <a:pt x="1161256" y="2110628"/>
                  </a:lnTo>
                  <a:lnTo>
                    <a:pt x="1156399" y="2100501"/>
                  </a:lnTo>
                  <a:lnTo>
                    <a:pt x="1151222" y="2094135"/>
                  </a:lnTo>
                  <a:lnTo>
                    <a:pt x="1140271" y="2087411"/>
                  </a:lnTo>
                  <a:lnTo>
                    <a:pt x="1137718" y="2085248"/>
                  </a:lnTo>
                  <a:lnTo>
                    <a:pt x="1129975" y="2078679"/>
                  </a:lnTo>
                  <a:lnTo>
                    <a:pt x="1127784" y="2072423"/>
                  </a:lnTo>
                  <a:lnTo>
                    <a:pt x="1124176" y="2064906"/>
                  </a:lnTo>
                  <a:lnTo>
                    <a:pt x="1122360" y="2056902"/>
                  </a:lnTo>
                  <a:lnTo>
                    <a:pt x="1118933" y="2050734"/>
                  </a:lnTo>
                  <a:lnTo>
                    <a:pt x="1116680" y="2045983"/>
                  </a:lnTo>
                  <a:lnTo>
                    <a:pt x="1115781" y="2038613"/>
                  </a:lnTo>
                  <a:lnTo>
                    <a:pt x="1110138" y="2033525"/>
                  </a:lnTo>
                  <a:lnTo>
                    <a:pt x="1104466" y="2027936"/>
                  </a:lnTo>
                  <a:lnTo>
                    <a:pt x="1103800" y="2021193"/>
                  </a:lnTo>
                  <a:lnTo>
                    <a:pt x="1100933" y="2015450"/>
                  </a:lnTo>
                  <a:lnTo>
                    <a:pt x="1100650" y="2010207"/>
                  </a:lnTo>
                  <a:lnTo>
                    <a:pt x="1096160" y="2006452"/>
                  </a:lnTo>
                  <a:lnTo>
                    <a:pt x="1090674" y="1998101"/>
                  </a:lnTo>
                  <a:lnTo>
                    <a:pt x="1088541" y="1991520"/>
                  </a:lnTo>
                  <a:lnTo>
                    <a:pt x="1087149" y="1982352"/>
                  </a:lnTo>
                  <a:lnTo>
                    <a:pt x="1085983" y="1975940"/>
                  </a:lnTo>
                  <a:lnTo>
                    <a:pt x="1085619" y="1973936"/>
                  </a:lnTo>
                  <a:lnTo>
                    <a:pt x="1079855" y="1970278"/>
                  </a:lnTo>
                  <a:lnTo>
                    <a:pt x="1074940" y="1965389"/>
                  </a:lnTo>
                  <a:lnTo>
                    <a:pt x="1072473" y="1958075"/>
                  </a:lnTo>
                  <a:lnTo>
                    <a:pt x="1071801" y="1957441"/>
                  </a:lnTo>
                  <a:lnTo>
                    <a:pt x="1066717" y="1952642"/>
                  </a:lnTo>
                  <a:lnTo>
                    <a:pt x="1062579" y="1948116"/>
                  </a:lnTo>
                  <a:lnTo>
                    <a:pt x="1050749" y="1941148"/>
                  </a:lnTo>
                  <a:lnTo>
                    <a:pt x="1043816" y="1929336"/>
                  </a:lnTo>
                  <a:lnTo>
                    <a:pt x="1035390" y="1927397"/>
                  </a:lnTo>
                  <a:lnTo>
                    <a:pt x="1029429" y="1921561"/>
                  </a:lnTo>
                  <a:lnTo>
                    <a:pt x="1022645" y="1921459"/>
                  </a:lnTo>
                  <a:lnTo>
                    <a:pt x="1017210" y="1914286"/>
                  </a:lnTo>
                  <a:lnTo>
                    <a:pt x="1017114" y="1906551"/>
                  </a:lnTo>
                  <a:lnTo>
                    <a:pt x="1010629" y="1903578"/>
                  </a:lnTo>
                  <a:lnTo>
                    <a:pt x="1007112" y="1894402"/>
                  </a:lnTo>
                  <a:lnTo>
                    <a:pt x="1001396" y="1891648"/>
                  </a:lnTo>
                  <a:lnTo>
                    <a:pt x="995994" y="1890951"/>
                  </a:lnTo>
                  <a:lnTo>
                    <a:pt x="989702" y="1887134"/>
                  </a:lnTo>
                  <a:lnTo>
                    <a:pt x="979526" y="1890580"/>
                  </a:lnTo>
                  <a:lnTo>
                    <a:pt x="973041" y="1890146"/>
                  </a:lnTo>
                  <a:lnTo>
                    <a:pt x="967909" y="1888663"/>
                  </a:lnTo>
                  <a:lnTo>
                    <a:pt x="962731" y="1887165"/>
                  </a:lnTo>
                  <a:lnTo>
                    <a:pt x="955565" y="1886537"/>
                  </a:lnTo>
                  <a:lnTo>
                    <a:pt x="945725" y="1884678"/>
                  </a:lnTo>
                  <a:lnTo>
                    <a:pt x="939650" y="1885136"/>
                  </a:lnTo>
                  <a:lnTo>
                    <a:pt x="933986" y="1886920"/>
                  </a:lnTo>
                  <a:lnTo>
                    <a:pt x="929428" y="1886137"/>
                  </a:lnTo>
                  <a:lnTo>
                    <a:pt x="924497" y="1882676"/>
                  </a:lnTo>
                  <a:lnTo>
                    <a:pt x="917399" y="1879533"/>
                  </a:lnTo>
                  <a:lnTo>
                    <a:pt x="909470" y="1875119"/>
                  </a:lnTo>
                  <a:lnTo>
                    <a:pt x="907575" y="1875744"/>
                  </a:lnTo>
                  <a:lnTo>
                    <a:pt x="904159" y="1876869"/>
                  </a:lnTo>
                  <a:lnTo>
                    <a:pt x="901902" y="1881975"/>
                  </a:lnTo>
                  <a:lnTo>
                    <a:pt x="899201" y="1888657"/>
                  </a:lnTo>
                  <a:lnTo>
                    <a:pt x="890972" y="1886671"/>
                  </a:lnTo>
                  <a:lnTo>
                    <a:pt x="886216" y="1886474"/>
                  </a:lnTo>
                  <a:lnTo>
                    <a:pt x="881954" y="1889794"/>
                  </a:lnTo>
                  <a:lnTo>
                    <a:pt x="875218" y="1890108"/>
                  </a:lnTo>
                  <a:lnTo>
                    <a:pt x="868189" y="1891117"/>
                  </a:lnTo>
                  <a:lnTo>
                    <a:pt x="866217" y="1898666"/>
                  </a:lnTo>
                  <a:lnTo>
                    <a:pt x="861140" y="1905233"/>
                  </a:lnTo>
                  <a:lnTo>
                    <a:pt x="856661" y="1913154"/>
                  </a:lnTo>
                  <a:lnTo>
                    <a:pt x="853148" y="1917253"/>
                  </a:lnTo>
                  <a:lnTo>
                    <a:pt x="850452" y="1926782"/>
                  </a:lnTo>
                  <a:lnTo>
                    <a:pt x="850998" y="1932308"/>
                  </a:lnTo>
                  <a:lnTo>
                    <a:pt x="845670" y="1937982"/>
                  </a:lnTo>
                  <a:lnTo>
                    <a:pt x="843350" y="1945910"/>
                  </a:lnTo>
                  <a:lnTo>
                    <a:pt x="845344" y="1951579"/>
                  </a:lnTo>
                  <a:lnTo>
                    <a:pt x="840083" y="1957678"/>
                  </a:lnTo>
                  <a:lnTo>
                    <a:pt x="831453" y="1961015"/>
                  </a:lnTo>
                  <a:lnTo>
                    <a:pt x="826863" y="1968024"/>
                  </a:lnTo>
                  <a:lnTo>
                    <a:pt x="822343" y="1969997"/>
                  </a:lnTo>
                  <a:lnTo>
                    <a:pt x="819494" y="1977144"/>
                  </a:lnTo>
                  <a:lnTo>
                    <a:pt x="816434" y="1982546"/>
                  </a:lnTo>
                  <a:lnTo>
                    <a:pt x="805386" y="1980984"/>
                  </a:lnTo>
                  <a:lnTo>
                    <a:pt x="799494" y="1981921"/>
                  </a:lnTo>
                  <a:lnTo>
                    <a:pt x="790779" y="1977059"/>
                  </a:lnTo>
                  <a:lnTo>
                    <a:pt x="779884" y="1970730"/>
                  </a:lnTo>
                  <a:lnTo>
                    <a:pt x="773383" y="1963795"/>
                  </a:lnTo>
                  <a:lnTo>
                    <a:pt x="766091" y="1959891"/>
                  </a:lnTo>
                  <a:lnTo>
                    <a:pt x="758756" y="1957038"/>
                  </a:lnTo>
                  <a:lnTo>
                    <a:pt x="751786" y="1954212"/>
                  </a:lnTo>
                  <a:lnTo>
                    <a:pt x="745053" y="1945783"/>
                  </a:lnTo>
                  <a:lnTo>
                    <a:pt x="744532" y="1945547"/>
                  </a:lnTo>
                  <a:lnTo>
                    <a:pt x="737748" y="1942461"/>
                  </a:lnTo>
                  <a:lnTo>
                    <a:pt x="724883" y="1940135"/>
                  </a:lnTo>
                  <a:lnTo>
                    <a:pt x="716273" y="1935436"/>
                  </a:lnTo>
                  <a:lnTo>
                    <a:pt x="706914" y="1928539"/>
                  </a:lnTo>
                  <a:lnTo>
                    <a:pt x="703029" y="1923052"/>
                  </a:lnTo>
                  <a:lnTo>
                    <a:pt x="698093" y="1916058"/>
                  </a:lnTo>
                  <a:lnTo>
                    <a:pt x="689626" y="1910304"/>
                  </a:lnTo>
                  <a:lnTo>
                    <a:pt x="682930" y="1907659"/>
                  </a:lnTo>
                  <a:lnTo>
                    <a:pt x="674420" y="1899753"/>
                  </a:lnTo>
                  <a:lnTo>
                    <a:pt x="665298" y="1890347"/>
                  </a:lnTo>
                  <a:lnTo>
                    <a:pt x="663000" y="1878581"/>
                  </a:lnTo>
                  <a:lnTo>
                    <a:pt x="657619" y="1869167"/>
                  </a:lnTo>
                  <a:lnTo>
                    <a:pt x="652214" y="1860650"/>
                  </a:lnTo>
                  <a:lnTo>
                    <a:pt x="651237" y="1850868"/>
                  </a:lnTo>
                  <a:lnTo>
                    <a:pt x="649427" y="1846540"/>
                  </a:lnTo>
                  <a:lnTo>
                    <a:pt x="651192" y="1836378"/>
                  </a:lnTo>
                  <a:lnTo>
                    <a:pt x="650635" y="1823456"/>
                  </a:lnTo>
                  <a:lnTo>
                    <a:pt x="646841" y="1817357"/>
                  </a:lnTo>
                  <a:lnTo>
                    <a:pt x="644795" y="1812096"/>
                  </a:lnTo>
                  <a:lnTo>
                    <a:pt x="638437" y="1803184"/>
                  </a:lnTo>
                  <a:lnTo>
                    <a:pt x="634758" y="1800514"/>
                  </a:lnTo>
                  <a:lnTo>
                    <a:pt x="634049" y="1792047"/>
                  </a:lnTo>
                  <a:lnTo>
                    <a:pt x="632407" y="1782505"/>
                  </a:lnTo>
                  <a:lnTo>
                    <a:pt x="629015" y="1773704"/>
                  </a:lnTo>
                  <a:lnTo>
                    <a:pt x="623962" y="1772744"/>
                  </a:lnTo>
                  <a:lnTo>
                    <a:pt x="623142" y="1770404"/>
                  </a:lnTo>
                  <a:lnTo>
                    <a:pt x="621209" y="1764885"/>
                  </a:lnTo>
                  <a:lnTo>
                    <a:pt x="614727" y="1762812"/>
                  </a:lnTo>
                  <a:lnTo>
                    <a:pt x="611068" y="1758566"/>
                  </a:lnTo>
                  <a:lnTo>
                    <a:pt x="604664" y="1753472"/>
                  </a:lnTo>
                  <a:lnTo>
                    <a:pt x="598669" y="1747610"/>
                  </a:lnTo>
                  <a:lnTo>
                    <a:pt x="588446" y="1745083"/>
                  </a:lnTo>
                  <a:lnTo>
                    <a:pt x="580169" y="1740117"/>
                  </a:lnTo>
                  <a:lnTo>
                    <a:pt x="579834" y="1735650"/>
                  </a:lnTo>
                  <a:lnTo>
                    <a:pt x="570726" y="1728356"/>
                  </a:lnTo>
                  <a:lnTo>
                    <a:pt x="563615" y="1722095"/>
                  </a:lnTo>
                  <a:lnTo>
                    <a:pt x="561560" y="1716377"/>
                  </a:lnTo>
                  <a:lnTo>
                    <a:pt x="556886" y="1708263"/>
                  </a:lnTo>
                  <a:lnTo>
                    <a:pt x="548373" y="1703023"/>
                  </a:lnTo>
                  <a:lnTo>
                    <a:pt x="541778" y="1698807"/>
                  </a:lnTo>
                  <a:lnTo>
                    <a:pt x="539776" y="1694300"/>
                  </a:lnTo>
                  <a:lnTo>
                    <a:pt x="532404" y="1683111"/>
                  </a:lnTo>
                  <a:lnTo>
                    <a:pt x="525257" y="1678896"/>
                  </a:lnTo>
                  <a:lnTo>
                    <a:pt x="523948" y="1673111"/>
                  </a:lnTo>
                  <a:lnTo>
                    <a:pt x="519594" y="1669950"/>
                  </a:lnTo>
                  <a:lnTo>
                    <a:pt x="518723" y="1669318"/>
                  </a:lnTo>
                  <a:lnTo>
                    <a:pt x="510747" y="1667984"/>
                  </a:lnTo>
                  <a:lnTo>
                    <a:pt x="501031" y="1660164"/>
                  </a:lnTo>
                  <a:lnTo>
                    <a:pt x="494972" y="1652657"/>
                  </a:lnTo>
                  <a:lnTo>
                    <a:pt x="490675" y="1646316"/>
                  </a:lnTo>
                  <a:lnTo>
                    <a:pt x="488721" y="1638947"/>
                  </a:lnTo>
                  <a:lnTo>
                    <a:pt x="485249" y="1632582"/>
                  </a:lnTo>
                  <a:lnTo>
                    <a:pt x="482370" y="1627296"/>
                  </a:lnTo>
                  <a:lnTo>
                    <a:pt x="477633" y="1621827"/>
                  </a:lnTo>
                  <a:lnTo>
                    <a:pt x="472426" y="1620495"/>
                  </a:lnTo>
                  <a:lnTo>
                    <a:pt x="470528" y="1621813"/>
                  </a:lnTo>
                  <a:lnTo>
                    <a:pt x="466196" y="1617106"/>
                  </a:lnTo>
                  <a:lnTo>
                    <a:pt x="460824" y="1612885"/>
                  </a:lnTo>
                  <a:lnTo>
                    <a:pt x="455529" y="1605339"/>
                  </a:lnTo>
                  <a:close/>
                </a:path>
              </a:pathLst>
            </a:custGeom>
            <a:solidFill>
              <a:srgbClr val="EAAB81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h122"/>
            <p:cNvSpPr/>
            <p:nvPr/>
          </p:nvSpPr>
          <p:spPr>
            <a:xfrm>
              <a:off x="2156575" y="2233224"/>
              <a:ext cx="988334" cy="1743074"/>
            </a:xfrm>
            <a:custGeom>
              <a:avLst/>
              <a:pathLst>
                <a:path w="988334" h="1743074">
                  <a:moveTo>
                    <a:pt x="457200" y="1600199"/>
                  </a:moveTo>
                  <a:lnTo>
                    <a:pt x="460013" y="1582855"/>
                  </a:lnTo>
                  <a:lnTo>
                    <a:pt x="462846" y="1566250"/>
                  </a:lnTo>
                  <a:lnTo>
                    <a:pt x="468039" y="1533379"/>
                  </a:lnTo>
                  <a:lnTo>
                    <a:pt x="469996" y="1520936"/>
                  </a:lnTo>
                  <a:lnTo>
                    <a:pt x="473027" y="1501935"/>
                  </a:lnTo>
                  <a:lnTo>
                    <a:pt x="476333" y="1481228"/>
                  </a:lnTo>
                  <a:lnTo>
                    <a:pt x="478456" y="1468408"/>
                  </a:lnTo>
                  <a:lnTo>
                    <a:pt x="482559" y="1443680"/>
                  </a:lnTo>
                  <a:lnTo>
                    <a:pt x="484967" y="1428072"/>
                  </a:lnTo>
                  <a:lnTo>
                    <a:pt x="494980" y="1367319"/>
                  </a:lnTo>
                  <a:lnTo>
                    <a:pt x="495824" y="1362055"/>
                  </a:lnTo>
                  <a:lnTo>
                    <a:pt x="500791" y="1331135"/>
                  </a:lnTo>
                  <a:lnTo>
                    <a:pt x="503082" y="1317380"/>
                  </a:lnTo>
                  <a:lnTo>
                    <a:pt x="507015" y="1293813"/>
                  </a:lnTo>
                  <a:lnTo>
                    <a:pt x="507399" y="1291472"/>
                  </a:lnTo>
                  <a:lnTo>
                    <a:pt x="513087" y="1256880"/>
                  </a:lnTo>
                  <a:lnTo>
                    <a:pt x="515113" y="1244903"/>
                  </a:lnTo>
                  <a:lnTo>
                    <a:pt x="519972" y="1216597"/>
                  </a:lnTo>
                  <a:lnTo>
                    <a:pt x="525657" y="1182974"/>
                  </a:lnTo>
                  <a:lnTo>
                    <a:pt x="529958" y="1157433"/>
                  </a:lnTo>
                  <a:lnTo>
                    <a:pt x="535876" y="1122542"/>
                  </a:lnTo>
                  <a:lnTo>
                    <a:pt x="541287" y="1090323"/>
                  </a:lnTo>
                  <a:lnTo>
                    <a:pt x="546065" y="1060794"/>
                  </a:lnTo>
                  <a:lnTo>
                    <a:pt x="566263" y="1064926"/>
                  </a:lnTo>
                  <a:lnTo>
                    <a:pt x="595542" y="1069274"/>
                  </a:lnTo>
                  <a:lnTo>
                    <a:pt x="618077" y="1072633"/>
                  </a:lnTo>
                  <a:lnTo>
                    <a:pt x="640764" y="1076055"/>
                  </a:lnTo>
                  <a:lnTo>
                    <a:pt x="672829" y="1080869"/>
                  </a:lnTo>
                  <a:lnTo>
                    <a:pt x="707723" y="1086145"/>
                  </a:lnTo>
                  <a:lnTo>
                    <a:pt x="717317" y="1087880"/>
                  </a:lnTo>
                  <a:lnTo>
                    <a:pt x="721829" y="1088692"/>
                  </a:lnTo>
                  <a:lnTo>
                    <a:pt x="754558" y="1093285"/>
                  </a:lnTo>
                  <a:lnTo>
                    <a:pt x="776729" y="1096416"/>
                  </a:lnTo>
                  <a:lnTo>
                    <a:pt x="780054" y="1096879"/>
                  </a:lnTo>
                  <a:lnTo>
                    <a:pt x="788949" y="1097985"/>
                  </a:lnTo>
                  <a:lnTo>
                    <a:pt x="818857" y="1102026"/>
                  </a:lnTo>
                  <a:lnTo>
                    <a:pt x="812104" y="1154092"/>
                  </a:lnTo>
                  <a:lnTo>
                    <a:pt x="811876" y="1155854"/>
                  </a:lnTo>
                  <a:lnTo>
                    <a:pt x="808497" y="1181133"/>
                  </a:lnTo>
                  <a:lnTo>
                    <a:pt x="806738" y="1194594"/>
                  </a:lnTo>
                  <a:lnTo>
                    <a:pt x="802658" y="1225903"/>
                  </a:lnTo>
                  <a:lnTo>
                    <a:pt x="818861" y="1228147"/>
                  </a:lnTo>
                  <a:lnTo>
                    <a:pt x="849697" y="1232321"/>
                  </a:lnTo>
                  <a:lnTo>
                    <a:pt x="888571" y="1237138"/>
                  </a:lnTo>
                  <a:lnTo>
                    <a:pt x="895375" y="1237952"/>
                  </a:lnTo>
                  <a:lnTo>
                    <a:pt x="899818" y="1238481"/>
                  </a:lnTo>
                  <a:lnTo>
                    <a:pt x="926366" y="1241583"/>
                  </a:lnTo>
                  <a:lnTo>
                    <a:pt x="969653" y="1246244"/>
                  </a:lnTo>
                  <a:lnTo>
                    <a:pt x="988334" y="1248375"/>
                  </a:lnTo>
                  <a:lnTo>
                    <a:pt x="986195" y="1269983"/>
                  </a:lnTo>
                  <a:lnTo>
                    <a:pt x="984074" y="1290204"/>
                  </a:lnTo>
                  <a:lnTo>
                    <a:pt x="983958" y="1291317"/>
                  </a:lnTo>
                  <a:lnTo>
                    <a:pt x="978110" y="1344585"/>
                  </a:lnTo>
                  <a:lnTo>
                    <a:pt x="977544" y="1349752"/>
                  </a:lnTo>
                  <a:lnTo>
                    <a:pt x="973615" y="1387579"/>
                  </a:lnTo>
                  <a:lnTo>
                    <a:pt x="970823" y="1414099"/>
                  </a:lnTo>
                  <a:lnTo>
                    <a:pt x="968710" y="1434217"/>
                  </a:lnTo>
                  <a:lnTo>
                    <a:pt x="967011" y="1450419"/>
                  </a:lnTo>
                  <a:lnTo>
                    <a:pt x="963902" y="1480159"/>
                  </a:lnTo>
                  <a:lnTo>
                    <a:pt x="955115" y="1557464"/>
                  </a:lnTo>
                  <a:lnTo>
                    <a:pt x="952263" y="1585209"/>
                  </a:lnTo>
                  <a:lnTo>
                    <a:pt x="952642" y="1599096"/>
                  </a:lnTo>
                  <a:lnTo>
                    <a:pt x="952492" y="1600536"/>
                  </a:lnTo>
                  <a:lnTo>
                    <a:pt x="948996" y="1634134"/>
                  </a:lnTo>
                  <a:lnTo>
                    <a:pt x="943926" y="1683084"/>
                  </a:lnTo>
                  <a:lnTo>
                    <a:pt x="937750" y="1743074"/>
                  </a:lnTo>
                  <a:lnTo>
                    <a:pt x="893307" y="1738131"/>
                  </a:lnTo>
                  <a:lnTo>
                    <a:pt x="843435" y="1732439"/>
                  </a:lnTo>
                  <a:lnTo>
                    <a:pt x="797153" y="1726746"/>
                  </a:lnTo>
                  <a:lnTo>
                    <a:pt x="769599" y="1722582"/>
                  </a:lnTo>
                  <a:lnTo>
                    <a:pt x="738497" y="1718604"/>
                  </a:lnTo>
                  <a:lnTo>
                    <a:pt x="720340" y="1716377"/>
                  </a:lnTo>
                  <a:lnTo>
                    <a:pt x="717628" y="1716041"/>
                  </a:lnTo>
                  <a:lnTo>
                    <a:pt x="705095" y="1714203"/>
                  </a:lnTo>
                  <a:lnTo>
                    <a:pt x="704392" y="1714107"/>
                  </a:lnTo>
                  <a:lnTo>
                    <a:pt x="611568" y="1700875"/>
                  </a:lnTo>
                  <a:lnTo>
                    <a:pt x="593813" y="1698245"/>
                  </a:lnTo>
                  <a:lnTo>
                    <a:pt x="593173" y="1698150"/>
                  </a:lnTo>
                  <a:lnTo>
                    <a:pt x="565272" y="1693923"/>
                  </a:lnTo>
                  <a:lnTo>
                    <a:pt x="558438" y="1692873"/>
                  </a:lnTo>
                  <a:lnTo>
                    <a:pt x="551841" y="1691853"/>
                  </a:lnTo>
                  <a:lnTo>
                    <a:pt x="453989" y="1675955"/>
                  </a:lnTo>
                  <a:lnTo>
                    <a:pt x="445716" y="1674506"/>
                  </a:lnTo>
                  <a:lnTo>
                    <a:pt x="447296" y="1663668"/>
                  </a:lnTo>
                  <a:lnTo>
                    <a:pt x="451052" y="1639568"/>
                  </a:lnTo>
                  <a:lnTo>
                    <a:pt x="454992" y="1614055"/>
                  </a:lnTo>
                  <a:close/>
                </a:path>
              </a:pathLst>
            </a:custGeom>
            <a:solidFill>
              <a:srgbClr val="F2C292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h123"/>
            <p:cNvSpPr/>
            <p:nvPr/>
          </p:nvSpPr>
          <p:spPr>
            <a:xfrm>
              <a:off x="5854381" y="1157072"/>
              <a:ext cx="592975" cy="1757350"/>
            </a:xfrm>
            <a:custGeom>
              <a:avLst/>
              <a:pathLst>
                <a:path w="592975" h="1757350">
                  <a:moveTo>
                    <a:pt x="457200" y="1600200"/>
                  </a:moveTo>
                  <a:lnTo>
                    <a:pt x="456243" y="1591543"/>
                  </a:lnTo>
                  <a:lnTo>
                    <a:pt x="457484" y="1582658"/>
                  </a:lnTo>
                  <a:lnTo>
                    <a:pt x="459145" y="1578425"/>
                  </a:lnTo>
                  <a:lnTo>
                    <a:pt x="458845" y="1577764"/>
                  </a:lnTo>
                  <a:lnTo>
                    <a:pt x="456415" y="1572414"/>
                  </a:lnTo>
                  <a:lnTo>
                    <a:pt x="453669" y="1567127"/>
                  </a:lnTo>
                  <a:lnTo>
                    <a:pt x="453766" y="1563656"/>
                  </a:lnTo>
                  <a:lnTo>
                    <a:pt x="453698" y="1555963"/>
                  </a:lnTo>
                  <a:lnTo>
                    <a:pt x="449419" y="1548568"/>
                  </a:lnTo>
                  <a:lnTo>
                    <a:pt x="444951" y="1544940"/>
                  </a:lnTo>
                  <a:lnTo>
                    <a:pt x="442957" y="1543320"/>
                  </a:lnTo>
                  <a:lnTo>
                    <a:pt x="442498" y="1542946"/>
                  </a:lnTo>
                  <a:lnTo>
                    <a:pt x="438530" y="1537389"/>
                  </a:lnTo>
                  <a:lnTo>
                    <a:pt x="437292" y="1527069"/>
                  </a:lnTo>
                  <a:lnTo>
                    <a:pt x="435895" y="1520795"/>
                  </a:lnTo>
                  <a:lnTo>
                    <a:pt x="435740" y="1514028"/>
                  </a:lnTo>
                  <a:lnTo>
                    <a:pt x="432192" y="1512033"/>
                  </a:lnTo>
                  <a:lnTo>
                    <a:pt x="429795" y="1508793"/>
                  </a:lnTo>
                  <a:lnTo>
                    <a:pt x="430695" y="1500394"/>
                  </a:lnTo>
                  <a:lnTo>
                    <a:pt x="428087" y="1494268"/>
                  </a:lnTo>
                  <a:lnTo>
                    <a:pt x="426584" y="1489410"/>
                  </a:lnTo>
                  <a:lnTo>
                    <a:pt x="438824" y="1484847"/>
                  </a:lnTo>
                  <a:lnTo>
                    <a:pt x="450536" y="1480454"/>
                  </a:lnTo>
                  <a:lnTo>
                    <a:pt x="459705" y="1477270"/>
                  </a:lnTo>
                  <a:lnTo>
                    <a:pt x="488713" y="1467238"/>
                  </a:lnTo>
                  <a:lnTo>
                    <a:pt x="491132" y="1466647"/>
                  </a:lnTo>
                  <a:lnTo>
                    <a:pt x="492932" y="1466206"/>
                  </a:lnTo>
                  <a:lnTo>
                    <a:pt x="508010" y="1461030"/>
                  </a:lnTo>
                  <a:lnTo>
                    <a:pt x="534424" y="1451181"/>
                  </a:lnTo>
                  <a:lnTo>
                    <a:pt x="543180" y="1447805"/>
                  </a:lnTo>
                  <a:lnTo>
                    <a:pt x="544444" y="1447301"/>
                  </a:lnTo>
                  <a:lnTo>
                    <a:pt x="561134" y="1440625"/>
                  </a:lnTo>
                  <a:lnTo>
                    <a:pt x="567732" y="1437976"/>
                  </a:lnTo>
                  <a:lnTo>
                    <a:pt x="576517" y="1434579"/>
                  </a:lnTo>
                  <a:lnTo>
                    <a:pt x="575658" y="1439935"/>
                  </a:lnTo>
                  <a:lnTo>
                    <a:pt x="581449" y="1446400"/>
                  </a:lnTo>
                  <a:lnTo>
                    <a:pt x="580516" y="1450932"/>
                  </a:lnTo>
                  <a:lnTo>
                    <a:pt x="579868" y="1461350"/>
                  </a:lnTo>
                  <a:lnTo>
                    <a:pt x="577762" y="1469956"/>
                  </a:lnTo>
                  <a:lnTo>
                    <a:pt x="584728" y="1478365"/>
                  </a:lnTo>
                  <a:lnTo>
                    <a:pt x="589030" y="1481833"/>
                  </a:lnTo>
                  <a:lnTo>
                    <a:pt x="591661" y="1487351"/>
                  </a:lnTo>
                  <a:lnTo>
                    <a:pt x="589483" y="1492400"/>
                  </a:lnTo>
                  <a:lnTo>
                    <a:pt x="592121" y="1497613"/>
                  </a:lnTo>
                  <a:lnTo>
                    <a:pt x="588080" y="1503556"/>
                  </a:lnTo>
                  <a:lnTo>
                    <a:pt x="586478" y="1510564"/>
                  </a:lnTo>
                  <a:lnTo>
                    <a:pt x="581303" y="1514870"/>
                  </a:lnTo>
                  <a:lnTo>
                    <a:pt x="580198" y="1515788"/>
                  </a:lnTo>
                  <a:lnTo>
                    <a:pt x="578885" y="1522575"/>
                  </a:lnTo>
                  <a:lnTo>
                    <a:pt x="577544" y="1523771"/>
                  </a:lnTo>
                  <a:lnTo>
                    <a:pt x="574859" y="1526161"/>
                  </a:lnTo>
                  <a:lnTo>
                    <a:pt x="569146" y="1528224"/>
                  </a:lnTo>
                  <a:lnTo>
                    <a:pt x="564988" y="1531487"/>
                  </a:lnTo>
                  <a:lnTo>
                    <a:pt x="562752" y="1536726"/>
                  </a:lnTo>
                  <a:lnTo>
                    <a:pt x="564013" y="1542310"/>
                  </a:lnTo>
                  <a:lnTo>
                    <a:pt x="566010" y="1549895"/>
                  </a:lnTo>
                  <a:lnTo>
                    <a:pt x="567678" y="1552640"/>
                  </a:lnTo>
                  <a:lnTo>
                    <a:pt x="571464" y="1558873"/>
                  </a:lnTo>
                  <a:lnTo>
                    <a:pt x="571144" y="1568184"/>
                  </a:lnTo>
                  <a:lnTo>
                    <a:pt x="569517" y="1574504"/>
                  </a:lnTo>
                  <a:lnTo>
                    <a:pt x="572194" y="1579236"/>
                  </a:lnTo>
                  <a:lnTo>
                    <a:pt x="570061" y="1590202"/>
                  </a:lnTo>
                  <a:lnTo>
                    <a:pt x="571651" y="1598370"/>
                  </a:lnTo>
                  <a:lnTo>
                    <a:pt x="570771" y="1603401"/>
                  </a:lnTo>
                  <a:lnTo>
                    <a:pt x="570439" y="1605293"/>
                  </a:lnTo>
                  <a:lnTo>
                    <a:pt x="566852" y="1611887"/>
                  </a:lnTo>
                  <a:lnTo>
                    <a:pt x="567752" y="1626560"/>
                  </a:lnTo>
                  <a:lnTo>
                    <a:pt x="567527" y="1627016"/>
                  </a:lnTo>
                  <a:lnTo>
                    <a:pt x="564998" y="1632153"/>
                  </a:lnTo>
                  <a:lnTo>
                    <a:pt x="568197" y="1641798"/>
                  </a:lnTo>
                  <a:lnTo>
                    <a:pt x="570825" y="1658323"/>
                  </a:lnTo>
                  <a:lnTo>
                    <a:pt x="573472" y="1663038"/>
                  </a:lnTo>
                  <a:lnTo>
                    <a:pt x="574206" y="1670393"/>
                  </a:lnTo>
                  <a:lnTo>
                    <a:pt x="574446" y="1674399"/>
                  </a:lnTo>
                  <a:lnTo>
                    <a:pt x="574583" y="1676706"/>
                  </a:lnTo>
                  <a:lnTo>
                    <a:pt x="575965" y="1683439"/>
                  </a:lnTo>
                  <a:lnTo>
                    <a:pt x="576162" y="1684402"/>
                  </a:lnTo>
                  <a:lnTo>
                    <a:pt x="580293" y="1691861"/>
                  </a:lnTo>
                  <a:lnTo>
                    <a:pt x="579743" y="1697733"/>
                  </a:lnTo>
                  <a:lnTo>
                    <a:pt x="582823" y="1701949"/>
                  </a:lnTo>
                  <a:lnTo>
                    <a:pt x="580300" y="1707773"/>
                  </a:lnTo>
                  <a:lnTo>
                    <a:pt x="577470" y="1710486"/>
                  </a:lnTo>
                  <a:lnTo>
                    <a:pt x="579846" y="1717256"/>
                  </a:lnTo>
                  <a:lnTo>
                    <a:pt x="579047" y="1721779"/>
                  </a:lnTo>
                  <a:lnTo>
                    <a:pt x="582936" y="1728598"/>
                  </a:lnTo>
                  <a:lnTo>
                    <a:pt x="589959" y="1731909"/>
                  </a:lnTo>
                  <a:lnTo>
                    <a:pt x="592975" y="1735426"/>
                  </a:lnTo>
                  <a:lnTo>
                    <a:pt x="562816" y="1744875"/>
                  </a:lnTo>
                  <a:lnTo>
                    <a:pt x="558081" y="1746397"/>
                  </a:lnTo>
                  <a:lnTo>
                    <a:pt x="552432" y="1748208"/>
                  </a:lnTo>
                  <a:lnTo>
                    <a:pt x="544454" y="1750757"/>
                  </a:lnTo>
                  <a:lnTo>
                    <a:pt x="523662" y="1757350"/>
                  </a:lnTo>
                  <a:lnTo>
                    <a:pt x="519241" y="1751431"/>
                  </a:lnTo>
                  <a:lnTo>
                    <a:pt x="519042" y="1747308"/>
                  </a:lnTo>
                  <a:lnTo>
                    <a:pt x="518895" y="1746810"/>
                  </a:lnTo>
                  <a:lnTo>
                    <a:pt x="515097" y="1734001"/>
                  </a:lnTo>
                  <a:lnTo>
                    <a:pt x="511789" y="1722861"/>
                  </a:lnTo>
                  <a:lnTo>
                    <a:pt x="501950" y="1689174"/>
                  </a:lnTo>
                  <a:lnTo>
                    <a:pt x="500216" y="1683256"/>
                  </a:lnTo>
                  <a:lnTo>
                    <a:pt x="494311" y="1662488"/>
                  </a:lnTo>
                  <a:lnTo>
                    <a:pt x="488128" y="1658036"/>
                  </a:lnTo>
                  <a:lnTo>
                    <a:pt x="483491" y="1654134"/>
                  </a:lnTo>
                  <a:lnTo>
                    <a:pt x="480074" y="1663021"/>
                  </a:lnTo>
                  <a:lnTo>
                    <a:pt x="476402" y="1660207"/>
                  </a:lnTo>
                  <a:lnTo>
                    <a:pt x="474919" y="1652808"/>
                  </a:lnTo>
                  <a:lnTo>
                    <a:pt x="475037" y="1647309"/>
                  </a:lnTo>
                  <a:lnTo>
                    <a:pt x="475619" y="1639911"/>
                  </a:lnTo>
                  <a:lnTo>
                    <a:pt x="475803" y="1637553"/>
                  </a:lnTo>
                  <a:lnTo>
                    <a:pt x="471638" y="1633979"/>
                  </a:lnTo>
                  <a:lnTo>
                    <a:pt x="470620" y="1633105"/>
                  </a:lnTo>
                  <a:lnTo>
                    <a:pt x="469660" y="1625688"/>
                  </a:lnTo>
                  <a:lnTo>
                    <a:pt x="464679" y="1620182"/>
                  </a:lnTo>
                  <a:lnTo>
                    <a:pt x="462564" y="1614829"/>
                  </a:lnTo>
                  <a:lnTo>
                    <a:pt x="461572" y="1610394"/>
                  </a:lnTo>
                  <a:lnTo>
                    <a:pt x="457755" y="1607577"/>
                  </a:lnTo>
                  <a:close/>
                </a:path>
              </a:pathLst>
            </a:custGeom>
            <a:solidFill>
              <a:srgbClr val="F4C99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h124"/>
            <p:cNvSpPr/>
            <p:nvPr/>
          </p:nvSpPr>
          <p:spPr>
            <a:xfrm>
              <a:off x="5870568" y="2049787"/>
              <a:ext cx="505391" cy="1621996"/>
            </a:xfrm>
            <a:custGeom>
              <a:avLst/>
              <a:pathLst>
                <a:path w="505391" h="1621996">
                  <a:moveTo>
                    <a:pt x="457200" y="1600200"/>
                  </a:moveTo>
                  <a:lnTo>
                    <a:pt x="458003" y="1589576"/>
                  </a:lnTo>
                  <a:lnTo>
                    <a:pt x="456486" y="1580058"/>
                  </a:lnTo>
                  <a:lnTo>
                    <a:pt x="455944" y="1566609"/>
                  </a:lnTo>
                  <a:lnTo>
                    <a:pt x="455866" y="1564698"/>
                  </a:lnTo>
                  <a:lnTo>
                    <a:pt x="457473" y="1554855"/>
                  </a:lnTo>
                  <a:lnTo>
                    <a:pt x="458908" y="1545571"/>
                  </a:lnTo>
                  <a:lnTo>
                    <a:pt x="461762" y="1538639"/>
                  </a:lnTo>
                  <a:lnTo>
                    <a:pt x="459797" y="1533715"/>
                  </a:lnTo>
                  <a:lnTo>
                    <a:pt x="466636" y="1528385"/>
                  </a:lnTo>
                  <a:lnTo>
                    <a:pt x="468599" y="1523455"/>
                  </a:lnTo>
                  <a:lnTo>
                    <a:pt x="461678" y="1518462"/>
                  </a:lnTo>
                  <a:lnTo>
                    <a:pt x="468291" y="1510309"/>
                  </a:lnTo>
                  <a:lnTo>
                    <a:pt x="471047" y="1503781"/>
                  </a:lnTo>
                  <a:lnTo>
                    <a:pt x="505391" y="1488848"/>
                  </a:lnTo>
                  <a:lnTo>
                    <a:pt x="500964" y="1507565"/>
                  </a:lnTo>
                  <a:lnTo>
                    <a:pt x="498531" y="1513993"/>
                  </a:lnTo>
                  <a:lnTo>
                    <a:pt x="492503" y="1513545"/>
                  </a:lnTo>
                  <a:lnTo>
                    <a:pt x="489075" y="1519434"/>
                  </a:lnTo>
                  <a:lnTo>
                    <a:pt x="486088" y="1531399"/>
                  </a:lnTo>
                  <a:lnTo>
                    <a:pt x="485210" y="1542791"/>
                  </a:lnTo>
                  <a:lnTo>
                    <a:pt x="484911" y="1549937"/>
                  </a:lnTo>
                  <a:lnTo>
                    <a:pt x="487167" y="1555607"/>
                  </a:lnTo>
                  <a:lnTo>
                    <a:pt x="483658" y="1566758"/>
                  </a:lnTo>
                  <a:lnTo>
                    <a:pt x="484904" y="1568524"/>
                  </a:lnTo>
                  <a:lnTo>
                    <a:pt x="486081" y="1570191"/>
                  </a:lnTo>
                  <a:lnTo>
                    <a:pt x="482859" y="1581467"/>
                  </a:lnTo>
                  <a:lnTo>
                    <a:pt x="482697" y="1586447"/>
                  </a:lnTo>
                  <a:lnTo>
                    <a:pt x="479931" y="1592289"/>
                  </a:lnTo>
                  <a:lnTo>
                    <a:pt x="480055" y="1598800"/>
                  </a:lnTo>
                  <a:lnTo>
                    <a:pt x="479741" y="1605910"/>
                  </a:lnTo>
                  <a:lnTo>
                    <a:pt x="474703" y="1617284"/>
                  </a:lnTo>
                  <a:lnTo>
                    <a:pt x="471387" y="1621996"/>
                  </a:lnTo>
                  <a:lnTo>
                    <a:pt x="467522" y="1621741"/>
                  </a:lnTo>
                  <a:lnTo>
                    <a:pt x="462830" y="1611616"/>
                  </a:lnTo>
                  <a:close/>
                </a:path>
              </a:pathLst>
            </a:custGeom>
            <a:solidFill>
              <a:srgbClr val="EDB387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h125"/>
            <p:cNvSpPr/>
            <p:nvPr/>
          </p:nvSpPr>
          <p:spPr>
            <a:xfrm>
              <a:off x="5160359" y="2310395"/>
              <a:ext cx="1206386" cy="1605444"/>
            </a:xfrm>
            <a:custGeom>
              <a:avLst/>
              <a:pathLst>
                <a:path w="1206386" h="1605444">
                  <a:moveTo>
                    <a:pt x="457200" y="1600200"/>
                  </a:moveTo>
                  <a:lnTo>
                    <a:pt x="465016" y="1594577"/>
                  </a:lnTo>
                  <a:lnTo>
                    <a:pt x="471467" y="1593264"/>
                  </a:lnTo>
                  <a:lnTo>
                    <a:pt x="473850" y="1592778"/>
                  </a:lnTo>
                  <a:lnTo>
                    <a:pt x="478306" y="1589288"/>
                  </a:lnTo>
                  <a:lnTo>
                    <a:pt x="491980" y="1581393"/>
                  </a:lnTo>
                  <a:lnTo>
                    <a:pt x="501347" y="1577417"/>
                  </a:lnTo>
                  <a:lnTo>
                    <a:pt x="502241" y="1570496"/>
                  </a:lnTo>
                  <a:lnTo>
                    <a:pt x="504787" y="1563043"/>
                  </a:lnTo>
                  <a:lnTo>
                    <a:pt x="510986" y="1562183"/>
                  </a:lnTo>
                  <a:lnTo>
                    <a:pt x="521554" y="1555554"/>
                  </a:lnTo>
                  <a:lnTo>
                    <a:pt x="522340" y="1553484"/>
                  </a:lnTo>
                  <a:lnTo>
                    <a:pt x="523585" y="1550197"/>
                  </a:lnTo>
                  <a:lnTo>
                    <a:pt x="521952" y="1543761"/>
                  </a:lnTo>
                  <a:lnTo>
                    <a:pt x="526357" y="1538638"/>
                  </a:lnTo>
                  <a:lnTo>
                    <a:pt x="532260" y="1535246"/>
                  </a:lnTo>
                  <a:lnTo>
                    <a:pt x="534217" y="1530526"/>
                  </a:lnTo>
                  <a:lnTo>
                    <a:pt x="532552" y="1524015"/>
                  </a:lnTo>
                  <a:lnTo>
                    <a:pt x="546116" y="1510437"/>
                  </a:lnTo>
                  <a:lnTo>
                    <a:pt x="546713" y="1509837"/>
                  </a:lnTo>
                  <a:lnTo>
                    <a:pt x="547107" y="1509518"/>
                  </a:lnTo>
                  <a:lnTo>
                    <a:pt x="556171" y="1502170"/>
                  </a:lnTo>
                  <a:lnTo>
                    <a:pt x="564704" y="1497618"/>
                  </a:lnTo>
                  <a:lnTo>
                    <a:pt x="567899" y="1492965"/>
                  </a:lnTo>
                  <a:lnTo>
                    <a:pt x="568286" y="1492402"/>
                  </a:lnTo>
                  <a:lnTo>
                    <a:pt x="576823" y="1480978"/>
                  </a:lnTo>
                  <a:lnTo>
                    <a:pt x="595239" y="1456176"/>
                  </a:lnTo>
                  <a:lnTo>
                    <a:pt x="599336" y="1458568"/>
                  </a:lnTo>
                  <a:lnTo>
                    <a:pt x="595717" y="1466728"/>
                  </a:lnTo>
                  <a:lnTo>
                    <a:pt x="601175" y="1469913"/>
                  </a:lnTo>
                  <a:lnTo>
                    <a:pt x="602259" y="1473593"/>
                  </a:lnTo>
                  <a:lnTo>
                    <a:pt x="607296" y="1479786"/>
                  </a:lnTo>
                  <a:lnTo>
                    <a:pt x="612889" y="1484513"/>
                  </a:lnTo>
                  <a:lnTo>
                    <a:pt x="620383" y="1484169"/>
                  </a:lnTo>
                  <a:lnTo>
                    <a:pt x="624150" y="1487455"/>
                  </a:lnTo>
                  <a:lnTo>
                    <a:pt x="624703" y="1487719"/>
                  </a:lnTo>
                  <a:lnTo>
                    <a:pt x="631450" y="1490938"/>
                  </a:lnTo>
                  <a:lnTo>
                    <a:pt x="642701" y="1487868"/>
                  </a:lnTo>
                  <a:lnTo>
                    <a:pt x="644928" y="1485224"/>
                  </a:lnTo>
                  <a:lnTo>
                    <a:pt x="649001" y="1480825"/>
                  </a:lnTo>
                  <a:lnTo>
                    <a:pt x="653828" y="1477118"/>
                  </a:lnTo>
                  <a:lnTo>
                    <a:pt x="658444" y="1467538"/>
                  </a:lnTo>
                  <a:lnTo>
                    <a:pt x="674245" y="1477065"/>
                  </a:lnTo>
                  <a:lnTo>
                    <a:pt x="683924" y="1469246"/>
                  </a:lnTo>
                  <a:lnTo>
                    <a:pt x="694564" y="1464076"/>
                  </a:lnTo>
                  <a:lnTo>
                    <a:pt x="695984" y="1463577"/>
                  </a:lnTo>
                  <a:lnTo>
                    <a:pt x="701752" y="1461547"/>
                  </a:lnTo>
                  <a:lnTo>
                    <a:pt x="709030" y="1456165"/>
                  </a:lnTo>
                  <a:lnTo>
                    <a:pt x="703164" y="1451253"/>
                  </a:lnTo>
                  <a:lnTo>
                    <a:pt x="703951" y="1446456"/>
                  </a:lnTo>
                  <a:lnTo>
                    <a:pt x="704665" y="1446134"/>
                  </a:lnTo>
                  <a:lnTo>
                    <a:pt x="706581" y="1445269"/>
                  </a:lnTo>
                  <a:lnTo>
                    <a:pt x="714305" y="1450110"/>
                  </a:lnTo>
                  <a:lnTo>
                    <a:pt x="723256" y="1442622"/>
                  </a:lnTo>
                  <a:lnTo>
                    <a:pt x="733127" y="1432510"/>
                  </a:lnTo>
                  <a:lnTo>
                    <a:pt x="741543" y="1436350"/>
                  </a:lnTo>
                  <a:lnTo>
                    <a:pt x="742074" y="1436593"/>
                  </a:lnTo>
                  <a:lnTo>
                    <a:pt x="747305" y="1430691"/>
                  </a:lnTo>
                  <a:lnTo>
                    <a:pt x="755628" y="1419151"/>
                  </a:lnTo>
                  <a:lnTo>
                    <a:pt x="755175" y="1412971"/>
                  </a:lnTo>
                  <a:lnTo>
                    <a:pt x="759665" y="1406932"/>
                  </a:lnTo>
                  <a:lnTo>
                    <a:pt x="751570" y="1401229"/>
                  </a:lnTo>
                  <a:lnTo>
                    <a:pt x="751717" y="1400885"/>
                  </a:lnTo>
                  <a:lnTo>
                    <a:pt x="753812" y="1395947"/>
                  </a:lnTo>
                  <a:lnTo>
                    <a:pt x="755858" y="1387397"/>
                  </a:lnTo>
                  <a:lnTo>
                    <a:pt x="756451" y="1381571"/>
                  </a:lnTo>
                  <a:lnTo>
                    <a:pt x="761174" y="1372448"/>
                  </a:lnTo>
                  <a:lnTo>
                    <a:pt x="766668" y="1363078"/>
                  </a:lnTo>
                  <a:lnTo>
                    <a:pt x="768078" y="1360668"/>
                  </a:lnTo>
                  <a:lnTo>
                    <a:pt x="772111" y="1349845"/>
                  </a:lnTo>
                  <a:lnTo>
                    <a:pt x="772450" y="1347281"/>
                  </a:lnTo>
                  <a:lnTo>
                    <a:pt x="773290" y="1340896"/>
                  </a:lnTo>
                  <a:lnTo>
                    <a:pt x="773411" y="1331504"/>
                  </a:lnTo>
                  <a:lnTo>
                    <a:pt x="778252" y="1324001"/>
                  </a:lnTo>
                  <a:lnTo>
                    <a:pt x="782322" y="1318616"/>
                  </a:lnTo>
                  <a:lnTo>
                    <a:pt x="783044" y="1317658"/>
                  </a:lnTo>
                  <a:lnTo>
                    <a:pt x="780344" y="1313104"/>
                  </a:lnTo>
                  <a:lnTo>
                    <a:pt x="785675" y="1306257"/>
                  </a:lnTo>
                  <a:lnTo>
                    <a:pt x="787784" y="1296104"/>
                  </a:lnTo>
                  <a:lnTo>
                    <a:pt x="786736" y="1292207"/>
                  </a:lnTo>
                  <a:lnTo>
                    <a:pt x="787460" y="1285952"/>
                  </a:lnTo>
                  <a:lnTo>
                    <a:pt x="787049" y="1275668"/>
                  </a:lnTo>
                  <a:lnTo>
                    <a:pt x="798119" y="1277800"/>
                  </a:lnTo>
                  <a:lnTo>
                    <a:pt x="807046" y="1287904"/>
                  </a:lnTo>
                  <a:lnTo>
                    <a:pt x="817881" y="1289003"/>
                  </a:lnTo>
                  <a:lnTo>
                    <a:pt x="823670" y="1288652"/>
                  </a:lnTo>
                  <a:lnTo>
                    <a:pt x="824998" y="1288571"/>
                  </a:lnTo>
                  <a:lnTo>
                    <a:pt x="829532" y="1279972"/>
                  </a:lnTo>
                  <a:lnTo>
                    <a:pt x="829666" y="1279202"/>
                  </a:lnTo>
                  <a:lnTo>
                    <a:pt x="830796" y="1272706"/>
                  </a:lnTo>
                  <a:lnTo>
                    <a:pt x="832913" y="1262000"/>
                  </a:lnTo>
                  <a:lnTo>
                    <a:pt x="837103" y="1254070"/>
                  </a:lnTo>
                  <a:lnTo>
                    <a:pt x="836665" y="1250233"/>
                  </a:lnTo>
                  <a:lnTo>
                    <a:pt x="837449" y="1240821"/>
                  </a:lnTo>
                  <a:lnTo>
                    <a:pt x="839544" y="1235469"/>
                  </a:lnTo>
                  <a:lnTo>
                    <a:pt x="840562" y="1229847"/>
                  </a:lnTo>
                  <a:lnTo>
                    <a:pt x="854921" y="1236042"/>
                  </a:lnTo>
                  <a:lnTo>
                    <a:pt x="857384" y="1226604"/>
                  </a:lnTo>
                  <a:lnTo>
                    <a:pt x="860016" y="1217793"/>
                  </a:lnTo>
                  <a:lnTo>
                    <a:pt x="867528" y="1211649"/>
                  </a:lnTo>
                  <a:lnTo>
                    <a:pt x="871503" y="1203247"/>
                  </a:lnTo>
                  <a:lnTo>
                    <a:pt x="876155" y="1198586"/>
                  </a:lnTo>
                  <a:lnTo>
                    <a:pt x="877564" y="1192545"/>
                  </a:lnTo>
                  <a:lnTo>
                    <a:pt x="878715" y="1187593"/>
                  </a:lnTo>
                  <a:lnTo>
                    <a:pt x="885311" y="1176780"/>
                  </a:lnTo>
                  <a:lnTo>
                    <a:pt x="883072" y="1173653"/>
                  </a:lnTo>
                  <a:lnTo>
                    <a:pt x="883717" y="1166900"/>
                  </a:lnTo>
                  <a:lnTo>
                    <a:pt x="882829" y="1162120"/>
                  </a:lnTo>
                  <a:lnTo>
                    <a:pt x="886141" y="1151281"/>
                  </a:lnTo>
                  <a:lnTo>
                    <a:pt x="884744" y="1144443"/>
                  </a:lnTo>
                  <a:lnTo>
                    <a:pt x="882087" y="1137796"/>
                  </a:lnTo>
                  <a:lnTo>
                    <a:pt x="895255" y="1143985"/>
                  </a:lnTo>
                  <a:lnTo>
                    <a:pt x="899920" y="1146172"/>
                  </a:lnTo>
                  <a:lnTo>
                    <a:pt x="917231" y="1154346"/>
                  </a:lnTo>
                  <a:lnTo>
                    <a:pt x="940210" y="1165139"/>
                  </a:lnTo>
                  <a:lnTo>
                    <a:pt x="940834" y="1160260"/>
                  </a:lnTo>
                  <a:lnTo>
                    <a:pt x="941795" y="1152105"/>
                  </a:lnTo>
                  <a:lnTo>
                    <a:pt x="944294" y="1139455"/>
                  </a:lnTo>
                  <a:lnTo>
                    <a:pt x="948246" y="1138788"/>
                  </a:lnTo>
                  <a:lnTo>
                    <a:pt x="949338" y="1138604"/>
                  </a:lnTo>
                  <a:lnTo>
                    <a:pt x="956974" y="1138418"/>
                  </a:lnTo>
                  <a:lnTo>
                    <a:pt x="960921" y="1140257"/>
                  </a:lnTo>
                  <a:lnTo>
                    <a:pt x="967012" y="1142210"/>
                  </a:lnTo>
                  <a:lnTo>
                    <a:pt x="971417" y="1145174"/>
                  </a:lnTo>
                  <a:lnTo>
                    <a:pt x="970064" y="1149850"/>
                  </a:lnTo>
                  <a:lnTo>
                    <a:pt x="967599" y="1153745"/>
                  </a:lnTo>
                  <a:lnTo>
                    <a:pt x="968988" y="1158571"/>
                  </a:lnTo>
                  <a:lnTo>
                    <a:pt x="973033" y="1159416"/>
                  </a:lnTo>
                  <a:lnTo>
                    <a:pt x="975685" y="1162491"/>
                  </a:lnTo>
                  <a:lnTo>
                    <a:pt x="985624" y="1161529"/>
                  </a:lnTo>
                  <a:lnTo>
                    <a:pt x="987273" y="1161504"/>
                  </a:lnTo>
                  <a:lnTo>
                    <a:pt x="988551" y="1161485"/>
                  </a:lnTo>
                  <a:lnTo>
                    <a:pt x="990459" y="1161455"/>
                  </a:lnTo>
                  <a:lnTo>
                    <a:pt x="997002" y="1162857"/>
                  </a:lnTo>
                  <a:lnTo>
                    <a:pt x="998184" y="1167856"/>
                  </a:lnTo>
                  <a:lnTo>
                    <a:pt x="1003122" y="1168788"/>
                  </a:lnTo>
                  <a:lnTo>
                    <a:pt x="1005242" y="1168375"/>
                  </a:lnTo>
                  <a:lnTo>
                    <a:pt x="1008397" y="1167760"/>
                  </a:lnTo>
                  <a:lnTo>
                    <a:pt x="1011831" y="1170664"/>
                  </a:lnTo>
                  <a:lnTo>
                    <a:pt x="1015527" y="1173526"/>
                  </a:lnTo>
                  <a:lnTo>
                    <a:pt x="1021404" y="1176537"/>
                  </a:lnTo>
                  <a:lnTo>
                    <a:pt x="1022271" y="1179783"/>
                  </a:lnTo>
                  <a:lnTo>
                    <a:pt x="1023873" y="1185785"/>
                  </a:lnTo>
                  <a:lnTo>
                    <a:pt x="1024054" y="1186555"/>
                  </a:lnTo>
                  <a:lnTo>
                    <a:pt x="1025164" y="1191268"/>
                  </a:lnTo>
                  <a:lnTo>
                    <a:pt x="1025416" y="1192339"/>
                  </a:lnTo>
                  <a:lnTo>
                    <a:pt x="1025187" y="1196051"/>
                  </a:lnTo>
                  <a:lnTo>
                    <a:pt x="1022766" y="1196799"/>
                  </a:lnTo>
                  <a:lnTo>
                    <a:pt x="1022320" y="1197479"/>
                  </a:lnTo>
                  <a:lnTo>
                    <a:pt x="1019002" y="1202527"/>
                  </a:lnTo>
                  <a:lnTo>
                    <a:pt x="1020455" y="1207161"/>
                  </a:lnTo>
                  <a:lnTo>
                    <a:pt x="1011742" y="1209630"/>
                  </a:lnTo>
                  <a:lnTo>
                    <a:pt x="1009650" y="1210221"/>
                  </a:lnTo>
                  <a:lnTo>
                    <a:pt x="1007464" y="1220351"/>
                  </a:lnTo>
                  <a:lnTo>
                    <a:pt x="1007761" y="1228096"/>
                  </a:lnTo>
                  <a:lnTo>
                    <a:pt x="1007931" y="1232573"/>
                  </a:lnTo>
                  <a:lnTo>
                    <a:pt x="1011067" y="1242549"/>
                  </a:lnTo>
                  <a:lnTo>
                    <a:pt x="1015144" y="1245546"/>
                  </a:lnTo>
                  <a:lnTo>
                    <a:pt x="1017502" y="1247278"/>
                  </a:lnTo>
                  <a:lnTo>
                    <a:pt x="1026649" y="1243003"/>
                  </a:lnTo>
                  <a:lnTo>
                    <a:pt x="1032852" y="1240343"/>
                  </a:lnTo>
                  <a:lnTo>
                    <a:pt x="1036858" y="1238238"/>
                  </a:lnTo>
                  <a:lnTo>
                    <a:pt x="1040374" y="1241246"/>
                  </a:lnTo>
                  <a:lnTo>
                    <a:pt x="1040725" y="1244607"/>
                  </a:lnTo>
                  <a:lnTo>
                    <a:pt x="1044225" y="1246665"/>
                  </a:lnTo>
                  <a:lnTo>
                    <a:pt x="1045000" y="1247120"/>
                  </a:lnTo>
                  <a:lnTo>
                    <a:pt x="1049007" y="1249970"/>
                  </a:lnTo>
                  <a:lnTo>
                    <a:pt x="1049518" y="1253613"/>
                  </a:lnTo>
                  <a:lnTo>
                    <a:pt x="1054860" y="1254286"/>
                  </a:lnTo>
                  <a:lnTo>
                    <a:pt x="1062652" y="1256408"/>
                  </a:lnTo>
                  <a:lnTo>
                    <a:pt x="1071000" y="1254161"/>
                  </a:lnTo>
                  <a:lnTo>
                    <a:pt x="1077217" y="1253081"/>
                  </a:lnTo>
                  <a:lnTo>
                    <a:pt x="1084082" y="1252105"/>
                  </a:lnTo>
                  <a:lnTo>
                    <a:pt x="1086543" y="1256406"/>
                  </a:lnTo>
                  <a:lnTo>
                    <a:pt x="1093919" y="1259530"/>
                  </a:lnTo>
                  <a:lnTo>
                    <a:pt x="1097248" y="1262470"/>
                  </a:lnTo>
                  <a:lnTo>
                    <a:pt x="1099716" y="1264649"/>
                  </a:lnTo>
                  <a:lnTo>
                    <a:pt x="1107043" y="1267732"/>
                  </a:lnTo>
                  <a:lnTo>
                    <a:pt x="1118732" y="1269769"/>
                  </a:lnTo>
                  <a:lnTo>
                    <a:pt x="1127719" y="1273073"/>
                  </a:lnTo>
                  <a:lnTo>
                    <a:pt x="1128194" y="1280257"/>
                  </a:lnTo>
                  <a:lnTo>
                    <a:pt x="1123936" y="1286511"/>
                  </a:lnTo>
                  <a:lnTo>
                    <a:pt x="1126132" y="1295585"/>
                  </a:lnTo>
                  <a:lnTo>
                    <a:pt x="1126200" y="1300493"/>
                  </a:lnTo>
                  <a:lnTo>
                    <a:pt x="1126220" y="1302001"/>
                  </a:lnTo>
                  <a:lnTo>
                    <a:pt x="1132596" y="1306995"/>
                  </a:lnTo>
                  <a:lnTo>
                    <a:pt x="1132719" y="1310987"/>
                  </a:lnTo>
                  <a:lnTo>
                    <a:pt x="1132836" y="1314831"/>
                  </a:lnTo>
                  <a:lnTo>
                    <a:pt x="1134334" y="1317201"/>
                  </a:lnTo>
                  <a:lnTo>
                    <a:pt x="1137164" y="1321680"/>
                  </a:lnTo>
                  <a:lnTo>
                    <a:pt x="1141722" y="1329912"/>
                  </a:lnTo>
                  <a:lnTo>
                    <a:pt x="1143433" y="1335505"/>
                  </a:lnTo>
                  <a:lnTo>
                    <a:pt x="1143005" y="1344136"/>
                  </a:lnTo>
                  <a:lnTo>
                    <a:pt x="1132327" y="1338875"/>
                  </a:lnTo>
                  <a:lnTo>
                    <a:pt x="1129072" y="1337038"/>
                  </a:lnTo>
                  <a:lnTo>
                    <a:pt x="1128335" y="1337691"/>
                  </a:lnTo>
                  <a:lnTo>
                    <a:pt x="1125497" y="1340202"/>
                  </a:lnTo>
                  <a:lnTo>
                    <a:pt x="1132512" y="1347536"/>
                  </a:lnTo>
                  <a:lnTo>
                    <a:pt x="1136124" y="1351354"/>
                  </a:lnTo>
                  <a:lnTo>
                    <a:pt x="1135415" y="1354267"/>
                  </a:lnTo>
                  <a:lnTo>
                    <a:pt x="1134580" y="1357687"/>
                  </a:lnTo>
                  <a:lnTo>
                    <a:pt x="1140156" y="1360673"/>
                  </a:lnTo>
                  <a:lnTo>
                    <a:pt x="1140642" y="1360933"/>
                  </a:lnTo>
                  <a:lnTo>
                    <a:pt x="1145218" y="1365849"/>
                  </a:lnTo>
                  <a:lnTo>
                    <a:pt x="1147701" y="1368288"/>
                  </a:lnTo>
                  <a:lnTo>
                    <a:pt x="1150725" y="1371257"/>
                  </a:lnTo>
                  <a:lnTo>
                    <a:pt x="1150297" y="1382231"/>
                  </a:lnTo>
                  <a:lnTo>
                    <a:pt x="1153265" y="1384436"/>
                  </a:lnTo>
                  <a:lnTo>
                    <a:pt x="1154923" y="1385667"/>
                  </a:lnTo>
                  <a:lnTo>
                    <a:pt x="1163375" y="1387479"/>
                  </a:lnTo>
                  <a:lnTo>
                    <a:pt x="1164700" y="1387465"/>
                  </a:lnTo>
                  <a:lnTo>
                    <a:pt x="1173767" y="1387362"/>
                  </a:lnTo>
                  <a:lnTo>
                    <a:pt x="1177397" y="1383811"/>
                  </a:lnTo>
                  <a:lnTo>
                    <a:pt x="1182002" y="1383151"/>
                  </a:lnTo>
                  <a:lnTo>
                    <a:pt x="1189272" y="1396909"/>
                  </a:lnTo>
                  <a:lnTo>
                    <a:pt x="1196576" y="1408813"/>
                  </a:lnTo>
                  <a:lnTo>
                    <a:pt x="1201502" y="1415338"/>
                  </a:lnTo>
                  <a:lnTo>
                    <a:pt x="1206386" y="1424317"/>
                  </a:lnTo>
                  <a:lnTo>
                    <a:pt x="1191217" y="1428890"/>
                  </a:lnTo>
                  <a:lnTo>
                    <a:pt x="1182127" y="1431598"/>
                  </a:lnTo>
                  <a:lnTo>
                    <a:pt x="1163959" y="1436975"/>
                  </a:lnTo>
                  <a:lnTo>
                    <a:pt x="1146988" y="1441932"/>
                  </a:lnTo>
                  <a:lnTo>
                    <a:pt x="1142177" y="1443330"/>
                  </a:lnTo>
                  <a:lnTo>
                    <a:pt x="1123454" y="1448738"/>
                  </a:lnTo>
                  <a:lnTo>
                    <a:pt x="1106534" y="1454248"/>
                  </a:lnTo>
                  <a:lnTo>
                    <a:pt x="1091801" y="1458445"/>
                  </a:lnTo>
                  <a:lnTo>
                    <a:pt x="1082945" y="1460953"/>
                  </a:lnTo>
                  <a:lnTo>
                    <a:pt x="1080475" y="1461651"/>
                  </a:lnTo>
                  <a:lnTo>
                    <a:pt x="1070086" y="1464597"/>
                  </a:lnTo>
                  <a:lnTo>
                    <a:pt x="1026971" y="1476664"/>
                  </a:lnTo>
                  <a:lnTo>
                    <a:pt x="1025307" y="1477132"/>
                  </a:lnTo>
                  <a:lnTo>
                    <a:pt x="1012614" y="1480688"/>
                  </a:lnTo>
                  <a:lnTo>
                    <a:pt x="998597" y="1484590"/>
                  </a:lnTo>
                  <a:lnTo>
                    <a:pt x="990294" y="1486888"/>
                  </a:lnTo>
                  <a:lnTo>
                    <a:pt x="972025" y="1491980"/>
                  </a:lnTo>
                  <a:lnTo>
                    <a:pt x="959229" y="1495518"/>
                  </a:lnTo>
                  <a:lnTo>
                    <a:pt x="954179" y="1496909"/>
                  </a:lnTo>
                  <a:lnTo>
                    <a:pt x="932620" y="1502523"/>
                  </a:lnTo>
                  <a:lnTo>
                    <a:pt x="926639" y="1504069"/>
                  </a:lnTo>
                  <a:lnTo>
                    <a:pt x="912609" y="1507676"/>
                  </a:lnTo>
                  <a:lnTo>
                    <a:pt x="893723" y="1512612"/>
                  </a:lnTo>
                  <a:lnTo>
                    <a:pt x="886012" y="1514614"/>
                  </a:lnTo>
                  <a:lnTo>
                    <a:pt x="874009" y="1517712"/>
                  </a:lnTo>
                  <a:lnTo>
                    <a:pt x="861780" y="1520849"/>
                  </a:lnTo>
                  <a:lnTo>
                    <a:pt x="857869" y="1521848"/>
                  </a:lnTo>
                  <a:lnTo>
                    <a:pt x="857579" y="1521920"/>
                  </a:lnTo>
                  <a:lnTo>
                    <a:pt x="838149" y="1526700"/>
                  </a:lnTo>
                  <a:lnTo>
                    <a:pt x="807945" y="1534030"/>
                  </a:lnTo>
                  <a:lnTo>
                    <a:pt x="805418" y="1534630"/>
                  </a:lnTo>
                  <a:lnTo>
                    <a:pt x="782008" y="1540153"/>
                  </a:lnTo>
                  <a:lnTo>
                    <a:pt x="768652" y="1542567"/>
                  </a:lnTo>
                  <a:lnTo>
                    <a:pt x="767796" y="1542723"/>
                  </a:lnTo>
                  <a:lnTo>
                    <a:pt x="750965" y="1545764"/>
                  </a:lnTo>
                  <a:lnTo>
                    <a:pt x="741888" y="1547389"/>
                  </a:lnTo>
                  <a:lnTo>
                    <a:pt x="728787" y="1550524"/>
                  </a:lnTo>
                  <a:lnTo>
                    <a:pt x="722832" y="1551941"/>
                  </a:lnTo>
                  <a:lnTo>
                    <a:pt x="707176" y="1554910"/>
                  </a:lnTo>
                  <a:lnTo>
                    <a:pt x="695915" y="1556883"/>
                  </a:lnTo>
                  <a:lnTo>
                    <a:pt x="678684" y="1560279"/>
                  </a:lnTo>
                  <a:lnTo>
                    <a:pt x="664367" y="1563072"/>
                  </a:lnTo>
                  <a:lnTo>
                    <a:pt x="646906" y="1565939"/>
                  </a:lnTo>
                  <a:lnTo>
                    <a:pt x="649288" y="1562366"/>
                  </a:lnTo>
                  <a:lnTo>
                    <a:pt x="631757" y="1565919"/>
                  </a:lnTo>
                  <a:lnTo>
                    <a:pt x="622404" y="1567798"/>
                  </a:lnTo>
                  <a:lnTo>
                    <a:pt x="621826" y="1570732"/>
                  </a:lnTo>
                  <a:lnTo>
                    <a:pt x="601263" y="1575193"/>
                  </a:lnTo>
                  <a:lnTo>
                    <a:pt x="598499" y="1575789"/>
                  </a:lnTo>
                  <a:lnTo>
                    <a:pt x="591741" y="1577220"/>
                  </a:lnTo>
                  <a:lnTo>
                    <a:pt x="586799" y="1578264"/>
                  </a:lnTo>
                  <a:lnTo>
                    <a:pt x="567987" y="1582206"/>
                  </a:lnTo>
                  <a:lnTo>
                    <a:pt x="556130" y="1584820"/>
                  </a:lnTo>
                  <a:lnTo>
                    <a:pt x="534605" y="1589518"/>
                  </a:lnTo>
                  <a:lnTo>
                    <a:pt x="519554" y="1592454"/>
                  </a:lnTo>
                  <a:lnTo>
                    <a:pt x="491019" y="1597941"/>
                  </a:lnTo>
                  <a:lnTo>
                    <a:pt x="471877" y="1601645"/>
                  </a:lnTo>
                  <a:lnTo>
                    <a:pt x="451988" y="1605444"/>
                  </a:lnTo>
                  <a:close/>
                </a:path>
              </a:pathLst>
            </a:custGeom>
            <a:solidFill>
              <a:srgbClr val="EDB387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h126"/>
            <p:cNvSpPr/>
            <p:nvPr/>
          </p:nvSpPr>
          <p:spPr>
            <a:xfrm>
              <a:off x="1661472" y="696652"/>
              <a:ext cx="494852" cy="1640985"/>
            </a:xfrm>
            <a:custGeom>
              <a:avLst/>
              <a:pathLst>
                <a:path w="494852" h="1640985">
                  <a:moveTo>
                    <a:pt x="457200" y="1600200"/>
                  </a:moveTo>
                  <a:lnTo>
                    <a:pt x="470764" y="1602160"/>
                  </a:lnTo>
                  <a:lnTo>
                    <a:pt x="475490" y="1600792"/>
                  </a:lnTo>
                  <a:lnTo>
                    <a:pt x="480826" y="1594488"/>
                  </a:lnTo>
                  <a:lnTo>
                    <a:pt x="484370" y="1594427"/>
                  </a:lnTo>
                  <a:lnTo>
                    <a:pt x="491986" y="1602700"/>
                  </a:lnTo>
                  <a:lnTo>
                    <a:pt x="494852" y="1614378"/>
                  </a:lnTo>
                  <a:lnTo>
                    <a:pt x="488412" y="1619958"/>
                  </a:lnTo>
                  <a:lnTo>
                    <a:pt x="489049" y="1625682"/>
                  </a:lnTo>
                  <a:lnTo>
                    <a:pt x="486491" y="1631926"/>
                  </a:lnTo>
                  <a:lnTo>
                    <a:pt x="482553" y="1634026"/>
                  </a:lnTo>
                  <a:lnTo>
                    <a:pt x="481679" y="1640985"/>
                  </a:lnTo>
                  <a:lnTo>
                    <a:pt x="475771" y="1640599"/>
                  </a:lnTo>
                  <a:lnTo>
                    <a:pt x="472350" y="1636720"/>
                  </a:lnTo>
                  <a:lnTo>
                    <a:pt x="464396" y="1631697"/>
                  </a:lnTo>
                  <a:lnTo>
                    <a:pt x="458071" y="1623842"/>
                  </a:lnTo>
                  <a:lnTo>
                    <a:pt x="456432" y="1612202"/>
                  </a:lnTo>
                  <a:close/>
                </a:path>
              </a:pathLst>
            </a:custGeom>
            <a:solidFill>
              <a:srgbClr val="F2C394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h127"/>
            <p:cNvSpPr/>
            <p:nvPr/>
          </p:nvSpPr>
          <p:spPr>
            <a:xfrm>
              <a:off x="1534565" y="695738"/>
              <a:ext cx="1081406" cy="2059036"/>
            </a:xfrm>
            <a:custGeom>
              <a:avLst/>
              <a:pathLst>
                <a:path w="1081406" h="2059036">
                  <a:moveTo>
                    <a:pt x="457200" y="1600200"/>
                  </a:moveTo>
                  <a:lnTo>
                    <a:pt x="463015" y="1601477"/>
                  </a:lnTo>
                  <a:lnTo>
                    <a:pt x="469874" y="1608606"/>
                  </a:lnTo>
                  <a:lnTo>
                    <a:pt x="480066" y="1620990"/>
                  </a:lnTo>
                  <a:lnTo>
                    <a:pt x="489425" y="1626618"/>
                  </a:lnTo>
                  <a:lnTo>
                    <a:pt x="499224" y="1636050"/>
                  </a:lnTo>
                  <a:lnTo>
                    <a:pt x="501720" y="1641998"/>
                  </a:lnTo>
                  <a:lnTo>
                    <a:pt x="514417" y="1648255"/>
                  </a:lnTo>
                  <a:lnTo>
                    <a:pt x="526346" y="1651700"/>
                  </a:lnTo>
                  <a:lnTo>
                    <a:pt x="530752" y="1653082"/>
                  </a:lnTo>
                  <a:lnTo>
                    <a:pt x="539835" y="1657388"/>
                  </a:lnTo>
                  <a:lnTo>
                    <a:pt x="547389" y="1663281"/>
                  </a:lnTo>
                  <a:lnTo>
                    <a:pt x="557001" y="1667611"/>
                  </a:lnTo>
                  <a:lnTo>
                    <a:pt x="563094" y="1668881"/>
                  </a:lnTo>
                  <a:lnTo>
                    <a:pt x="572623" y="1664204"/>
                  </a:lnTo>
                  <a:lnTo>
                    <a:pt x="576768" y="1672733"/>
                  </a:lnTo>
                  <a:lnTo>
                    <a:pt x="580560" y="1677804"/>
                  </a:lnTo>
                  <a:lnTo>
                    <a:pt x="585417" y="1678212"/>
                  </a:lnTo>
                  <a:lnTo>
                    <a:pt x="588614" y="1677697"/>
                  </a:lnTo>
                  <a:lnTo>
                    <a:pt x="595606" y="1676567"/>
                  </a:lnTo>
                  <a:lnTo>
                    <a:pt x="601648" y="1677213"/>
                  </a:lnTo>
                  <a:lnTo>
                    <a:pt x="605085" y="1683489"/>
                  </a:lnTo>
                  <a:lnTo>
                    <a:pt x="601695" y="1693868"/>
                  </a:lnTo>
                  <a:lnTo>
                    <a:pt x="600190" y="1699065"/>
                  </a:lnTo>
                  <a:lnTo>
                    <a:pt x="602298" y="1706493"/>
                  </a:lnTo>
                  <a:lnTo>
                    <a:pt x="603713" y="1706644"/>
                  </a:lnTo>
                  <a:lnTo>
                    <a:pt x="605165" y="1706798"/>
                  </a:lnTo>
                  <a:lnTo>
                    <a:pt x="609485" y="1704690"/>
                  </a:lnTo>
                  <a:lnTo>
                    <a:pt x="612192" y="1703367"/>
                  </a:lnTo>
                  <a:lnTo>
                    <a:pt x="613541" y="1699947"/>
                  </a:lnTo>
                  <a:lnTo>
                    <a:pt x="609688" y="1694287"/>
                  </a:lnTo>
                  <a:lnTo>
                    <a:pt x="613248" y="1684923"/>
                  </a:lnTo>
                  <a:lnTo>
                    <a:pt x="612388" y="1677779"/>
                  </a:lnTo>
                  <a:lnTo>
                    <a:pt x="607312" y="1672309"/>
                  </a:lnTo>
                  <a:lnTo>
                    <a:pt x="606481" y="1663359"/>
                  </a:lnTo>
                  <a:lnTo>
                    <a:pt x="612043" y="1657785"/>
                  </a:lnTo>
                  <a:lnTo>
                    <a:pt x="618686" y="1647039"/>
                  </a:lnTo>
                  <a:lnTo>
                    <a:pt x="618959" y="1646599"/>
                  </a:lnTo>
                  <a:lnTo>
                    <a:pt x="619274" y="1638788"/>
                  </a:lnTo>
                  <a:lnTo>
                    <a:pt x="624231" y="1633284"/>
                  </a:lnTo>
                  <a:lnTo>
                    <a:pt x="626930" y="1626471"/>
                  </a:lnTo>
                  <a:lnTo>
                    <a:pt x="626743" y="1618961"/>
                  </a:lnTo>
                  <a:lnTo>
                    <a:pt x="626500" y="1608819"/>
                  </a:lnTo>
                  <a:lnTo>
                    <a:pt x="628159" y="1600548"/>
                  </a:lnTo>
                  <a:lnTo>
                    <a:pt x="628965" y="1594386"/>
                  </a:lnTo>
                  <a:lnTo>
                    <a:pt x="625830" y="1587553"/>
                  </a:lnTo>
                  <a:lnTo>
                    <a:pt x="625813" y="1579920"/>
                  </a:lnTo>
                  <a:lnTo>
                    <a:pt x="632959" y="1574072"/>
                  </a:lnTo>
                  <a:lnTo>
                    <a:pt x="672233" y="1585650"/>
                  </a:lnTo>
                  <a:lnTo>
                    <a:pt x="684067" y="1589134"/>
                  </a:lnTo>
                  <a:lnTo>
                    <a:pt x="710862" y="1597444"/>
                  </a:lnTo>
                  <a:lnTo>
                    <a:pt x="738620" y="1604953"/>
                  </a:lnTo>
                  <a:lnTo>
                    <a:pt x="759654" y="1610589"/>
                  </a:lnTo>
                  <a:lnTo>
                    <a:pt x="781053" y="1616554"/>
                  </a:lnTo>
                  <a:lnTo>
                    <a:pt x="791573" y="1619456"/>
                  </a:lnTo>
                  <a:lnTo>
                    <a:pt x="818191" y="1626511"/>
                  </a:lnTo>
                  <a:lnTo>
                    <a:pt x="847501" y="1634374"/>
                  </a:lnTo>
                  <a:lnTo>
                    <a:pt x="890147" y="1645190"/>
                  </a:lnTo>
                  <a:lnTo>
                    <a:pt x="915724" y="1651588"/>
                  </a:lnTo>
                  <a:lnTo>
                    <a:pt x="938966" y="1657297"/>
                  </a:lnTo>
                  <a:lnTo>
                    <a:pt x="989336" y="1669346"/>
                  </a:lnTo>
                  <a:lnTo>
                    <a:pt x="1004752" y="1672946"/>
                  </a:lnTo>
                  <a:lnTo>
                    <a:pt x="1035948" y="1680060"/>
                  </a:lnTo>
                  <a:lnTo>
                    <a:pt x="1049959" y="1683293"/>
                  </a:lnTo>
                  <a:lnTo>
                    <a:pt x="1062743" y="1686214"/>
                  </a:lnTo>
                  <a:lnTo>
                    <a:pt x="1081406" y="1690416"/>
                  </a:lnTo>
                  <a:lnTo>
                    <a:pt x="1077192" y="1708997"/>
                  </a:lnTo>
                  <a:lnTo>
                    <a:pt x="1071960" y="1732118"/>
                  </a:lnTo>
                  <a:lnTo>
                    <a:pt x="1065461" y="1760642"/>
                  </a:lnTo>
                  <a:lnTo>
                    <a:pt x="1056916" y="1796860"/>
                  </a:lnTo>
                  <a:lnTo>
                    <a:pt x="1054758" y="1806547"/>
                  </a:lnTo>
                  <a:lnTo>
                    <a:pt x="1052912" y="1814841"/>
                  </a:lnTo>
                  <a:lnTo>
                    <a:pt x="1046350" y="1844375"/>
                  </a:lnTo>
                  <a:lnTo>
                    <a:pt x="1036515" y="1889452"/>
                  </a:lnTo>
                  <a:lnTo>
                    <a:pt x="1033680" y="1902486"/>
                  </a:lnTo>
                  <a:lnTo>
                    <a:pt x="1030908" y="1915250"/>
                  </a:lnTo>
                  <a:lnTo>
                    <a:pt x="1030174" y="1918602"/>
                  </a:lnTo>
                  <a:lnTo>
                    <a:pt x="1014575" y="1990084"/>
                  </a:lnTo>
                  <a:lnTo>
                    <a:pt x="1012720" y="1998623"/>
                  </a:lnTo>
                  <a:lnTo>
                    <a:pt x="1011769" y="2004257"/>
                  </a:lnTo>
                  <a:lnTo>
                    <a:pt x="1011434" y="2006241"/>
                  </a:lnTo>
                  <a:lnTo>
                    <a:pt x="1007673" y="2012635"/>
                  </a:lnTo>
                  <a:lnTo>
                    <a:pt x="1011799" y="2019981"/>
                  </a:lnTo>
                  <a:lnTo>
                    <a:pt x="1013229" y="2026665"/>
                  </a:lnTo>
                  <a:lnTo>
                    <a:pt x="1011936" y="2033237"/>
                  </a:lnTo>
                  <a:lnTo>
                    <a:pt x="1014444" y="2037453"/>
                  </a:lnTo>
                  <a:lnTo>
                    <a:pt x="1012732" y="2040723"/>
                  </a:lnTo>
                  <a:lnTo>
                    <a:pt x="1007326" y="2046912"/>
                  </a:lnTo>
                  <a:lnTo>
                    <a:pt x="1009993" y="2050543"/>
                  </a:lnTo>
                  <a:lnTo>
                    <a:pt x="1010511" y="2059036"/>
                  </a:lnTo>
                  <a:lnTo>
                    <a:pt x="973798" y="2050923"/>
                  </a:lnTo>
                  <a:lnTo>
                    <a:pt x="963270" y="2048436"/>
                  </a:lnTo>
                  <a:lnTo>
                    <a:pt x="952958" y="2045982"/>
                  </a:lnTo>
                  <a:lnTo>
                    <a:pt x="943407" y="2043694"/>
                  </a:lnTo>
                  <a:lnTo>
                    <a:pt x="921677" y="2038717"/>
                  </a:lnTo>
                  <a:lnTo>
                    <a:pt x="920062" y="2038344"/>
                  </a:lnTo>
                  <a:lnTo>
                    <a:pt x="889084" y="2031109"/>
                  </a:lnTo>
                  <a:lnTo>
                    <a:pt x="863211" y="2024953"/>
                  </a:lnTo>
                  <a:lnTo>
                    <a:pt x="837386" y="2018887"/>
                  </a:lnTo>
                  <a:lnTo>
                    <a:pt x="829985" y="2022402"/>
                  </a:lnTo>
                  <a:lnTo>
                    <a:pt x="823837" y="2024208"/>
                  </a:lnTo>
                  <a:lnTo>
                    <a:pt x="813125" y="2020669"/>
                  </a:lnTo>
                  <a:lnTo>
                    <a:pt x="803642" y="2020689"/>
                  </a:lnTo>
                  <a:lnTo>
                    <a:pt x="797746" y="2020308"/>
                  </a:lnTo>
                  <a:lnTo>
                    <a:pt x="792899" y="2019992"/>
                  </a:lnTo>
                  <a:lnTo>
                    <a:pt x="786501" y="2015922"/>
                  </a:lnTo>
                  <a:lnTo>
                    <a:pt x="783912" y="2016031"/>
                  </a:lnTo>
                  <a:lnTo>
                    <a:pt x="776238" y="2022196"/>
                  </a:lnTo>
                  <a:lnTo>
                    <a:pt x="764892" y="2020535"/>
                  </a:lnTo>
                  <a:lnTo>
                    <a:pt x="759152" y="2020278"/>
                  </a:lnTo>
                  <a:lnTo>
                    <a:pt x="750599" y="2019887"/>
                  </a:lnTo>
                  <a:lnTo>
                    <a:pt x="747397" y="2020706"/>
                  </a:lnTo>
                  <a:lnTo>
                    <a:pt x="740693" y="2022415"/>
                  </a:lnTo>
                  <a:lnTo>
                    <a:pt x="734391" y="2022342"/>
                  </a:lnTo>
                  <a:lnTo>
                    <a:pt x="727142" y="2026573"/>
                  </a:lnTo>
                  <a:lnTo>
                    <a:pt x="721045" y="2025598"/>
                  </a:lnTo>
                  <a:lnTo>
                    <a:pt x="710207" y="2025619"/>
                  </a:lnTo>
                  <a:lnTo>
                    <a:pt x="703182" y="2023691"/>
                  </a:lnTo>
                  <a:lnTo>
                    <a:pt x="701744" y="2023295"/>
                  </a:lnTo>
                  <a:lnTo>
                    <a:pt x="696115" y="2015788"/>
                  </a:lnTo>
                  <a:lnTo>
                    <a:pt x="692450" y="2014909"/>
                  </a:lnTo>
                  <a:lnTo>
                    <a:pt x="690682" y="2015695"/>
                  </a:lnTo>
                  <a:lnTo>
                    <a:pt x="686970" y="2017343"/>
                  </a:lnTo>
                  <a:lnTo>
                    <a:pt x="671718" y="2019019"/>
                  </a:lnTo>
                  <a:lnTo>
                    <a:pt x="667479" y="2021592"/>
                  </a:lnTo>
                  <a:lnTo>
                    <a:pt x="666116" y="2020561"/>
                  </a:lnTo>
                  <a:lnTo>
                    <a:pt x="663886" y="2018875"/>
                  </a:lnTo>
                  <a:lnTo>
                    <a:pt x="651885" y="2016744"/>
                  </a:lnTo>
                  <a:lnTo>
                    <a:pt x="647753" y="2019755"/>
                  </a:lnTo>
                  <a:lnTo>
                    <a:pt x="642312" y="2019526"/>
                  </a:lnTo>
                  <a:lnTo>
                    <a:pt x="641769" y="2010962"/>
                  </a:lnTo>
                  <a:lnTo>
                    <a:pt x="632743" y="2004112"/>
                  </a:lnTo>
                  <a:lnTo>
                    <a:pt x="625262" y="2003478"/>
                  </a:lnTo>
                  <a:lnTo>
                    <a:pt x="624010" y="2002472"/>
                  </a:lnTo>
                  <a:lnTo>
                    <a:pt x="617921" y="1997567"/>
                  </a:lnTo>
                  <a:lnTo>
                    <a:pt x="617256" y="1997031"/>
                  </a:lnTo>
                  <a:lnTo>
                    <a:pt x="605334" y="1996506"/>
                  </a:lnTo>
                  <a:lnTo>
                    <a:pt x="599435" y="1996294"/>
                  </a:lnTo>
                  <a:lnTo>
                    <a:pt x="593550" y="1992986"/>
                  </a:lnTo>
                  <a:lnTo>
                    <a:pt x="588471" y="1993312"/>
                  </a:lnTo>
                  <a:lnTo>
                    <a:pt x="584628" y="1996301"/>
                  </a:lnTo>
                  <a:lnTo>
                    <a:pt x="582474" y="1996690"/>
                  </a:lnTo>
                  <a:lnTo>
                    <a:pt x="579830" y="1997167"/>
                  </a:lnTo>
                  <a:lnTo>
                    <a:pt x="574554" y="1999454"/>
                  </a:lnTo>
                  <a:lnTo>
                    <a:pt x="565335" y="2001057"/>
                  </a:lnTo>
                  <a:lnTo>
                    <a:pt x="558339" y="1999818"/>
                  </a:lnTo>
                  <a:lnTo>
                    <a:pt x="551966" y="2001605"/>
                  </a:lnTo>
                  <a:lnTo>
                    <a:pt x="550659" y="2001970"/>
                  </a:lnTo>
                  <a:lnTo>
                    <a:pt x="545086" y="1999855"/>
                  </a:lnTo>
                  <a:lnTo>
                    <a:pt x="541994" y="1995347"/>
                  </a:lnTo>
                  <a:lnTo>
                    <a:pt x="536736" y="1995439"/>
                  </a:lnTo>
                  <a:lnTo>
                    <a:pt x="532980" y="1991776"/>
                  </a:lnTo>
                  <a:lnTo>
                    <a:pt x="521356" y="1984929"/>
                  </a:lnTo>
                  <a:lnTo>
                    <a:pt x="514774" y="1978501"/>
                  </a:lnTo>
                  <a:lnTo>
                    <a:pt x="513899" y="1975852"/>
                  </a:lnTo>
                  <a:lnTo>
                    <a:pt x="513039" y="1973243"/>
                  </a:lnTo>
                  <a:lnTo>
                    <a:pt x="515386" y="1967627"/>
                  </a:lnTo>
                  <a:lnTo>
                    <a:pt x="516871" y="1964075"/>
                  </a:lnTo>
                  <a:lnTo>
                    <a:pt x="515840" y="1957121"/>
                  </a:lnTo>
                  <a:lnTo>
                    <a:pt x="517898" y="1952364"/>
                  </a:lnTo>
                  <a:lnTo>
                    <a:pt x="518735" y="1950428"/>
                  </a:lnTo>
                  <a:lnTo>
                    <a:pt x="518140" y="1944362"/>
                  </a:lnTo>
                  <a:lnTo>
                    <a:pt x="519633" y="1938489"/>
                  </a:lnTo>
                  <a:lnTo>
                    <a:pt x="518060" y="1931025"/>
                  </a:lnTo>
                  <a:lnTo>
                    <a:pt x="516578" y="1921520"/>
                  </a:lnTo>
                  <a:lnTo>
                    <a:pt x="512535" y="1917557"/>
                  </a:lnTo>
                  <a:lnTo>
                    <a:pt x="510168" y="1913053"/>
                  </a:lnTo>
                  <a:lnTo>
                    <a:pt x="502883" y="1904133"/>
                  </a:lnTo>
                  <a:lnTo>
                    <a:pt x="498895" y="1902449"/>
                  </a:lnTo>
                  <a:lnTo>
                    <a:pt x="494496" y="1903467"/>
                  </a:lnTo>
                  <a:lnTo>
                    <a:pt x="488032" y="1904957"/>
                  </a:lnTo>
                  <a:lnTo>
                    <a:pt x="481265" y="1902723"/>
                  </a:lnTo>
                  <a:lnTo>
                    <a:pt x="480642" y="1902517"/>
                  </a:lnTo>
                  <a:lnTo>
                    <a:pt x="477081" y="1896782"/>
                  </a:lnTo>
                  <a:lnTo>
                    <a:pt x="479064" y="1891150"/>
                  </a:lnTo>
                  <a:lnTo>
                    <a:pt x="476276" y="1885077"/>
                  </a:lnTo>
                  <a:lnTo>
                    <a:pt x="470380" y="1884589"/>
                  </a:lnTo>
                  <a:lnTo>
                    <a:pt x="460759" y="1880618"/>
                  </a:lnTo>
                  <a:lnTo>
                    <a:pt x="459629" y="1875218"/>
                  </a:lnTo>
                  <a:lnTo>
                    <a:pt x="456914" y="1876212"/>
                  </a:lnTo>
                  <a:lnTo>
                    <a:pt x="453746" y="1877369"/>
                  </a:lnTo>
                  <a:lnTo>
                    <a:pt x="450278" y="1875175"/>
                  </a:lnTo>
                  <a:lnTo>
                    <a:pt x="443029" y="1878684"/>
                  </a:lnTo>
                  <a:lnTo>
                    <a:pt x="440497" y="1877145"/>
                  </a:lnTo>
                  <a:lnTo>
                    <a:pt x="438008" y="1872223"/>
                  </a:lnTo>
                  <a:lnTo>
                    <a:pt x="437319" y="1870113"/>
                  </a:lnTo>
                  <a:lnTo>
                    <a:pt x="427400" y="1870186"/>
                  </a:lnTo>
                  <a:lnTo>
                    <a:pt x="430922" y="1863437"/>
                  </a:lnTo>
                  <a:lnTo>
                    <a:pt x="437741" y="1843667"/>
                  </a:lnTo>
                  <a:lnTo>
                    <a:pt x="441856" y="1826881"/>
                  </a:lnTo>
                  <a:lnTo>
                    <a:pt x="450845" y="1828949"/>
                  </a:lnTo>
                  <a:lnTo>
                    <a:pt x="455208" y="1825530"/>
                  </a:lnTo>
                  <a:lnTo>
                    <a:pt x="452568" y="1819274"/>
                  </a:lnTo>
                  <a:lnTo>
                    <a:pt x="444844" y="1814081"/>
                  </a:lnTo>
                  <a:lnTo>
                    <a:pt x="445788" y="1806597"/>
                  </a:lnTo>
                  <a:lnTo>
                    <a:pt x="446054" y="1804499"/>
                  </a:lnTo>
                  <a:lnTo>
                    <a:pt x="446653" y="1792190"/>
                  </a:lnTo>
                  <a:lnTo>
                    <a:pt x="444083" y="1788635"/>
                  </a:lnTo>
                  <a:lnTo>
                    <a:pt x="447532" y="1780747"/>
                  </a:lnTo>
                  <a:lnTo>
                    <a:pt x="452150" y="1760684"/>
                  </a:lnTo>
                  <a:lnTo>
                    <a:pt x="452175" y="1758565"/>
                  </a:lnTo>
                  <a:lnTo>
                    <a:pt x="453248" y="1743974"/>
                  </a:lnTo>
                  <a:lnTo>
                    <a:pt x="449252" y="1733700"/>
                  </a:lnTo>
                  <a:lnTo>
                    <a:pt x="453335" y="1711530"/>
                  </a:lnTo>
                  <a:lnTo>
                    <a:pt x="453615" y="1710015"/>
                  </a:lnTo>
                  <a:lnTo>
                    <a:pt x="454761" y="1691185"/>
                  </a:lnTo>
                  <a:lnTo>
                    <a:pt x="452985" y="1680622"/>
                  </a:lnTo>
                  <a:lnTo>
                    <a:pt x="450328" y="1670515"/>
                  </a:lnTo>
                  <a:lnTo>
                    <a:pt x="446276" y="1663444"/>
                  </a:lnTo>
                  <a:lnTo>
                    <a:pt x="445591" y="1662246"/>
                  </a:lnTo>
                  <a:lnTo>
                    <a:pt x="444889" y="1651916"/>
                  </a:lnTo>
                  <a:lnTo>
                    <a:pt x="447180" y="1641451"/>
                  </a:lnTo>
                  <a:lnTo>
                    <a:pt x="448974" y="1635503"/>
                  </a:lnTo>
                  <a:lnTo>
                    <a:pt x="448404" y="1628110"/>
                  </a:lnTo>
                  <a:lnTo>
                    <a:pt x="453446" y="1620955"/>
                  </a:lnTo>
                  <a:lnTo>
                    <a:pt x="458083" y="1612340"/>
                  </a:lnTo>
                  <a:close/>
                </a:path>
              </a:pathLst>
            </a:custGeom>
            <a:solidFill>
              <a:srgbClr val="F2C394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h128"/>
            <p:cNvSpPr/>
            <p:nvPr/>
          </p:nvSpPr>
          <p:spPr>
            <a:xfrm>
              <a:off x="5221881" y="2098387"/>
              <a:ext cx="882772" cy="1702945"/>
            </a:xfrm>
            <a:custGeom>
              <a:avLst/>
              <a:pathLst>
                <a:path w="882772" h="1702945">
                  <a:moveTo>
                    <a:pt x="457200" y="1600200"/>
                  </a:moveTo>
                  <a:lnTo>
                    <a:pt x="457591" y="1595079"/>
                  </a:lnTo>
                  <a:lnTo>
                    <a:pt x="457671" y="1594032"/>
                  </a:lnTo>
                  <a:lnTo>
                    <a:pt x="456983" y="1585613"/>
                  </a:lnTo>
                  <a:lnTo>
                    <a:pt x="453796" y="1582580"/>
                  </a:lnTo>
                  <a:lnTo>
                    <a:pt x="452338" y="1573087"/>
                  </a:lnTo>
                  <a:lnTo>
                    <a:pt x="455895" y="1574554"/>
                  </a:lnTo>
                  <a:lnTo>
                    <a:pt x="460549" y="1572241"/>
                  </a:lnTo>
                  <a:lnTo>
                    <a:pt x="466118" y="1569468"/>
                  </a:lnTo>
                  <a:lnTo>
                    <a:pt x="472119" y="1567175"/>
                  </a:lnTo>
                  <a:lnTo>
                    <a:pt x="477238" y="1564216"/>
                  </a:lnTo>
                  <a:lnTo>
                    <a:pt x="477949" y="1558058"/>
                  </a:lnTo>
                  <a:lnTo>
                    <a:pt x="477403" y="1550011"/>
                  </a:lnTo>
                  <a:lnTo>
                    <a:pt x="477971" y="1547388"/>
                  </a:lnTo>
                  <a:lnTo>
                    <a:pt x="478372" y="1545536"/>
                  </a:lnTo>
                  <a:lnTo>
                    <a:pt x="483650" y="1544638"/>
                  </a:lnTo>
                  <a:lnTo>
                    <a:pt x="487372" y="1541678"/>
                  </a:lnTo>
                  <a:lnTo>
                    <a:pt x="485115" y="1535648"/>
                  </a:lnTo>
                  <a:lnTo>
                    <a:pt x="481093" y="1523659"/>
                  </a:lnTo>
                  <a:lnTo>
                    <a:pt x="479306" y="1518648"/>
                  </a:lnTo>
                  <a:lnTo>
                    <a:pt x="483253" y="1514978"/>
                  </a:lnTo>
                  <a:lnTo>
                    <a:pt x="483746" y="1504529"/>
                  </a:lnTo>
                  <a:lnTo>
                    <a:pt x="485731" y="1497026"/>
                  </a:lnTo>
                  <a:lnTo>
                    <a:pt x="486272" y="1494978"/>
                  </a:lnTo>
                  <a:lnTo>
                    <a:pt x="489676" y="1488870"/>
                  </a:lnTo>
                  <a:lnTo>
                    <a:pt x="492618" y="1486722"/>
                  </a:lnTo>
                  <a:lnTo>
                    <a:pt x="499662" y="1489793"/>
                  </a:lnTo>
                  <a:lnTo>
                    <a:pt x="505355" y="1496666"/>
                  </a:lnTo>
                  <a:lnTo>
                    <a:pt x="511620" y="1493180"/>
                  </a:lnTo>
                  <a:lnTo>
                    <a:pt x="515574" y="1487836"/>
                  </a:lnTo>
                  <a:lnTo>
                    <a:pt x="512398" y="1480925"/>
                  </a:lnTo>
                  <a:lnTo>
                    <a:pt x="509915" y="1475903"/>
                  </a:lnTo>
                  <a:lnTo>
                    <a:pt x="514796" y="1472240"/>
                  </a:lnTo>
                  <a:lnTo>
                    <a:pt x="515416" y="1471774"/>
                  </a:lnTo>
                  <a:lnTo>
                    <a:pt x="512625" y="1462878"/>
                  </a:lnTo>
                  <a:lnTo>
                    <a:pt x="512488" y="1462443"/>
                  </a:lnTo>
                  <a:lnTo>
                    <a:pt x="514737" y="1458572"/>
                  </a:lnTo>
                  <a:lnTo>
                    <a:pt x="515444" y="1457355"/>
                  </a:lnTo>
                  <a:lnTo>
                    <a:pt x="517146" y="1449992"/>
                  </a:lnTo>
                  <a:lnTo>
                    <a:pt x="523123" y="1448432"/>
                  </a:lnTo>
                  <a:lnTo>
                    <a:pt x="527645" y="1447296"/>
                  </a:lnTo>
                  <a:lnTo>
                    <a:pt x="526745" y="1440510"/>
                  </a:lnTo>
                  <a:lnTo>
                    <a:pt x="530900" y="1434122"/>
                  </a:lnTo>
                  <a:lnTo>
                    <a:pt x="534340" y="1428719"/>
                  </a:lnTo>
                  <a:lnTo>
                    <a:pt x="538771" y="1429578"/>
                  </a:lnTo>
                  <a:lnTo>
                    <a:pt x="541662" y="1434409"/>
                  </a:lnTo>
                  <a:lnTo>
                    <a:pt x="543923" y="1434273"/>
                  </a:lnTo>
                  <a:lnTo>
                    <a:pt x="546127" y="1434140"/>
                  </a:lnTo>
                  <a:lnTo>
                    <a:pt x="554132" y="1426618"/>
                  </a:lnTo>
                  <a:lnTo>
                    <a:pt x="558925" y="1420280"/>
                  </a:lnTo>
                  <a:lnTo>
                    <a:pt x="563768" y="1416758"/>
                  </a:lnTo>
                  <a:lnTo>
                    <a:pt x="564220" y="1415585"/>
                  </a:lnTo>
                  <a:lnTo>
                    <a:pt x="567041" y="1408259"/>
                  </a:lnTo>
                  <a:lnTo>
                    <a:pt x="569861" y="1403954"/>
                  </a:lnTo>
                  <a:lnTo>
                    <a:pt x="576686" y="1393507"/>
                  </a:lnTo>
                  <a:lnTo>
                    <a:pt x="582419" y="1384982"/>
                  </a:lnTo>
                  <a:lnTo>
                    <a:pt x="584397" y="1378209"/>
                  </a:lnTo>
                  <a:lnTo>
                    <a:pt x="583663" y="1377432"/>
                  </a:lnTo>
                  <a:lnTo>
                    <a:pt x="579274" y="1372788"/>
                  </a:lnTo>
                  <a:lnTo>
                    <a:pt x="582407" y="1367222"/>
                  </a:lnTo>
                  <a:lnTo>
                    <a:pt x="581214" y="1361591"/>
                  </a:lnTo>
                  <a:lnTo>
                    <a:pt x="581213" y="1361222"/>
                  </a:lnTo>
                  <a:lnTo>
                    <a:pt x="581184" y="1352403"/>
                  </a:lnTo>
                  <a:lnTo>
                    <a:pt x="583908" y="1347707"/>
                  </a:lnTo>
                  <a:lnTo>
                    <a:pt x="585588" y="1344666"/>
                  </a:lnTo>
                  <a:lnTo>
                    <a:pt x="584031" y="1336934"/>
                  </a:lnTo>
                  <a:lnTo>
                    <a:pt x="582889" y="1331273"/>
                  </a:lnTo>
                  <a:lnTo>
                    <a:pt x="583751" y="1321877"/>
                  </a:lnTo>
                  <a:lnTo>
                    <a:pt x="583911" y="1321125"/>
                  </a:lnTo>
                  <a:lnTo>
                    <a:pt x="584776" y="1317078"/>
                  </a:lnTo>
                  <a:lnTo>
                    <a:pt x="586629" y="1308373"/>
                  </a:lnTo>
                  <a:lnTo>
                    <a:pt x="588652" y="1301123"/>
                  </a:lnTo>
                  <a:lnTo>
                    <a:pt x="584095" y="1291734"/>
                  </a:lnTo>
                  <a:lnTo>
                    <a:pt x="584213" y="1290458"/>
                  </a:lnTo>
                  <a:lnTo>
                    <a:pt x="584834" y="1283687"/>
                  </a:lnTo>
                  <a:lnTo>
                    <a:pt x="581198" y="1275074"/>
                  </a:lnTo>
                  <a:lnTo>
                    <a:pt x="575296" y="1268529"/>
                  </a:lnTo>
                  <a:lnTo>
                    <a:pt x="577973" y="1263068"/>
                  </a:lnTo>
                  <a:lnTo>
                    <a:pt x="582065" y="1262645"/>
                  </a:lnTo>
                  <a:lnTo>
                    <a:pt x="587303" y="1258379"/>
                  </a:lnTo>
                  <a:lnTo>
                    <a:pt x="591824" y="1278044"/>
                  </a:lnTo>
                  <a:lnTo>
                    <a:pt x="593996" y="1287512"/>
                  </a:lnTo>
                  <a:lnTo>
                    <a:pt x="595603" y="1294522"/>
                  </a:lnTo>
                  <a:lnTo>
                    <a:pt x="600688" y="1316747"/>
                  </a:lnTo>
                  <a:lnTo>
                    <a:pt x="604672" y="1334201"/>
                  </a:lnTo>
                  <a:lnTo>
                    <a:pt x="606175" y="1340806"/>
                  </a:lnTo>
                  <a:lnTo>
                    <a:pt x="612836" y="1370148"/>
                  </a:lnTo>
                  <a:lnTo>
                    <a:pt x="621892" y="1367975"/>
                  </a:lnTo>
                  <a:lnTo>
                    <a:pt x="653774" y="1360115"/>
                  </a:lnTo>
                  <a:lnTo>
                    <a:pt x="668532" y="1356475"/>
                  </a:lnTo>
                  <a:lnTo>
                    <a:pt x="682572" y="1352982"/>
                  </a:lnTo>
                  <a:lnTo>
                    <a:pt x="709003" y="1346223"/>
                  </a:lnTo>
                  <a:lnTo>
                    <a:pt x="713991" y="1369385"/>
                  </a:lnTo>
                  <a:lnTo>
                    <a:pt x="719246" y="1392218"/>
                  </a:lnTo>
                  <a:lnTo>
                    <a:pt x="723020" y="1409100"/>
                  </a:lnTo>
                  <a:lnTo>
                    <a:pt x="728169" y="1404917"/>
                  </a:lnTo>
                  <a:lnTo>
                    <a:pt x="733267" y="1397173"/>
                  </a:lnTo>
                  <a:lnTo>
                    <a:pt x="738827" y="1391660"/>
                  </a:lnTo>
                  <a:lnTo>
                    <a:pt x="740315" y="1389132"/>
                  </a:lnTo>
                  <a:lnTo>
                    <a:pt x="746987" y="1377762"/>
                  </a:lnTo>
                  <a:lnTo>
                    <a:pt x="751815" y="1367265"/>
                  </a:lnTo>
                  <a:lnTo>
                    <a:pt x="754006" y="1366641"/>
                  </a:lnTo>
                  <a:lnTo>
                    <a:pt x="756925" y="1365808"/>
                  </a:lnTo>
                  <a:lnTo>
                    <a:pt x="765183" y="1367918"/>
                  </a:lnTo>
                  <a:lnTo>
                    <a:pt x="765314" y="1362796"/>
                  </a:lnTo>
                  <a:lnTo>
                    <a:pt x="771528" y="1351532"/>
                  </a:lnTo>
                  <a:lnTo>
                    <a:pt x="776341" y="1339345"/>
                  </a:lnTo>
                  <a:lnTo>
                    <a:pt x="780155" y="1342044"/>
                  </a:lnTo>
                  <a:lnTo>
                    <a:pt x="784717" y="1347798"/>
                  </a:lnTo>
                  <a:lnTo>
                    <a:pt x="789853" y="1347914"/>
                  </a:lnTo>
                  <a:lnTo>
                    <a:pt x="796205" y="1348053"/>
                  </a:lnTo>
                  <a:lnTo>
                    <a:pt x="807580" y="1345511"/>
                  </a:lnTo>
                  <a:lnTo>
                    <a:pt x="808261" y="1345358"/>
                  </a:lnTo>
                  <a:lnTo>
                    <a:pt x="809208" y="1340239"/>
                  </a:lnTo>
                  <a:lnTo>
                    <a:pt x="812481" y="1331745"/>
                  </a:lnTo>
                  <a:lnTo>
                    <a:pt x="816892" y="1329735"/>
                  </a:lnTo>
                  <a:lnTo>
                    <a:pt x="818629" y="1328943"/>
                  </a:lnTo>
                  <a:lnTo>
                    <a:pt x="825836" y="1323365"/>
                  </a:lnTo>
                  <a:lnTo>
                    <a:pt x="838541" y="1318291"/>
                  </a:lnTo>
                  <a:lnTo>
                    <a:pt x="845118" y="1323036"/>
                  </a:lnTo>
                  <a:lnTo>
                    <a:pt x="847636" y="1324850"/>
                  </a:lnTo>
                  <a:lnTo>
                    <a:pt x="854839" y="1322041"/>
                  </a:lnTo>
                  <a:lnTo>
                    <a:pt x="864288" y="1322062"/>
                  </a:lnTo>
                  <a:lnTo>
                    <a:pt x="866771" y="1329344"/>
                  </a:lnTo>
                  <a:lnTo>
                    <a:pt x="868737" y="1332066"/>
                  </a:lnTo>
                  <a:lnTo>
                    <a:pt x="870692" y="1334772"/>
                  </a:lnTo>
                  <a:lnTo>
                    <a:pt x="878361" y="1342251"/>
                  </a:lnTo>
                  <a:lnTo>
                    <a:pt x="879341" y="1348275"/>
                  </a:lnTo>
                  <a:lnTo>
                    <a:pt x="882772" y="1351462"/>
                  </a:lnTo>
                  <a:lnTo>
                    <a:pt x="880273" y="1364112"/>
                  </a:lnTo>
                  <a:lnTo>
                    <a:pt x="879312" y="1372268"/>
                  </a:lnTo>
                  <a:lnTo>
                    <a:pt x="878672" y="1377139"/>
                  </a:lnTo>
                  <a:lnTo>
                    <a:pt x="855670" y="1366335"/>
                  </a:lnTo>
                  <a:lnTo>
                    <a:pt x="838398" y="1358179"/>
                  </a:lnTo>
                  <a:lnTo>
                    <a:pt x="833733" y="1355993"/>
                  </a:lnTo>
                  <a:lnTo>
                    <a:pt x="820565" y="1349804"/>
                  </a:lnTo>
                  <a:lnTo>
                    <a:pt x="823222" y="1356451"/>
                  </a:lnTo>
                  <a:lnTo>
                    <a:pt x="824619" y="1363288"/>
                  </a:lnTo>
                  <a:lnTo>
                    <a:pt x="821307" y="1374127"/>
                  </a:lnTo>
                  <a:lnTo>
                    <a:pt x="822195" y="1378908"/>
                  </a:lnTo>
                  <a:lnTo>
                    <a:pt x="821550" y="1385661"/>
                  </a:lnTo>
                  <a:lnTo>
                    <a:pt x="823789" y="1388788"/>
                  </a:lnTo>
                  <a:lnTo>
                    <a:pt x="817193" y="1399600"/>
                  </a:lnTo>
                  <a:lnTo>
                    <a:pt x="816042" y="1404552"/>
                  </a:lnTo>
                  <a:lnTo>
                    <a:pt x="814633" y="1410594"/>
                  </a:lnTo>
                  <a:lnTo>
                    <a:pt x="809981" y="1415254"/>
                  </a:lnTo>
                  <a:lnTo>
                    <a:pt x="806006" y="1423657"/>
                  </a:lnTo>
                  <a:lnTo>
                    <a:pt x="798494" y="1429801"/>
                  </a:lnTo>
                  <a:lnTo>
                    <a:pt x="795862" y="1438611"/>
                  </a:lnTo>
                  <a:lnTo>
                    <a:pt x="793399" y="1448049"/>
                  </a:lnTo>
                  <a:lnTo>
                    <a:pt x="779040" y="1441855"/>
                  </a:lnTo>
                  <a:lnTo>
                    <a:pt x="778022" y="1447477"/>
                  </a:lnTo>
                  <a:lnTo>
                    <a:pt x="775927" y="1452829"/>
                  </a:lnTo>
                  <a:lnTo>
                    <a:pt x="775143" y="1462240"/>
                  </a:lnTo>
                  <a:lnTo>
                    <a:pt x="775581" y="1466078"/>
                  </a:lnTo>
                  <a:lnTo>
                    <a:pt x="771391" y="1474008"/>
                  </a:lnTo>
                  <a:lnTo>
                    <a:pt x="769274" y="1484713"/>
                  </a:lnTo>
                  <a:lnTo>
                    <a:pt x="768144" y="1491210"/>
                  </a:lnTo>
                  <a:lnTo>
                    <a:pt x="768010" y="1491980"/>
                  </a:lnTo>
                  <a:lnTo>
                    <a:pt x="763476" y="1500579"/>
                  </a:lnTo>
                  <a:lnTo>
                    <a:pt x="762148" y="1500660"/>
                  </a:lnTo>
                  <a:lnTo>
                    <a:pt x="756359" y="1501010"/>
                  </a:lnTo>
                  <a:lnTo>
                    <a:pt x="745524" y="1499911"/>
                  </a:lnTo>
                  <a:lnTo>
                    <a:pt x="736597" y="1489808"/>
                  </a:lnTo>
                  <a:lnTo>
                    <a:pt x="725527" y="1487676"/>
                  </a:lnTo>
                  <a:lnTo>
                    <a:pt x="725938" y="1497960"/>
                  </a:lnTo>
                  <a:lnTo>
                    <a:pt x="725214" y="1504215"/>
                  </a:lnTo>
                  <a:lnTo>
                    <a:pt x="726262" y="1508112"/>
                  </a:lnTo>
                  <a:lnTo>
                    <a:pt x="724153" y="1518264"/>
                  </a:lnTo>
                  <a:lnTo>
                    <a:pt x="718822" y="1525112"/>
                  </a:lnTo>
                  <a:lnTo>
                    <a:pt x="721522" y="1529666"/>
                  </a:lnTo>
                  <a:lnTo>
                    <a:pt x="720800" y="1530623"/>
                  </a:lnTo>
                  <a:lnTo>
                    <a:pt x="716730" y="1536008"/>
                  </a:lnTo>
                  <a:lnTo>
                    <a:pt x="711889" y="1543512"/>
                  </a:lnTo>
                  <a:lnTo>
                    <a:pt x="711768" y="1552904"/>
                  </a:lnTo>
                  <a:lnTo>
                    <a:pt x="710928" y="1559288"/>
                  </a:lnTo>
                  <a:lnTo>
                    <a:pt x="710589" y="1561852"/>
                  </a:lnTo>
                  <a:lnTo>
                    <a:pt x="706556" y="1572675"/>
                  </a:lnTo>
                  <a:lnTo>
                    <a:pt x="705146" y="1575086"/>
                  </a:lnTo>
                  <a:lnTo>
                    <a:pt x="699652" y="1584455"/>
                  </a:lnTo>
                  <a:lnTo>
                    <a:pt x="694929" y="1593578"/>
                  </a:lnTo>
                  <a:lnTo>
                    <a:pt x="694336" y="1599404"/>
                  </a:lnTo>
                  <a:lnTo>
                    <a:pt x="692290" y="1607955"/>
                  </a:lnTo>
                  <a:lnTo>
                    <a:pt x="690195" y="1612893"/>
                  </a:lnTo>
                  <a:lnTo>
                    <a:pt x="690048" y="1613237"/>
                  </a:lnTo>
                  <a:lnTo>
                    <a:pt x="698252" y="1619017"/>
                  </a:lnTo>
                  <a:lnTo>
                    <a:pt x="693653" y="1624979"/>
                  </a:lnTo>
                  <a:lnTo>
                    <a:pt x="694106" y="1631159"/>
                  </a:lnTo>
                  <a:lnTo>
                    <a:pt x="685783" y="1642698"/>
                  </a:lnTo>
                  <a:lnTo>
                    <a:pt x="680552" y="1648600"/>
                  </a:lnTo>
                  <a:lnTo>
                    <a:pt x="680021" y="1648358"/>
                  </a:lnTo>
                  <a:lnTo>
                    <a:pt x="671605" y="1644517"/>
                  </a:lnTo>
                  <a:lnTo>
                    <a:pt x="661734" y="1654630"/>
                  </a:lnTo>
                  <a:lnTo>
                    <a:pt x="652783" y="1662118"/>
                  </a:lnTo>
                  <a:lnTo>
                    <a:pt x="645059" y="1657277"/>
                  </a:lnTo>
                  <a:lnTo>
                    <a:pt x="643070" y="1658174"/>
                  </a:lnTo>
                  <a:lnTo>
                    <a:pt x="642429" y="1658463"/>
                  </a:lnTo>
                  <a:lnTo>
                    <a:pt x="641642" y="1663260"/>
                  </a:lnTo>
                  <a:lnTo>
                    <a:pt x="647508" y="1668173"/>
                  </a:lnTo>
                  <a:lnTo>
                    <a:pt x="640230" y="1673555"/>
                  </a:lnTo>
                  <a:lnTo>
                    <a:pt x="634462" y="1675584"/>
                  </a:lnTo>
                  <a:lnTo>
                    <a:pt x="633042" y="1676083"/>
                  </a:lnTo>
                  <a:lnTo>
                    <a:pt x="622402" y="1681253"/>
                  </a:lnTo>
                  <a:lnTo>
                    <a:pt x="612723" y="1689072"/>
                  </a:lnTo>
                  <a:lnTo>
                    <a:pt x="596922" y="1679545"/>
                  </a:lnTo>
                  <a:lnTo>
                    <a:pt x="592306" y="1689125"/>
                  </a:lnTo>
                  <a:lnTo>
                    <a:pt x="587479" y="1692833"/>
                  </a:lnTo>
                  <a:lnTo>
                    <a:pt x="583406" y="1697231"/>
                  </a:lnTo>
                  <a:lnTo>
                    <a:pt x="581179" y="1699876"/>
                  </a:lnTo>
                  <a:lnTo>
                    <a:pt x="569928" y="1702945"/>
                  </a:lnTo>
                  <a:lnTo>
                    <a:pt x="563181" y="1699727"/>
                  </a:lnTo>
                  <a:lnTo>
                    <a:pt x="562628" y="1699463"/>
                  </a:lnTo>
                  <a:lnTo>
                    <a:pt x="558861" y="1696177"/>
                  </a:lnTo>
                  <a:lnTo>
                    <a:pt x="551367" y="1696520"/>
                  </a:lnTo>
                  <a:lnTo>
                    <a:pt x="545774" y="1691794"/>
                  </a:lnTo>
                  <a:lnTo>
                    <a:pt x="540737" y="1685600"/>
                  </a:lnTo>
                  <a:lnTo>
                    <a:pt x="539653" y="1681921"/>
                  </a:lnTo>
                  <a:lnTo>
                    <a:pt x="534195" y="1678736"/>
                  </a:lnTo>
                  <a:lnTo>
                    <a:pt x="537814" y="1670576"/>
                  </a:lnTo>
                  <a:lnTo>
                    <a:pt x="533716" y="1668184"/>
                  </a:lnTo>
                  <a:lnTo>
                    <a:pt x="524330" y="1669395"/>
                  </a:lnTo>
                  <a:lnTo>
                    <a:pt x="515683" y="1664827"/>
                  </a:lnTo>
                  <a:lnTo>
                    <a:pt x="506154" y="1659517"/>
                  </a:lnTo>
                  <a:lnTo>
                    <a:pt x="498635" y="1656931"/>
                  </a:lnTo>
                  <a:lnTo>
                    <a:pt x="494823" y="1650131"/>
                  </a:lnTo>
                  <a:lnTo>
                    <a:pt x="493786" y="1648281"/>
                  </a:lnTo>
                  <a:lnTo>
                    <a:pt x="488743" y="1644332"/>
                  </a:lnTo>
                  <a:lnTo>
                    <a:pt x="485011" y="1639870"/>
                  </a:lnTo>
                  <a:lnTo>
                    <a:pt x="482364" y="1636702"/>
                  </a:lnTo>
                  <a:lnTo>
                    <a:pt x="474698" y="1632664"/>
                  </a:lnTo>
                  <a:lnTo>
                    <a:pt x="474952" y="1629857"/>
                  </a:lnTo>
                  <a:lnTo>
                    <a:pt x="475400" y="1624878"/>
                  </a:lnTo>
                  <a:lnTo>
                    <a:pt x="465252" y="1616064"/>
                  </a:lnTo>
                  <a:lnTo>
                    <a:pt x="456197" y="1608848"/>
                  </a:lnTo>
                  <a:close/>
                </a:path>
              </a:pathLst>
            </a:custGeom>
            <a:solidFill>
              <a:srgbClr val="EAA980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h129"/>
            <p:cNvSpPr/>
            <p:nvPr/>
          </p:nvSpPr>
          <p:spPr>
            <a:xfrm>
              <a:off x="4668254" y="1286801"/>
              <a:ext cx="468382" cy="1615213"/>
            </a:xfrm>
            <a:custGeom>
              <a:avLst/>
              <a:pathLst>
                <a:path w="468382" h="1615213">
                  <a:moveTo>
                    <a:pt x="457200" y="1600200"/>
                  </a:moveTo>
                  <a:lnTo>
                    <a:pt x="465063" y="1595237"/>
                  </a:lnTo>
                  <a:lnTo>
                    <a:pt x="468382" y="1599400"/>
                  </a:lnTo>
                  <a:lnTo>
                    <a:pt x="464282" y="1607638"/>
                  </a:lnTo>
                  <a:lnTo>
                    <a:pt x="462686" y="1615213"/>
                  </a:lnTo>
                  <a:lnTo>
                    <a:pt x="456706" y="1609015"/>
                  </a:lnTo>
                  <a:close/>
                </a:path>
              </a:pathLst>
            </a:custGeom>
            <a:solidFill>
              <a:srgbClr val="F0BD8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h130"/>
            <p:cNvSpPr/>
            <p:nvPr/>
          </p:nvSpPr>
          <p:spPr>
            <a:xfrm>
              <a:off x="4314107" y="1134695"/>
              <a:ext cx="480423" cy="1613365"/>
            </a:xfrm>
            <a:custGeom>
              <a:avLst/>
              <a:pathLst>
                <a:path w="480423" h="1613365">
                  <a:moveTo>
                    <a:pt x="457200" y="1600200"/>
                  </a:moveTo>
                  <a:lnTo>
                    <a:pt x="460115" y="1598386"/>
                  </a:lnTo>
                  <a:lnTo>
                    <a:pt x="467381" y="1595210"/>
                  </a:lnTo>
                  <a:lnTo>
                    <a:pt x="475155" y="1596508"/>
                  </a:lnTo>
                  <a:lnTo>
                    <a:pt x="476795" y="1598774"/>
                  </a:lnTo>
                  <a:lnTo>
                    <a:pt x="480423" y="1605359"/>
                  </a:lnTo>
                  <a:lnTo>
                    <a:pt x="479761" y="1608665"/>
                  </a:lnTo>
                  <a:lnTo>
                    <a:pt x="477953" y="1611412"/>
                  </a:lnTo>
                  <a:lnTo>
                    <a:pt x="470674" y="1613365"/>
                  </a:lnTo>
                  <a:lnTo>
                    <a:pt x="466389" y="1607688"/>
                  </a:lnTo>
                  <a:lnTo>
                    <a:pt x="463222" y="1604395"/>
                  </a:lnTo>
                  <a:lnTo>
                    <a:pt x="458270" y="1602832"/>
                  </a:lnTo>
                  <a:close/>
                </a:path>
              </a:pathLst>
            </a:custGeom>
            <a:solidFill>
              <a:srgbClr val="F0BD8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h131"/>
            <p:cNvSpPr/>
            <p:nvPr/>
          </p:nvSpPr>
          <p:spPr>
            <a:xfrm>
              <a:off x="4151835" y="1323841"/>
              <a:ext cx="973681" cy="1968094"/>
            </a:xfrm>
            <a:custGeom>
              <a:avLst/>
              <a:pathLst>
                <a:path w="973681" h="1968094">
                  <a:moveTo>
                    <a:pt x="457200" y="1600200"/>
                  </a:moveTo>
                  <a:lnTo>
                    <a:pt x="457887" y="1591273"/>
                  </a:lnTo>
                  <a:lnTo>
                    <a:pt x="460229" y="1589285"/>
                  </a:lnTo>
                  <a:lnTo>
                    <a:pt x="461420" y="1588273"/>
                  </a:lnTo>
                  <a:lnTo>
                    <a:pt x="465096" y="1581280"/>
                  </a:lnTo>
                  <a:lnTo>
                    <a:pt x="466057" y="1575532"/>
                  </a:lnTo>
                  <a:lnTo>
                    <a:pt x="468812" y="1569230"/>
                  </a:lnTo>
                  <a:lnTo>
                    <a:pt x="473943" y="1563687"/>
                  </a:lnTo>
                  <a:lnTo>
                    <a:pt x="480190" y="1560389"/>
                  </a:lnTo>
                  <a:lnTo>
                    <a:pt x="482912" y="1557155"/>
                  </a:lnTo>
                  <a:lnTo>
                    <a:pt x="489143" y="1556220"/>
                  </a:lnTo>
                  <a:lnTo>
                    <a:pt x="490786" y="1552405"/>
                  </a:lnTo>
                  <a:lnTo>
                    <a:pt x="495471" y="1549802"/>
                  </a:lnTo>
                  <a:lnTo>
                    <a:pt x="499028" y="1549946"/>
                  </a:lnTo>
                  <a:lnTo>
                    <a:pt x="499755" y="1545320"/>
                  </a:lnTo>
                  <a:lnTo>
                    <a:pt x="503279" y="1542205"/>
                  </a:lnTo>
                  <a:lnTo>
                    <a:pt x="502303" y="1531932"/>
                  </a:lnTo>
                  <a:lnTo>
                    <a:pt x="501281" y="1521192"/>
                  </a:lnTo>
                  <a:lnTo>
                    <a:pt x="499274" y="1499742"/>
                  </a:lnTo>
                  <a:lnTo>
                    <a:pt x="498363" y="1490036"/>
                  </a:lnTo>
                  <a:lnTo>
                    <a:pt x="496358" y="1469275"/>
                  </a:lnTo>
                  <a:lnTo>
                    <a:pt x="503691" y="1468378"/>
                  </a:lnTo>
                  <a:lnTo>
                    <a:pt x="505217" y="1464417"/>
                  </a:lnTo>
                  <a:lnTo>
                    <a:pt x="508138" y="1459586"/>
                  </a:lnTo>
                  <a:lnTo>
                    <a:pt x="511750" y="1458874"/>
                  </a:lnTo>
                  <a:lnTo>
                    <a:pt x="516234" y="1461422"/>
                  </a:lnTo>
                  <a:lnTo>
                    <a:pt x="519293" y="1461623"/>
                  </a:lnTo>
                  <a:lnTo>
                    <a:pt x="524117" y="1464132"/>
                  </a:lnTo>
                  <a:lnTo>
                    <a:pt x="530368" y="1462542"/>
                  </a:lnTo>
                  <a:lnTo>
                    <a:pt x="536037" y="1461969"/>
                  </a:lnTo>
                  <a:lnTo>
                    <a:pt x="550234" y="1454928"/>
                  </a:lnTo>
                  <a:lnTo>
                    <a:pt x="555957" y="1451480"/>
                  </a:lnTo>
                  <a:lnTo>
                    <a:pt x="557898" y="1451277"/>
                  </a:lnTo>
                  <a:lnTo>
                    <a:pt x="561303" y="1450919"/>
                  </a:lnTo>
                  <a:lnTo>
                    <a:pt x="569262" y="1446041"/>
                  </a:lnTo>
                  <a:lnTo>
                    <a:pt x="573455" y="1444526"/>
                  </a:lnTo>
                  <a:lnTo>
                    <a:pt x="576949" y="1440556"/>
                  </a:lnTo>
                  <a:lnTo>
                    <a:pt x="581716" y="1438776"/>
                  </a:lnTo>
                  <a:lnTo>
                    <a:pt x="585105" y="1434657"/>
                  </a:lnTo>
                  <a:lnTo>
                    <a:pt x="589125" y="1436975"/>
                  </a:lnTo>
                  <a:lnTo>
                    <a:pt x="591906" y="1433506"/>
                  </a:lnTo>
                  <a:lnTo>
                    <a:pt x="595409" y="1431931"/>
                  </a:lnTo>
                  <a:lnTo>
                    <a:pt x="599531" y="1428516"/>
                  </a:lnTo>
                  <a:lnTo>
                    <a:pt x="603416" y="1425255"/>
                  </a:lnTo>
                  <a:lnTo>
                    <a:pt x="602213" y="1418293"/>
                  </a:lnTo>
                  <a:lnTo>
                    <a:pt x="607421" y="1415246"/>
                  </a:lnTo>
                  <a:lnTo>
                    <a:pt x="613980" y="1419424"/>
                  </a:lnTo>
                  <a:lnTo>
                    <a:pt x="618241" y="1421918"/>
                  </a:lnTo>
                  <a:lnTo>
                    <a:pt x="624019" y="1426823"/>
                  </a:lnTo>
                  <a:lnTo>
                    <a:pt x="620528" y="1436136"/>
                  </a:lnTo>
                  <a:lnTo>
                    <a:pt x="616113" y="1443848"/>
                  </a:lnTo>
                  <a:lnTo>
                    <a:pt x="614809" y="1447213"/>
                  </a:lnTo>
                  <a:lnTo>
                    <a:pt x="617764" y="1451933"/>
                  </a:lnTo>
                  <a:lnTo>
                    <a:pt x="613070" y="1457626"/>
                  </a:lnTo>
                  <a:lnTo>
                    <a:pt x="612175" y="1462878"/>
                  </a:lnTo>
                  <a:lnTo>
                    <a:pt x="610576" y="1466164"/>
                  </a:lnTo>
                  <a:lnTo>
                    <a:pt x="613224" y="1466492"/>
                  </a:lnTo>
                  <a:lnTo>
                    <a:pt x="615568" y="1466782"/>
                  </a:lnTo>
                  <a:lnTo>
                    <a:pt x="620964" y="1462029"/>
                  </a:lnTo>
                  <a:lnTo>
                    <a:pt x="623737" y="1460598"/>
                  </a:lnTo>
                  <a:lnTo>
                    <a:pt x="626770" y="1457573"/>
                  </a:lnTo>
                  <a:lnTo>
                    <a:pt x="627629" y="1451713"/>
                  </a:lnTo>
                  <a:lnTo>
                    <a:pt x="634569" y="1456787"/>
                  </a:lnTo>
                  <a:lnTo>
                    <a:pt x="643726" y="1463284"/>
                  </a:lnTo>
                  <a:lnTo>
                    <a:pt x="645144" y="1462948"/>
                  </a:lnTo>
                  <a:lnTo>
                    <a:pt x="648707" y="1462102"/>
                  </a:lnTo>
                  <a:lnTo>
                    <a:pt x="654910" y="1464888"/>
                  </a:lnTo>
                  <a:lnTo>
                    <a:pt x="656490" y="1464121"/>
                  </a:lnTo>
                  <a:lnTo>
                    <a:pt x="659594" y="1467814"/>
                  </a:lnTo>
                  <a:lnTo>
                    <a:pt x="663986" y="1464825"/>
                  </a:lnTo>
                  <a:lnTo>
                    <a:pt x="668420" y="1468605"/>
                  </a:lnTo>
                  <a:lnTo>
                    <a:pt x="674711" y="1470207"/>
                  </a:lnTo>
                  <a:lnTo>
                    <a:pt x="680730" y="1479434"/>
                  </a:lnTo>
                  <a:lnTo>
                    <a:pt x="685222" y="1489370"/>
                  </a:lnTo>
                  <a:lnTo>
                    <a:pt x="702063" y="1491902"/>
                  </a:lnTo>
                  <a:lnTo>
                    <a:pt x="727677" y="1495671"/>
                  </a:lnTo>
                  <a:lnTo>
                    <a:pt x="775943" y="1502472"/>
                  </a:lnTo>
                  <a:lnTo>
                    <a:pt x="785207" y="1506476"/>
                  </a:lnTo>
                  <a:lnTo>
                    <a:pt x="790605" y="1508802"/>
                  </a:lnTo>
                  <a:lnTo>
                    <a:pt x="801774" y="1513596"/>
                  </a:lnTo>
                  <a:lnTo>
                    <a:pt x="807808" y="1512030"/>
                  </a:lnTo>
                  <a:lnTo>
                    <a:pt x="812871" y="1512930"/>
                  </a:lnTo>
                  <a:lnTo>
                    <a:pt x="813237" y="1512995"/>
                  </a:lnTo>
                  <a:lnTo>
                    <a:pt x="815485" y="1515727"/>
                  </a:lnTo>
                  <a:lnTo>
                    <a:pt x="819272" y="1515019"/>
                  </a:lnTo>
                  <a:lnTo>
                    <a:pt x="820476" y="1511763"/>
                  </a:lnTo>
                  <a:lnTo>
                    <a:pt x="826100" y="1510241"/>
                  </a:lnTo>
                  <a:lnTo>
                    <a:pt x="836790" y="1513874"/>
                  </a:lnTo>
                  <a:lnTo>
                    <a:pt x="839104" y="1512031"/>
                  </a:lnTo>
                  <a:lnTo>
                    <a:pt x="845711" y="1515130"/>
                  </a:lnTo>
                  <a:lnTo>
                    <a:pt x="851033" y="1513893"/>
                  </a:lnTo>
                  <a:lnTo>
                    <a:pt x="857145" y="1514989"/>
                  </a:lnTo>
                  <a:lnTo>
                    <a:pt x="862805" y="1517209"/>
                  </a:lnTo>
                  <a:lnTo>
                    <a:pt x="862945" y="1517264"/>
                  </a:lnTo>
                  <a:lnTo>
                    <a:pt x="867336" y="1522481"/>
                  </a:lnTo>
                  <a:lnTo>
                    <a:pt x="863110" y="1529902"/>
                  </a:lnTo>
                  <a:lnTo>
                    <a:pt x="866055" y="1532342"/>
                  </a:lnTo>
                  <a:lnTo>
                    <a:pt x="870456" y="1533431"/>
                  </a:lnTo>
                  <a:lnTo>
                    <a:pt x="871227" y="1533622"/>
                  </a:lnTo>
                  <a:lnTo>
                    <a:pt x="875486" y="1531359"/>
                  </a:lnTo>
                  <a:lnTo>
                    <a:pt x="878541" y="1534857"/>
                  </a:lnTo>
                  <a:lnTo>
                    <a:pt x="886163" y="1534860"/>
                  </a:lnTo>
                  <a:lnTo>
                    <a:pt x="890763" y="1538205"/>
                  </a:lnTo>
                  <a:lnTo>
                    <a:pt x="893517" y="1540205"/>
                  </a:lnTo>
                  <a:lnTo>
                    <a:pt x="896135" y="1543539"/>
                  </a:lnTo>
                  <a:lnTo>
                    <a:pt x="892787" y="1546663"/>
                  </a:lnTo>
                  <a:lnTo>
                    <a:pt x="897642" y="1551469"/>
                  </a:lnTo>
                  <a:lnTo>
                    <a:pt x="897463" y="1555820"/>
                  </a:lnTo>
                  <a:lnTo>
                    <a:pt x="896958" y="1562230"/>
                  </a:lnTo>
                  <a:lnTo>
                    <a:pt x="897791" y="1568599"/>
                  </a:lnTo>
                  <a:lnTo>
                    <a:pt x="894755" y="1572713"/>
                  </a:lnTo>
                  <a:lnTo>
                    <a:pt x="894901" y="1579128"/>
                  </a:lnTo>
                  <a:lnTo>
                    <a:pt x="895077" y="1584154"/>
                  </a:lnTo>
                  <a:lnTo>
                    <a:pt x="900491" y="1583255"/>
                  </a:lnTo>
                  <a:lnTo>
                    <a:pt x="904728" y="1582427"/>
                  </a:lnTo>
                  <a:lnTo>
                    <a:pt x="907985" y="1578297"/>
                  </a:lnTo>
                  <a:lnTo>
                    <a:pt x="912521" y="1579498"/>
                  </a:lnTo>
                  <a:lnTo>
                    <a:pt x="912648" y="1586086"/>
                  </a:lnTo>
                  <a:lnTo>
                    <a:pt x="910197" y="1595433"/>
                  </a:lnTo>
                  <a:lnTo>
                    <a:pt x="908489" y="1601769"/>
                  </a:lnTo>
                  <a:lnTo>
                    <a:pt x="913402" y="1606881"/>
                  </a:lnTo>
                  <a:lnTo>
                    <a:pt x="918285" y="1611696"/>
                  </a:lnTo>
                  <a:lnTo>
                    <a:pt x="923508" y="1612288"/>
                  </a:lnTo>
                  <a:lnTo>
                    <a:pt x="921385" y="1618936"/>
                  </a:lnTo>
                  <a:lnTo>
                    <a:pt x="922285" y="1627409"/>
                  </a:lnTo>
                  <a:lnTo>
                    <a:pt x="916600" y="1628617"/>
                  </a:lnTo>
                  <a:lnTo>
                    <a:pt x="911084" y="1630911"/>
                  </a:lnTo>
                  <a:lnTo>
                    <a:pt x="906883" y="1632653"/>
                  </a:lnTo>
                  <a:lnTo>
                    <a:pt x="904795" y="1636709"/>
                  </a:lnTo>
                  <a:lnTo>
                    <a:pt x="906171" y="1642849"/>
                  </a:lnTo>
                  <a:lnTo>
                    <a:pt x="905055" y="1645062"/>
                  </a:lnTo>
                  <a:lnTo>
                    <a:pt x="901451" y="1650528"/>
                  </a:lnTo>
                  <a:lnTo>
                    <a:pt x="899391" y="1658733"/>
                  </a:lnTo>
                  <a:lnTo>
                    <a:pt x="896390" y="1663705"/>
                  </a:lnTo>
                  <a:lnTo>
                    <a:pt x="895942" y="1669131"/>
                  </a:lnTo>
                  <a:lnTo>
                    <a:pt x="895798" y="1670870"/>
                  </a:lnTo>
                  <a:lnTo>
                    <a:pt x="897093" y="1677574"/>
                  </a:lnTo>
                  <a:lnTo>
                    <a:pt x="894054" y="1682652"/>
                  </a:lnTo>
                  <a:lnTo>
                    <a:pt x="897779" y="1686299"/>
                  </a:lnTo>
                  <a:lnTo>
                    <a:pt x="903345" y="1686665"/>
                  </a:lnTo>
                  <a:lnTo>
                    <a:pt x="906450" y="1680597"/>
                  </a:lnTo>
                  <a:lnTo>
                    <a:pt x="908610" y="1675948"/>
                  </a:lnTo>
                  <a:lnTo>
                    <a:pt x="916036" y="1670932"/>
                  </a:lnTo>
                  <a:lnTo>
                    <a:pt x="916975" y="1668971"/>
                  </a:lnTo>
                  <a:lnTo>
                    <a:pt x="917848" y="1667146"/>
                  </a:lnTo>
                  <a:lnTo>
                    <a:pt x="918607" y="1665783"/>
                  </a:lnTo>
                  <a:lnTo>
                    <a:pt x="919853" y="1663545"/>
                  </a:lnTo>
                  <a:lnTo>
                    <a:pt x="919170" y="1659704"/>
                  </a:lnTo>
                  <a:lnTo>
                    <a:pt x="924262" y="1649566"/>
                  </a:lnTo>
                  <a:lnTo>
                    <a:pt x="928903" y="1642158"/>
                  </a:lnTo>
                  <a:lnTo>
                    <a:pt x="933162" y="1640783"/>
                  </a:lnTo>
                  <a:lnTo>
                    <a:pt x="934307" y="1639071"/>
                  </a:lnTo>
                  <a:lnTo>
                    <a:pt x="939947" y="1636106"/>
                  </a:lnTo>
                  <a:lnTo>
                    <a:pt x="943618" y="1629436"/>
                  </a:lnTo>
                  <a:lnTo>
                    <a:pt x="947019" y="1618913"/>
                  </a:lnTo>
                  <a:lnTo>
                    <a:pt x="951887" y="1609578"/>
                  </a:lnTo>
                  <a:lnTo>
                    <a:pt x="952509" y="1598637"/>
                  </a:lnTo>
                  <a:lnTo>
                    <a:pt x="957842" y="1597051"/>
                  </a:lnTo>
                  <a:lnTo>
                    <a:pt x="961726" y="1591788"/>
                  </a:lnTo>
                  <a:lnTo>
                    <a:pt x="961900" y="1585798"/>
                  </a:lnTo>
                  <a:lnTo>
                    <a:pt x="965587" y="1580676"/>
                  </a:lnTo>
                  <a:lnTo>
                    <a:pt x="968951" y="1579319"/>
                  </a:lnTo>
                  <a:lnTo>
                    <a:pt x="972498" y="1579823"/>
                  </a:lnTo>
                  <a:lnTo>
                    <a:pt x="973681" y="1587633"/>
                  </a:lnTo>
                  <a:lnTo>
                    <a:pt x="968851" y="1593519"/>
                  </a:lnTo>
                  <a:lnTo>
                    <a:pt x="969747" y="1599936"/>
                  </a:lnTo>
                  <a:lnTo>
                    <a:pt x="969349" y="1607031"/>
                  </a:lnTo>
                  <a:lnTo>
                    <a:pt x="964081" y="1616310"/>
                  </a:lnTo>
                  <a:lnTo>
                    <a:pt x="961109" y="1624929"/>
                  </a:lnTo>
                  <a:lnTo>
                    <a:pt x="960774" y="1632829"/>
                  </a:lnTo>
                  <a:lnTo>
                    <a:pt x="955754" y="1640288"/>
                  </a:lnTo>
                  <a:lnTo>
                    <a:pt x="953224" y="1648494"/>
                  </a:lnTo>
                  <a:lnTo>
                    <a:pt x="950160" y="1661071"/>
                  </a:lnTo>
                  <a:lnTo>
                    <a:pt x="948736" y="1666887"/>
                  </a:lnTo>
                  <a:lnTo>
                    <a:pt x="945646" y="1673039"/>
                  </a:lnTo>
                  <a:lnTo>
                    <a:pt x="943527" y="1689213"/>
                  </a:lnTo>
                  <a:lnTo>
                    <a:pt x="942143" y="1706225"/>
                  </a:lnTo>
                  <a:lnTo>
                    <a:pt x="942079" y="1707008"/>
                  </a:lnTo>
                  <a:lnTo>
                    <a:pt x="945311" y="1714253"/>
                  </a:lnTo>
                  <a:lnTo>
                    <a:pt x="947498" y="1720112"/>
                  </a:lnTo>
                  <a:lnTo>
                    <a:pt x="945609" y="1726852"/>
                  </a:lnTo>
                  <a:lnTo>
                    <a:pt x="940780" y="1731130"/>
                  </a:lnTo>
                  <a:lnTo>
                    <a:pt x="936937" y="1738001"/>
                  </a:lnTo>
                  <a:lnTo>
                    <a:pt x="935244" y="1752880"/>
                  </a:lnTo>
                  <a:lnTo>
                    <a:pt x="933995" y="1762365"/>
                  </a:lnTo>
                  <a:lnTo>
                    <a:pt x="933680" y="1764743"/>
                  </a:lnTo>
                  <a:lnTo>
                    <a:pt x="935700" y="1772411"/>
                  </a:lnTo>
                  <a:lnTo>
                    <a:pt x="938811" y="1777368"/>
                  </a:lnTo>
                  <a:lnTo>
                    <a:pt x="938932" y="1782953"/>
                  </a:lnTo>
                  <a:lnTo>
                    <a:pt x="939909" y="1788269"/>
                  </a:lnTo>
                  <a:lnTo>
                    <a:pt x="934610" y="1803757"/>
                  </a:lnTo>
                  <a:lnTo>
                    <a:pt x="934899" y="1806239"/>
                  </a:lnTo>
                  <a:lnTo>
                    <a:pt x="935622" y="1812459"/>
                  </a:lnTo>
                  <a:lnTo>
                    <a:pt x="932695" y="1821988"/>
                  </a:lnTo>
                  <a:lnTo>
                    <a:pt x="930451" y="1836566"/>
                  </a:lnTo>
                  <a:lnTo>
                    <a:pt x="931821" y="1850288"/>
                  </a:lnTo>
                  <a:lnTo>
                    <a:pt x="931884" y="1850905"/>
                  </a:lnTo>
                  <a:lnTo>
                    <a:pt x="932733" y="1859120"/>
                  </a:lnTo>
                  <a:lnTo>
                    <a:pt x="936557" y="1866294"/>
                  </a:lnTo>
                  <a:lnTo>
                    <a:pt x="935142" y="1872629"/>
                  </a:lnTo>
                  <a:lnTo>
                    <a:pt x="937692" y="1876049"/>
                  </a:lnTo>
                  <a:lnTo>
                    <a:pt x="941200" y="1880751"/>
                  </a:lnTo>
                  <a:lnTo>
                    <a:pt x="943483" y="1891419"/>
                  </a:lnTo>
                  <a:lnTo>
                    <a:pt x="944977" y="1893013"/>
                  </a:lnTo>
                  <a:lnTo>
                    <a:pt x="950917" y="1899345"/>
                  </a:lnTo>
                  <a:lnTo>
                    <a:pt x="950788" y="1909958"/>
                  </a:lnTo>
                  <a:lnTo>
                    <a:pt x="949851" y="1914196"/>
                  </a:lnTo>
                  <a:lnTo>
                    <a:pt x="949149" y="1917362"/>
                  </a:lnTo>
                  <a:lnTo>
                    <a:pt x="950447" y="1925330"/>
                  </a:lnTo>
                  <a:lnTo>
                    <a:pt x="953179" y="1935916"/>
                  </a:lnTo>
                  <a:lnTo>
                    <a:pt x="917041" y="1940790"/>
                  </a:lnTo>
                  <a:lnTo>
                    <a:pt x="915453" y="1941000"/>
                  </a:lnTo>
                  <a:lnTo>
                    <a:pt x="907516" y="1942190"/>
                  </a:lnTo>
                  <a:lnTo>
                    <a:pt x="892419" y="1944429"/>
                  </a:lnTo>
                  <a:lnTo>
                    <a:pt x="889227" y="1944898"/>
                  </a:lnTo>
                  <a:lnTo>
                    <a:pt x="871094" y="1947610"/>
                  </a:lnTo>
                  <a:lnTo>
                    <a:pt x="864819" y="1948412"/>
                  </a:lnTo>
                  <a:lnTo>
                    <a:pt x="849960" y="1950289"/>
                  </a:lnTo>
                  <a:lnTo>
                    <a:pt x="840657" y="1951450"/>
                  </a:lnTo>
                  <a:lnTo>
                    <a:pt x="838428" y="1951714"/>
                  </a:lnTo>
                  <a:lnTo>
                    <a:pt x="811326" y="1954878"/>
                  </a:lnTo>
                  <a:lnTo>
                    <a:pt x="808089" y="1955249"/>
                  </a:lnTo>
                  <a:lnTo>
                    <a:pt x="799747" y="1956199"/>
                  </a:lnTo>
                  <a:lnTo>
                    <a:pt x="768451" y="1959754"/>
                  </a:lnTo>
                  <a:lnTo>
                    <a:pt x="760370" y="1960651"/>
                  </a:lnTo>
                  <a:lnTo>
                    <a:pt x="733402" y="1963697"/>
                  </a:lnTo>
                  <a:lnTo>
                    <a:pt x="714955" y="1965966"/>
                  </a:lnTo>
                  <a:lnTo>
                    <a:pt x="713989" y="1966083"/>
                  </a:lnTo>
                  <a:lnTo>
                    <a:pt x="695267" y="1968094"/>
                  </a:lnTo>
                  <a:lnTo>
                    <a:pt x="691609" y="1959982"/>
                  </a:lnTo>
                  <a:lnTo>
                    <a:pt x="688368" y="1954110"/>
                  </a:lnTo>
                  <a:lnTo>
                    <a:pt x="684220" y="1952189"/>
                  </a:lnTo>
                  <a:lnTo>
                    <a:pt x="674088" y="1950924"/>
                  </a:lnTo>
                  <a:lnTo>
                    <a:pt x="669927" y="1950202"/>
                  </a:lnTo>
                  <a:lnTo>
                    <a:pt x="665754" y="1949475"/>
                  </a:lnTo>
                  <a:lnTo>
                    <a:pt x="658416" y="1945817"/>
                  </a:lnTo>
                  <a:lnTo>
                    <a:pt x="652827" y="1939431"/>
                  </a:lnTo>
                  <a:lnTo>
                    <a:pt x="649104" y="1928709"/>
                  </a:lnTo>
                  <a:lnTo>
                    <a:pt x="645041" y="1924227"/>
                  </a:lnTo>
                  <a:lnTo>
                    <a:pt x="642509" y="1915491"/>
                  </a:lnTo>
                  <a:lnTo>
                    <a:pt x="642032" y="1914078"/>
                  </a:lnTo>
                  <a:lnTo>
                    <a:pt x="639949" y="1907892"/>
                  </a:lnTo>
                  <a:lnTo>
                    <a:pt x="639380" y="1902754"/>
                  </a:lnTo>
                  <a:lnTo>
                    <a:pt x="638634" y="1896026"/>
                  </a:lnTo>
                  <a:lnTo>
                    <a:pt x="641805" y="1890706"/>
                  </a:lnTo>
                  <a:lnTo>
                    <a:pt x="645375" y="1884370"/>
                  </a:lnTo>
                  <a:lnTo>
                    <a:pt x="647602" y="1880110"/>
                  </a:lnTo>
                  <a:lnTo>
                    <a:pt x="642375" y="1873213"/>
                  </a:lnTo>
                  <a:lnTo>
                    <a:pt x="637825" y="1871060"/>
                  </a:lnTo>
                  <a:lnTo>
                    <a:pt x="632596" y="1866768"/>
                  </a:lnTo>
                  <a:lnTo>
                    <a:pt x="632922" y="1863056"/>
                  </a:lnTo>
                  <a:lnTo>
                    <a:pt x="631697" y="1861135"/>
                  </a:lnTo>
                  <a:lnTo>
                    <a:pt x="629346" y="1857446"/>
                  </a:lnTo>
                  <a:lnTo>
                    <a:pt x="629997" y="1851167"/>
                  </a:lnTo>
                  <a:lnTo>
                    <a:pt x="627798" y="1843358"/>
                  </a:lnTo>
                  <a:lnTo>
                    <a:pt x="625532" y="1839157"/>
                  </a:lnTo>
                  <a:lnTo>
                    <a:pt x="622846" y="1831154"/>
                  </a:lnTo>
                  <a:lnTo>
                    <a:pt x="623519" y="1823693"/>
                  </a:lnTo>
                  <a:lnTo>
                    <a:pt x="624057" y="1817703"/>
                  </a:lnTo>
                  <a:lnTo>
                    <a:pt x="619191" y="1808964"/>
                  </a:lnTo>
                  <a:lnTo>
                    <a:pt x="618819" y="1808295"/>
                  </a:lnTo>
                  <a:lnTo>
                    <a:pt x="612067" y="1800947"/>
                  </a:lnTo>
                  <a:lnTo>
                    <a:pt x="605318" y="1793272"/>
                  </a:lnTo>
                  <a:lnTo>
                    <a:pt x="603588" y="1791303"/>
                  </a:lnTo>
                  <a:lnTo>
                    <a:pt x="592762" y="1789599"/>
                  </a:lnTo>
                  <a:lnTo>
                    <a:pt x="591479" y="1789396"/>
                  </a:lnTo>
                  <a:lnTo>
                    <a:pt x="584388" y="1785477"/>
                  </a:lnTo>
                  <a:lnTo>
                    <a:pt x="577258" y="1778112"/>
                  </a:lnTo>
                  <a:lnTo>
                    <a:pt x="568116" y="1774617"/>
                  </a:lnTo>
                  <a:lnTo>
                    <a:pt x="564413" y="1770865"/>
                  </a:lnTo>
                  <a:lnTo>
                    <a:pt x="560615" y="1767011"/>
                  </a:lnTo>
                  <a:lnTo>
                    <a:pt x="557469" y="1756448"/>
                  </a:lnTo>
                  <a:lnTo>
                    <a:pt x="552742" y="1751416"/>
                  </a:lnTo>
                  <a:lnTo>
                    <a:pt x="541552" y="1747207"/>
                  </a:lnTo>
                  <a:lnTo>
                    <a:pt x="539096" y="1746280"/>
                  </a:lnTo>
                  <a:lnTo>
                    <a:pt x="528012" y="1743418"/>
                  </a:lnTo>
                  <a:lnTo>
                    <a:pt x="526770" y="1742435"/>
                  </a:lnTo>
                  <a:lnTo>
                    <a:pt x="522379" y="1738955"/>
                  </a:lnTo>
                  <a:lnTo>
                    <a:pt x="519730" y="1732640"/>
                  </a:lnTo>
                  <a:lnTo>
                    <a:pt x="519463" y="1732507"/>
                  </a:lnTo>
                  <a:lnTo>
                    <a:pt x="515307" y="1730445"/>
                  </a:lnTo>
                  <a:lnTo>
                    <a:pt x="511990" y="1730838"/>
                  </a:lnTo>
                  <a:lnTo>
                    <a:pt x="498559" y="1729663"/>
                  </a:lnTo>
                  <a:lnTo>
                    <a:pt x="492110" y="1725862"/>
                  </a:lnTo>
                  <a:lnTo>
                    <a:pt x="484351" y="1717004"/>
                  </a:lnTo>
                  <a:lnTo>
                    <a:pt x="480980" y="1714125"/>
                  </a:lnTo>
                  <a:lnTo>
                    <a:pt x="475159" y="1709144"/>
                  </a:lnTo>
                  <a:lnTo>
                    <a:pt x="473921" y="1708083"/>
                  </a:lnTo>
                  <a:lnTo>
                    <a:pt x="476193" y="1697139"/>
                  </a:lnTo>
                  <a:lnTo>
                    <a:pt x="476244" y="1696184"/>
                  </a:lnTo>
                  <a:lnTo>
                    <a:pt x="476783" y="1686195"/>
                  </a:lnTo>
                  <a:lnTo>
                    <a:pt x="474914" y="1676259"/>
                  </a:lnTo>
                  <a:lnTo>
                    <a:pt x="470856" y="1671260"/>
                  </a:lnTo>
                  <a:lnTo>
                    <a:pt x="471897" y="1669899"/>
                  </a:lnTo>
                  <a:lnTo>
                    <a:pt x="475771" y="1664826"/>
                  </a:lnTo>
                  <a:lnTo>
                    <a:pt x="472558" y="1654909"/>
                  </a:lnTo>
                  <a:lnTo>
                    <a:pt x="472466" y="1653055"/>
                  </a:lnTo>
                  <a:lnTo>
                    <a:pt x="472000" y="1643740"/>
                  </a:lnTo>
                  <a:lnTo>
                    <a:pt x="473059" y="1642256"/>
                  </a:lnTo>
                  <a:lnTo>
                    <a:pt x="476893" y="1636874"/>
                  </a:lnTo>
                  <a:lnTo>
                    <a:pt x="479737" y="1629161"/>
                  </a:lnTo>
                  <a:lnTo>
                    <a:pt x="480280" y="1623881"/>
                  </a:lnTo>
                  <a:lnTo>
                    <a:pt x="476420" y="1619943"/>
                  </a:lnTo>
                  <a:lnTo>
                    <a:pt x="472247" y="1613653"/>
                  </a:lnTo>
                  <a:lnTo>
                    <a:pt x="469389" y="1609933"/>
                  </a:lnTo>
                  <a:lnTo>
                    <a:pt x="465468" y="1609616"/>
                  </a:lnTo>
                  <a:lnTo>
                    <a:pt x="458458" y="1608922"/>
                  </a:lnTo>
                  <a:lnTo>
                    <a:pt x="457150" y="1600846"/>
                  </a:lnTo>
                  <a:close/>
                </a:path>
              </a:pathLst>
            </a:custGeom>
            <a:solidFill>
              <a:srgbClr val="F0BD8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h132"/>
            <p:cNvSpPr/>
            <p:nvPr/>
          </p:nvSpPr>
          <p:spPr>
            <a:xfrm>
              <a:off x="2564817" y="1381300"/>
              <a:ext cx="1070864" cy="2137439"/>
            </a:xfrm>
            <a:custGeom>
              <a:avLst/>
              <a:pathLst>
                <a:path w="1070864" h="2137439">
                  <a:moveTo>
                    <a:pt x="457200" y="1600200"/>
                  </a:moveTo>
                  <a:lnTo>
                    <a:pt x="460573" y="1583730"/>
                  </a:lnTo>
                  <a:lnTo>
                    <a:pt x="483122" y="1586595"/>
                  </a:lnTo>
                  <a:lnTo>
                    <a:pt x="489877" y="1588835"/>
                  </a:lnTo>
                  <a:lnTo>
                    <a:pt x="523100" y="1592328"/>
                  </a:lnTo>
                  <a:lnTo>
                    <a:pt x="551820" y="1595456"/>
                  </a:lnTo>
                  <a:lnTo>
                    <a:pt x="568926" y="1597594"/>
                  </a:lnTo>
                  <a:lnTo>
                    <a:pt x="588442" y="1599982"/>
                  </a:lnTo>
                  <a:lnTo>
                    <a:pt x="629517" y="1604340"/>
                  </a:lnTo>
                  <a:lnTo>
                    <a:pt x="633020" y="1605522"/>
                  </a:lnTo>
                  <a:lnTo>
                    <a:pt x="671462" y="1609737"/>
                  </a:lnTo>
                  <a:lnTo>
                    <a:pt x="682004" y="1610856"/>
                  </a:lnTo>
                  <a:lnTo>
                    <a:pt x="704025" y="1613028"/>
                  </a:lnTo>
                  <a:lnTo>
                    <a:pt x="725967" y="1615123"/>
                  </a:lnTo>
                  <a:lnTo>
                    <a:pt x="733463" y="1615865"/>
                  </a:lnTo>
                  <a:lnTo>
                    <a:pt x="782401" y="1620514"/>
                  </a:lnTo>
                  <a:lnTo>
                    <a:pt x="822799" y="1624768"/>
                  </a:lnTo>
                  <a:lnTo>
                    <a:pt x="877491" y="1629484"/>
                  </a:lnTo>
                  <a:lnTo>
                    <a:pt x="898428" y="1630603"/>
                  </a:lnTo>
                  <a:lnTo>
                    <a:pt x="913938" y="1631392"/>
                  </a:lnTo>
                  <a:lnTo>
                    <a:pt x="981531" y="1635973"/>
                  </a:lnTo>
                  <a:lnTo>
                    <a:pt x="984892" y="1636183"/>
                  </a:lnTo>
                  <a:lnTo>
                    <a:pt x="986031" y="1636254"/>
                  </a:lnTo>
                  <a:lnTo>
                    <a:pt x="1070864" y="1641373"/>
                  </a:lnTo>
                  <a:lnTo>
                    <a:pt x="1069130" y="1679383"/>
                  </a:lnTo>
                  <a:lnTo>
                    <a:pt x="1068395" y="1694326"/>
                  </a:lnTo>
                  <a:lnTo>
                    <a:pt x="1066441" y="1734182"/>
                  </a:lnTo>
                  <a:lnTo>
                    <a:pt x="1066012" y="1742823"/>
                  </a:lnTo>
                  <a:lnTo>
                    <a:pt x="1065769" y="1747702"/>
                  </a:lnTo>
                  <a:lnTo>
                    <a:pt x="1063998" y="1783408"/>
                  </a:lnTo>
                  <a:lnTo>
                    <a:pt x="1062236" y="1820019"/>
                  </a:lnTo>
                  <a:lnTo>
                    <a:pt x="1061920" y="1826882"/>
                  </a:lnTo>
                  <a:lnTo>
                    <a:pt x="1061775" y="1830050"/>
                  </a:lnTo>
                  <a:lnTo>
                    <a:pt x="1060704" y="1853395"/>
                  </a:lnTo>
                  <a:lnTo>
                    <a:pt x="1059018" y="1889302"/>
                  </a:lnTo>
                  <a:lnTo>
                    <a:pt x="1056836" y="1935195"/>
                  </a:lnTo>
                  <a:lnTo>
                    <a:pt x="1056714" y="1937572"/>
                  </a:lnTo>
                  <a:lnTo>
                    <a:pt x="1056001" y="1951448"/>
                  </a:lnTo>
                  <a:lnTo>
                    <a:pt x="1054529" y="1982482"/>
                  </a:lnTo>
                  <a:lnTo>
                    <a:pt x="1053138" y="2011483"/>
                  </a:lnTo>
                  <a:lnTo>
                    <a:pt x="1053048" y="2013294"/>
                  </a:lnTo>
                  <a:lnTo>
                    <a:pt x="1052330" y="2027724"/>
                  </a:lnTo>
                  <a:lnTo>
                    <a:pt x="1051232" y="2051014"/>
                  </a:lnTo>
                  <a:lnTo>
                    <a:pt x="1050741" y="2061458"/>
                  </a:lnTo>
                  <a:lnTo>
                    <a:pt x="1050457" y="2067589"/>
                  </a:lnTo>
                  <a:lnTo>
                    <a:pt x="1049476" y="2088821"/>
                  </a:lnTo>
                  <a:lnTo>
                    <a:pt x="1048780" y="2103093"/>
                  </a:lnTo>
                  <a:lnTo>
                    <a:pt x="1047750" y="2123411"/>
                  </a:lnTo>
                  <a:lnTo>
                    <a:pt x="1047074" y="2137439"/>
                  </a:lnTo>
                  <a:lnTo>
                    <a:pt x="1005499" y="2135231"/>
                  </a:lnTo>
                  <a:lnTo>
                    <a:pt x="971925" y="2133792"/>
                  </a:lnTo>
                  <a:lnTo>
                    <a:pt x="963676" y="2133297"/>
                  </a:lnTo>
                  <a:lnTo>
                    <a:pt x="932430" y="2131345"/>
                  </a:lnTo>
                  <a:lnTo>
                    <a:pt x="846965" y="2125440"/>
                  </a:lnTo>
                  <a:lnTo>
                    <a:pt x="844438" y="2125251"/>
                  </a:lnTo>
                  <a:lnTo>
                    <a:pt x="834755" y="2124452"/>
                  </a:lnTo>
                  <a:lnTo>
                    <a:pt x="784380" y="2120100"/>
                  </a:lnTo>
                  <a:lnTo>
                    <a:pt x="741675" y="2116149"/>
                  </a:lnTo>
                  <a:lnTo>
                    <a:pt x="737042" y="2115706"/>
                  </a:lnTo>
                  <a:lnTo>
                    <a:pt x="685595" y="2111146"/>
                  </a:lnTo>
                  <a:lnTo>
                    <a:pt x="654591" y="2108229"/>
                  </a:lnTo>
                  <a:lnTo>
                    <a:pt x="580092" y="2100299"/>
                  </a:lnTo>
                  <a:lnTo>
                    <a:pt x="561411" y="2098169"/>
                  </a:lnTo>
                  <a:lnTo>
                    <a:pt x="518124" y="2093507"/>
                  </a:lnTo>
                  <a:lnTo>
                    <a:pt x="491576" y="2090405"/>
                  </a:lnTo>
                  <a:lnTo>
                    <a:pt x="487133" y="2089876"/>
                  </a:lnTo>
                  <a:lnTo>
                    <a:pt x="480329" y="2089062"/>
                  </a:lnTo>
                  <a:lnTo>
                    <a:pt x="441455" y="2084245"/>
                  </a:lnTo>
                  <a:lnTo>
                    <a:pt x="410619" y="2080071"/>
                  </a:lnTo>
                  <a:lnTo>
                    <a:pt x="394416" y="2077827"/>
                  </a:lnTo>
                  <a:lnTo>
                    <a:pt x="398497" y="2046518"/>
                  </a:lnTo>
                  <a:lnTo>
                    <a:pt x="400255" y="2033057"/>
                  </a:lnTo>
                  <a:lnTo>
                    <a:pt x="403634" y="2007778"/>
                  </a:lnTo>
                  <a:lnTo>
                    <a:pt x="403862" y="2006016"/>
                  </a:lnTo>
                  <a:lnTo>
                    <a:pt x="410615" y="1953950"/>
                  </a:lnTo>
                  <a:lnTo>
                    <a:pt x="416246" y="1911008"/>
                  </a:lnTo>
                  <a:lnTo>
                    <a:pt x="419075" y="1890723"/>
                  </a:lnTo>
                  <a:lnTo>
                    <a:pt x="422673" y="1864985"/>
                  </a:lnTo>
                  <a:lnTo>
                    <a:pt x="426611" y="1835130"/>
                  </a:lnTo>
                  <a:lnTo>
                    <a:pt x="427508" y="1828345"/>
                  </a:lnTo>
                  <a:lnTo>
                    <a:pt x="428373" y="1821808"/>
                  </a:lnTo>
                  <a:lnTo>
                    <a:pt x="432349" y="1791764"/>
                  </a:lnTo>
                  <a:lnTo>
                    <a:pt x="435352" y="1768879"/>
                  </a:lnTo>
                  <a:lnTo>
                    <a:pt x="438386" y="1745814"/>
                  </a:lnTo>
                  <a:lnTo>
                    <a:pt x="442022" y="1718590"/>
                  </a:lnTo>
                  <a:lnTo>
                    <a:pt x="443212" y="1709318"/>
                  </a:lnTo>
                  <a:lnTo>
                    <a:pt x="445299" y="1693086"/>
                  </a:lnTo>
                  <a:lnTo>
                    <a:pt x="449595" y="1660977"/>
                  </a:lnTo>
                  <a:lnTo>
                    <a:pt x="451275" y="1648743"/>
                  </a:lnTo>
                  <a:lnTo>
                    <a:pt x="453267" y="1630051"/>
                  </a:lnTo>
                  <a:lnTo>
                    <a:pt x="453953" y="1624948"/>
                  </a:lnTo>
                  <a:lnTo>
                    <a:pt x="454933" y="1617655"/>
                  </a:lnTo>
                  <a:close/>
                </a:path>
              </a:pathLst>
            </a:custGeom>
            <a:solidFill>
              <a:srgbClr val="DC8364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tx133"/>
            <p:cNvSpPr/>
            <p:nvPr/>
          </p:nvSpPr>
          <p:spPr>
            <a:xfrm>
              <a:off x="7161138" y="3442376"/>
              <a:ext cx="116375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Deaths per 100k</a:t>
              </a:r>
            </a:p>
          </p:txBody>
        </p:sp>
        <p:pic>
          <p:nvPicPr>
            <p:cNvPr id="135" name="pic1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1138" y="3628368"/>
              <a:ext cx="219455" cy="1097280"/>
            </a:xfrm>
            <a:prstGeom prst="rect">
              <a:avLst/>
            </a:prstGeom>
          </p:spPr>
        </p:pic>
        <p:sp>
          <p:nvSpPr>
            <p:cNvPr id="136" name="pl135"/>
            <p:cNvSpPr/>
            <p:nvPr/>
          </p:nvSpPr>
          <p:spPr>
            <a:xfrm>
              <a:off x="7336703" y="458961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7336703" y="430407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7336703" y="4018533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7336703" y="373299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7161138" y="458961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7161138" y="430407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7161138" y="4018533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7161138" y="373299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tx143"/>
            <p:cNvSpPr/>
            <p:nvPr/>
          </p:nvSpPr>
          <p:spPr>
            <a:xfrm>
              <a:off x="7450183" y="4548878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45" name="tx144"/>
            <p:cNvSpPr/>
            <p:nvPr/>
          </p:nvSpPr>
          <p:spPr>
            <a:xfrm>
              <a:off x="7450183" y="4263337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46" name="tx145"/>
            <p:cNvSpPr/>
            <p:nvPr/>
          </p:nvSpPr>
          <p:spPr>
            <a:xfrm>
              <a:off x="7450183" y="3977796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</a:t>
              </a:r>
            </a:p>
          </p:txBody>
        </p:sp>
        <p:sp>
          <p:nvSpPr>
            <p:cNvPr id="147" name="tx146"/>
            <p:cNvSpPr/>
            <p:nvPr/>
          </p:nvSpPr>
          <p:spPr>
            <a:xfrm>
              <a:off x="7450183" y="3692255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148" name="tx147"/>
            <p:cNvSpPr/>
            <p:nvPr/>
          </p:nvSpPr>
          <p:spPr>
            <a:xfrm>
              <a:off x="819104" y="1896380"/>
              <a:ext cx="5658490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API: data.cdc.gov (SODA). Likert is from GIFFORDS grades (collapsed A–F → 1–5).</a:t>
              </a:r>
            </a:p>
          </p:txBody>
        </p:sp>
        <p:sp>
          <p:nvSpPr>
            <p:cNvPr id="149" name="tx148"/>
            <p:cNvSpPr/>
            <p:nvPr/>
          </p:nvSpPr>
          <p:spPr>
            <a:xfrm>
              <a:off x="819104" y="1669789"/>
              <a:ext cx="3575852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CDC firearm mortality rate by state (2024)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Gun-law strictness (Likert 1–5)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838763" y="1600200"/>
              <a:ext cx="7466472" cy="4525962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ph5"/>
            <p:cNvSpPr/>
            <p:nvPr/>
          </p:nvSpPr>
          <p:spPr>
            <a:xfrm>
              <a:off x="4774633" y="2974147"/>
              <a:ext cx="836636" cy="1795082"/>
            </a:xfrm>
            <a:custGeom>
              <a:avLst/>
              <a:pathLst>
                <a:path w="836636" h="1795082">
                  <a:moveTo>
                    <a:pt x="457200" y="1600200"/>
                  </a:moveTo>
                  <a:lnTo>
                    <a:pt x="456629" y="1595369"/>
                  </a:lnTo>
                  <a:lnTo>
                    <a:pt x="456262" y="1558649"/>
                  </a:lnTo>
                  <a:lnTo>
                    <a:pt x="456232" y="1555842"/>
                  </a:lnTo>
                  <a:lnTo>
                    <a:pt x="456101" y="1548549"/>
                  </a:lnTo>
                  <a:lnTo>
                    <a:pt x="455474" y="1514974"/>
                  </a:lnTo>
                  <a:lnTo>
                    <a:pt x="455148" y="1498311"/>
                  </a:lnTo>
                  <a:lnTo>
                    <a:pt x="454597" y="1471237"/>
                  </a:lnTo>
                  <a:lnTo>
                    <a:pt x="454434" y="1463480"/>
                  </a:lnTo>
                  <a:lnTo>
                    <a:pt x="453916" y="1439438"/>
                  </a:lnTo>
                  <a:lnTo>
                    <a:pt x="453658" y="1426443"/>
                  </a:lnTo>
                  <a:lnTo>
                    <a:pt x="453025" y="1395801"/>
                  </a:lnTo>
                  <a:lnTo>
                    <a:pt x="452581" y="1375246"/>
                  </a:lnTo>
                  <a:lnTo>
                    <a:pt x="452498" y="1369485"/>
                  </a:lnTo>
                  <a:lnTo>
                    <a:pt x="451907" y="1330340"/>
                  </a:lnTo>
                  <a:lnTo>
                    <a:pt x="451845" y="1326819"/>
                  </a:lnTo>
                  <a:lnTo>
                    <a:pt x="451313" y="1297531"/>
                  </a:lnTo>
                  <a:lnTo>
                    <a:pt x="450974" y="1279796"/>
                  </a:lnTo>
                  <a:lnTo>
                    <a:pt x="450682" y="1264975"/>
                  </a:lnTo>
                  <a:lnTo>
                    <a:pt x="450579" y="1259858"/>
                  </a:lnTo>
                  <a:lnTo>
                    <a:pt x="450032" y="1226165"/>
                  </a:lnTo>
                  <a:lnTo>
                    <a:pt x="443824" y="1223261"/>
                  </a:lnTo>
                  <a:lnTo>
                    <a:pt x="438086" y="1214893"/>
                  </a:lnTo>
                  <a:lnTo>
                    <a:pt x="437600" y="1213409"/>
                  </a:lnTo>
                  <a:lnTo>
                    <a:pt x="458114" y="1210757"/>
                  </a:lnTo>
                  <a:lnTo>
                    <a:pt x="459640" y="1210542"/>
                  </a:lnTo>
                  <a:lnTo>
                    <a:pt x="473066" y="1208638"/>
                  </a:lnTo>
                  <a:lnTo>
                    <a:pt x="495978" y="1205524"/>
                  </a:lnTo>
                  <a:lnTo>
                    <a:pt x="497890" y="1205268"/>
                  </a:lnTo>
                  <a:lnTo>
                    <a:pt x="516190" y="1202793"/>
                  </a:lnTo>
                  <a:lnTo>
                    <a:pt x="536468" y="1200004"/>
                  </a:lnTo>
                  <a:lnTo>
                    <a:pt x="537212" y="1199901"/>
                  </a:lnTo>
                  <a:lnTo>
                    <a:pt x="537811" y="1199822"/>
                  </a:lnTo>
                  <a:lnTo>
                    <a:pt x="575632" y="1194737"/>
                  </a:lnTo>
                  <a:lnTo>
                    <a:pt x="580948" y="1194008"/>
                  </a:lnTo>
                  <a:lnTo>
                    <a:pt x="612750" y="1189073"/>
                  </a:lnTo>
                  <a:lnTo>
                    <a:pt x="627732" y="1186583"/>
                  </a:lnTo>
                  <a:lnTo>
                    <a:pt x="628484" y="1186457"/>
                  </a:lnTo>
                  <a:lnTo>
                    <a:pt x="672601" y="1179606"/>
                  </a:lnTo>
                  <a:lnTo>
                    <a:pt x="699545" y="1175305"/>
                  </a:lnTo>
                  <a:lnTo>
                    <a:pt x="701703" y="1182559"/>
                  </a:lnTo>
                  <a:lnTo>
                    <a:pt x="704160" y="1190167"/>
                  </a:lnTo>
                  <a:lnTo>
                    <a:pt x="708416" y="1203339"/>
                  </a:lnTo>
                  <a:lnTo>
                    <a:pt x="713545" y="1218365"/>
                  </a:lnTo>
                  <a:lnTo>
                    <a:pt x="714972" y="1222542"/>
                  </a:lnTo>
                  <a:lnTo>
                    <a:pt x="717603" y="1230244"/>
                  </a:lnTo>
                  <a:lnTo>
                    <a:pt x="719613" y="1236123"/>
                  </a:lnTo>
                  <a:lnTo>
                    <a:pt x="727179" y="1258539"/>
                  </a:lnTo>
                  <a:lnTo>
                    <a:pt x="733658" y="1277709"/>
                  </a:lnTo>
                  <a:lnTo>
                    <a:pt x="735356" y="1282992"/>
                  </a:lnTo>
                  <a:lnTo>
                    <a:pt x="739833" y="1296911"/>
                  </a:lnTo>
                  <a:lnTo>
                    <a:pt x="742262" y="1304352"/>
                  </a:lnTo>
                  <a:lnTo>
                    <a:pt x="747468" y="1320290"/>
                  </a:lnTo>
                  <a:lnTo>
                    <a:pt x="751938" y="1333974"/>
                  </a:lnTo>
                  <a:lnTo>
                    <a:pt x="756741" y="1348664"/>
                  </a:lnTo>
                  <a:lnTo>
                    <a:pt x="758566" y="1354270"/>
                  </a:lnTo>
                  <a:lnTo>
                    <a:pt x="760690" y="1360795"/>
                  </a:lnTo>
                  <a:lnTo>
                    <a:pt x="772279" y="1396344"/>
                  </a:lnTo>
                  <a:lnTo>
                    <a:pt x="773113" y="1398901"/>
                  </a:lnTo>
                  <a:lnTo>
                    <a:pt x="782393" y="1427225"/>
                  </a:lnTo>
                  <a:lnTo>
                    <a:pt x="782738" y="1428275"/>
                  </a:lnTo>
                  <a:lnTo>
                    <a:pt x="785810" y="1432095"/>
                  </a:lnTo>
                  <a:lnTo>
                    <a:pt x="790992" y="1440628"/>
                  </a:lnTo>
                  <a:lnTo>
                    <a:pt x="792456" y="1443036"/>
                  </a:lnTo>
                  <a:lnTo>
                    <a:pt x="796489" y="1451448"/>
                  </a:lnTo>
                  <a:lnTo>
                    <a:pt x="798725" y="1457333"/>
                  </a:lnTo>
                  <a:lnTo>
                    <a:pt x="799842" y="1460272"/>
                  </a:lnTo>
                  <a:lnTo>
                    <a:pt x="807459" y="1466382"/>
                  </a:lnTo>
                  <a:lnTo>
                    <a:pt x="808338" y="1467952"/>
                  </a:lnTo>
                  <a:lnTo>
                    <a:pt x="808536" y="1468305"/>
                  </a:lnTo>
                  <a:lnTo>
                    <a:pt x="812655" y="1475657"/>
                  </a:lnTo>
                  <a:lnTo>
                    <a:pt x="812908" y="1483645"/>
                  </a:lnTo>
                  <a:lnTo>
                    <a:pt x="812970" y="1485629"/>
                  </a:lnTo>
                  <a:lnTo>
                    <a:pt x="810923" y="1489331"/>
                  </a:lnTo>
                  <a:lnTo>
                    <a:pt x="816940" y="1492132"/>
                  </a:lnTo>
                  <a:lnTo>
                    <a:pt x="824375" y="1496154"/>
                  </a:lnTo>
                  <a:lnTo>
                    <a:pt x="822082" y="1500663"/>
                  </a:lnTo>
                  <a:lnTo>
                    <a:pt x="821251" y="1502296"/>
                  </a:lnTo>
                  <a:lnTo>
                    <a:pt x="814868" y="1507664"/>
                  </a:lnTo>
                  <a:lnTo>
                    <a:pt x="809469" y="1514842"/>
                  </a:lnTo>
                  <a:lnTo>
                    <a:pt x="811602" y="1520583"/>
                  </a:lnTo>
                  <a:lnTo>
                    <a:pt x="811625" y="1523741"/>
                  </a:lnTo>
                  <a:lnTo>
                    <a:pt x="811685" y="1532588"/>
                  </a:lnTo>
                  <a:lnTo>
                    <a:pt x="811705" y="1535666"/>
                  </a:lnTo>
                  <a:lnTo>
                    <a:pt x="808281" y="1545579"/>
                  </a:lnTo>
                  <a:lnTo>
                    <a:pt x="806395" y="1552715"/>
                  </a:lnTo>
                  <a:lnTo>
                    <a:pt x="808820" y="1559706"/>
                  </a:lnTo>
                  <a:lnTo>
                    <a:pt x="809532" y="1561757"/>
                  </a:lnTo>
                  <a:lnTo>
                    <a:pt x="810778" y="1565349"/>
                  </a:lnTo>
                  <a:lnTo>
                    <a:pt x="810792" y="1570086"/>
                  </a:lnTo>
                  <a:lnTo>
                    <a:pt x="819231" y="1577997"/>
                  </a:lnTo>
                  <a:lnTo>
                    <a:pt x="820178" y="1584040"/>
                  </a:lnTo>
                  <a:lnTo>
                    <a:pt x="822350" y="1586945"/>
                  </a:lnTo>
                  <a:lnTo>
                    <a:pt x="821795" y="1590205"/>
                  </a:lnTo>
                  <a:lnTo>
                    <a:pt x="820662" y="1596837"/>
                  </a:lnTo>
                  <a:lnTo>
                    <a:pt x="821941" y="1601266"/>
                  </a:lnTo>
                  <a:lnTo>
                    <a:pt x="820440" y="1610139"/>
                  </a:lnTo>
                  <a:lnTo>
                    <a:pt x="821685" y="1615103"/>
                  </a:lnTo>
                  <a:lnTo>
                    <a:pt x="821833" y="1616711"/>
                  </a:lnTo>
                  <a:lnTo>
                    <a:pt x="821987" y="1618396"/>
                  </a:lnTo>
                  <a:lnTo>
                    <a:pt x="820729" y="1623196"/>
                  </a:lnTo>
                  <a:lnTo>
                    <a:pt x="822137" y="1632015"/>
                  </a:lnTo>
                  <a:lnTo>
                    <a:pt x="831151" y="1640263"/>
                  </a:lnTo>
                  <a:lnTo>
                    <a:pt x="833286" y="1643999"/>
                  </a:lnTo>
                  <a:lnTo>
                    <a:pt x="834717" y="1646501"/>
                  </a:lnTo>
                  <a:lnTo>
                    <a:pt x="836636" y="1652805"/>
                  </a:lnTo>
                  <a:lnTo>
                    <a:pt x="833605" y="1653345"/>
                  </a:lnTo>
                  <a:lnTo>
                    <a:pt x="821523" y="1655463"/>
                  </a:lnTo>
                  <a:lnTo>
                    <a:pt x="801797" y="1659036"/>
                  </a:lnTo>
                  <a:lnTo>
                    <a:pt x="785485" y="1662038"/>
                  </a:lnTo>
                  <a:lnTo>
                    <a:pt x="784463" y="1662225"/>
                  </a:lnTo>
                  <a:lnTo>
                    <a:pt x="757954" y="1667034"/>
                  </a:lnTo>
                  <a:lnTo>
                    <a:pt x="742796" y="1669792"/>
                  </a:lnTo>
                  <a:lnTo>
                    <a:pt x="727860" y="1672221"/>
                  </a:lnTo>
                  <a:lnTo>
                    <a:pt x="717540" y="1673884"/>
                  </a:lnTo>
                  <a:lnTo>
                    <a:pt x="711778" y="1674807"/>
                  </a:lnTo>
                  <a:lnTo>
                    <a:pt x="692993" y="1677791"/>
                  </a:lnTo>
                  <a:lnTo>
                    <a:pt x="690489" y="1678180"/>
                  </a:lnTo>
                  <a:lnTo>
                    <a:pt x="671995" y="1681034"/>
                  </a:lnTo>
                  <a:lnTo>
                    <a:pt x="658787" y="1682984"/>
                  </a:lnTo>
                  <a:lnTo>
                    <a:pt x="648467" y="1684493"/>
                  </a:lnTo>
                  <a:lnTo>
                    <a:pt x="643564" y="1685206"/>
                  </a:lnTo>
                  <a:lnTo>
                    <a:pt x="633416" y="1686728"/>
                  </a:lnTo>
                  <a:lnTo>
                    <a:pt x="608438" y="1690357"/>
                  </a:lnTo>
                  <a:lnTo>
                    <a:pt x="592718" y="1692788"/>
                  </a:lnTo>
                  <a:lnTo>
                    <a:pt x="580693" y="1694612"/>
                  </a:lnTo>
                  <a:lnTo>
                    <a:pt x="570771" y="1696133"/>
                  </a:lnTo>
                  <a:lnTo>
                    <a:pt x="562359" y="1697376"/>
                  </a:lnTo>
                  <a:lnTo>
                    <a:pt x="563795" y="1702909"/>
                  </a:lnTo>
                  <a:lnTo>
                    <a:pt x="560559" y="1714071"/>
                  </a:lnTo>
                  <a:lnTo>
                    <a:pt x="571909" y="1724708"/>
                  </a:lnTo>
                  <a:lnTo>
                    <a:pt x="574340" y="1728000"/>
                  </a:lnTo>
                  <a:lnTo>
                    <a:pt x="583689" y="1732329"/>
                  </a:lnTo>
                  <a:lnTo>
                    <a:pt x="588715" y="1736018"/>
                  </a:lnTo>
                  <a:lnTo>
                    <a:pt x="589429" y="1742511"/>
                  </a:lnTo>
                  <a:lnTo>
                    <a:pt x="587046" y="1749623"/>
                  </a:lnTo>
                  <a:lnTo>
                    <a:pt x="586293" y="1755076"/>
                  </a:lnTo>
                  <a:lnTo>
                    <a:pt x="590270" y="1760760"/>
                  </a:lnTo>
                  <a:lnTo>
                    <a:pt x="595715" y="1762535"/>
                  </a:lnTo>
                  <a:lnTo>
                    <a:pt x="589282" y="1767661"/>
                  </a:lnTo>
                  <a:lnTo>
                    <a:pt x="588005" y="1775227"/>
                  </a:lnTo>
                  <a:lnTo>
                    <a:pt x="581929" y="1784064"/>
                  </a:lnTo>
                  <a:lnTo>
                    <a:pt x="567588" y="1789978"/>
                  </a:lnTo>
                  <a:lnTo>
                    <a:pt x="550589" y="1795082"/>
                  </a:lnTo>
                  <a:lnTo>
                    <a:pt x="542476" y="1794869"/>
                  </a:lnTo>
                  <a:lnTo>
                    <a:pt x="551147" y="1788579"/>
                  </a:lnTo>
                  <a:lnTo>
                    <a:pt x="551526" y="1782986"/>
                  </a:lnTo>
                  <a:lnTo>
                    <a:pt x="543347" y="1776756"/>
                  </a:lnTo>
                  <a:lnTo>
                    <a:pt x="537171" y="1769808"/>
                  </a:lnTo>
                  <a:lnTo>
                    <a:pt x="534510" y="1765041"/>
                  </a:lnTo>
                  <a:lnTo>
                    <a:pt x="536940" y="1756773"/>
                  </a:lnTo>
                  <a:lnTo>
                    <a:pt x="535007" y="1752677"/>
                  </a:lnTo>
                  <a:lnTo>
                    <a:pt x="532297" y="1744724"/>
                  </a:lnTo>
                  <a:lnTo>
                    <a:pt x="523488" y="1742034"/>
                  </a:lnTo>
                  <a:lnTo>
                    <a:pt x="518472" y="1747638"/>
                  </a:lnTo>
                  <a:lnTo>
                    <a:pt x="518995" y="1754626"/>
                  </a:lnTo>
                  <a:lnTo>
                    <a:pt x="517829" y="1760024"/>
                  </a:lnTo>
                  <a:lnTo>
                    <a:pt x="516131" y="1765925"/>
                  </a:lnTo>
                  <a:lnTo>
                    <a:pt x="517372" y="1778104"/>
                  </a:lnTo>
                  <a:lnTo>
                    <a:pt x="515298" y="1788509"/>
                  </a:lnTo>
                  <a:lnTo>
                    <a:pt x="508929" y="1789324"/>
                  </a:lnTo>
                  <a:lnTo>
                    <a:pt x="502322" y="1790520"/>
                  </a:lnTo>
                  <a:lnTo>
                    <a:pt x="495848" y="1785176"/>
                  </a:lnTo>
                  <a:lnTo>
                    <a:pt x="489972" y="1783595"/>
                  </a:lnTo>
                  <a:lnTo>
                    <a:pt x="486923" y="1786324"/>
                  </a:lnTo>
                  <a:lnTo>
                    <a:pt x="483494" y="1765109"/>
                  </a:lnTo>
                  <a:lnTo>
                    <a:pt x="479913" y="1742105"/>
                  </a:lnTo>
                  <a:lnTo>
                    <a:pt x="479838" y="1741638"/>
                  </a:lnTo>
                  <a:lnTo>
                    <a:pt x="478848" y="1735537"/>
                  </a:lnTo>
                  <a:lnTo>
                    <a:pt x="474633" y="1709586"/>
                  </a:lnTo>
                  <a:lnTo>
                    <a:pt x="472332" y="1695427"/>
                  </a:lnTo>
                  <a:lnTo>
                    <a:pt x="466148" y="1657968"/>
                  </a:lnTo>
                  <a:lnTo>
                    <a:pt x="465855" y="1656191"/>
                  </a:lnTo>
                  <a:lnTo>
                    <a:pt x="462112" y="1633510"/>
                  </a:lnTo>
                  <a:lnTo>
                    <a:pt x="460570" y="1624198"/>
                  </a:lnTo>
                  <a:lnTo>
                    <a:pt x="458695" y="161287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h6"/>
            <p:cNvSpPr/>
            <p:nvPr/>
          </p:nvSpPr>
          <p:spPr>
            <a:xfrm>
              <a:off x="882689" y="4271787"/>
              <a:ext cx="467123" cy="1608906"/>
            </a:xfrm>
            <a:custGeom>
              <a:avLst/>
              <a:pathLst>
                <a:path w="467123" h="1608906">
                  <a:moveTo>
                    <a:pt x="457200" y="1600200"/>
                  </a:moveTo>
                  <a:lnTo>
                    <a:pt x="461160" y="1598723"/>
                  </a:lnTo>
                  <a:lnTo>
                    <a:pt x="463106" y="1598800"/>
                  </a:lnTo>
                  <a:lnTo>
                    <a:pt x="467123" y="1604062"/>
                  </a:lnTo>
                  <a:lnTo>
                    <a:pt x="465369" y="1607548"/>
                  </a:lnTo>
                  <a:lnTo>
                    <a:pt x="461719" y="1608906"/>
                  </a:lnTo>
                  <a:lnTo>
                    <a:pt x="458304" y="1606483"/>
                  </a:lnTo>
                  <a:lnTo>
                    <a:pt x="456659" y="1603776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h7"/>
            <p:cNvSpPr/>
            <p:nvPr/>
          </p:nvSpPr>
          <p:spPr>
            <a:xfrm>
              <a:off x="848675" y="4281628"/>
              <a:ext cx="483904" cy="1630374"/>
            </a:xfrm>
            <a:custGeom>
              <a:avLst/>
              <a:pathLst>
                <a:path w="483904" h="1630374">
                  <a:moveTo>
                    <a:pt x="457200" y="1600200"/>
                  </a:moveTo>
                  <a:lnTo>
                    <a:pt x="459604" y="1599157"/>
                  </a:lnTo>
                  <a:lnTo>
                    <a:pt x="467920" y="1606405"/>
                  </a:lnTo>
                  <a:lnTo>
                    <a:pt x="475411" y="1619362"/>
                  </a:lnTo>
                  <a:lnTo>
                    <a:pt x="478177" y="1624456"/>
                  </a:lnTo>
                  <a:lnTo>
                    <a:pt x="482369" y="1626177"/>
                  </a:lnTo>
                  <a:lnTo>
                    <a:pt x="483904" y="1630374"/>
                  </a:lnTo>
                  <a:lnTo>
                    <a:pt x="475734" y="1629293"/>
                  </a:lnTo>
                  <a:lnTo>
                    <a:pt x="469436" y="1619132"/>
                  </a:lnTo>
                  <a:lnTo>
                    <a:pt x="466932" y="1612602"/>
                  </a:lnTo>
                  <a:lnTo>
                    <a:pt x="465170" y="1610068"/>
                  </a:lnTo>
                  <a:lnTo>
                    <a:pt x="461814" y="1609019"/>
                  </a:lnTo>
                  <a:lnTo>
                    <a:pt x="456853" y="160282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h8"/>
            <p:cNvSpPr/>
            <p:nvPr/>
          </p:nvSpPr>
          <p:spPr>
            <a:xfrm>
              <a:off x="848280" y="4258136"/>
              <a:ext cx="461087" cy="1606706"/>
            </a:xfrm>
            <a:custGeom>
              <a:avLst/>
              <a:pathLst>
                <a:path w="461087" h="1606706">
                  <a:moveTo>
                    <a:pt x="457200" y="1600200"/>
                  </a:moveTo>
                  <a:lnTo>
                    <a:pt x="460041" y="1602258"/>
                  </a:lnTo>
                  <a:lnTo>
                    <a:pt x="461087" y="1604152"/>
                  </a:lnTo>
                  <a:lnTo>
                    <a:pt x="458680" y="1606706"/>
                  </a:lnTo>
                  <a:lnTo>
                    <a:pt x="457382" y="1606464"/>
                  </a:lnTo>
                  <a:lnTo>
                    <a:pt x="455863" y="1601256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h9"/>
            <p:cNvSpPr/>
            <p:nvPr/>
          </p:nvSpPr>
          <p:spPr>
            <a:xfrm>
              <a:off x="837457" y="4265003"/>
              <a:ext cx="462595" cy="1607840"/>
            </a:xfrm>
            <a:custGeom>
              <a:avLst/>
              <a:pathLst>
                <a:path w="462595" h="1607840">
                  <a:moveTo>
                    <a:pt x="457200" y="1600200"/>
                  </a:moveTo>
                  <a:lnTo>
                    <a:pt x="461527" y="1601455"/>
                  </a:lnTo>
                  <a:lnTo>
                    <a:pt x="462595" y="1604968"/>
                  </a:lnTo>
                  <a:lnTo>
                    <a:pt x="461882" y="1607840"/>
                  </a:lnTo>
                  <a:lnTo>
                    <a:pt x="458600" y="160536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h10"/>
            <p:cNvSpPr/>
            <p:nvPr/>
          </p:nvSpPr>
          <p:spPr>
            <a:xfrm>
              <a:off x="836681" y="4248917"/>
              <a:ext cx="460515" cy="1605783"/>
            </a:xfrm>
            <a:custGeom>
              <a:avLst/>
              <a:pathLst>
                <a:path w="460515" h="1605783">
                  <a:moveTo>
                    <a:pt x="457200" y="1600200"/>
                  </a:moveTo>
                  <a:lnTo>
                    <a:pt x="459343" y="1600594"/>
                  </a:lnTo>
                  <a:lnTo>
                    <a:pt x="460515" y="1603156"/>
                  </a:lnTo>
                  <a:lnTo>
                    <a:pt x="459967" y="1605783"/>
                  </a:lnTo>
                  <a:lnTo>
                    <a:pt x="457078" y="1605654"/>
                  </a:lnTo>
                  <a:lnTo>
                    <a:pt x="456229" y="1602368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h11"/>
            <p:cNvSpPr/>
            <p:nvPr/>
          </p:nvSpPr>
          <p:spPr>
            <a:xfrm>
              <a:off x="805194" y="4245826"/>
              <a:ext cx="475137" cy="1607701"/>
            </a:xfrm>
            <a:custGeom>
              <a:avLst/>
              <a:pathLst>
                <a:path w="475137" h="1607701">
                  <a:moveTo>
                    <a:pt x="457200" y="1600200"/>
                  </a:moveTo>
                  <a:lnTo>
                    <a:pt x="460666" y="1600703"/>
                  </a:lnTo>
                  <a:lnTo>
                    <a:pt x="463057" y="1599193"/>
                  </a:lnTo>
                  <a:lnTo>
                    <a:pt x="466624" y="1598421"/>
                  </a:lnTo>
                  <a:lnTo>
                    <a:pt x="469533" y="1595120"/>
                  </a:lnTo>
                  <a:lnTo>
                    <a:pt x="472690" y="1590605"/>
                  </a:lnTo>
                  <a:lnTo>
                    <a:pt x="474755" y="1592427"/>
                  </a:lnTo>
                  <a:lnTo>
                    <a:pt x="475137" y="1595317"/>
                  </a:lnTo>
                  <a:lnTo>
                    <a:pt x="472015" y="1598561"/>
                  </a:lnTo>
                  <a:lnTo>
                    <a:pt x="470402" y="1599800"/>
                  </a:lnTo>
                  <a:lnTo>
                    <a:pt x="471030" y="1603655"/>
                  </a:lnTo>
                  <a:lnTo>
                    <a:pt x="470283" y="1605374"/>
                  </a:lnTo>
                  <a:lnTo>
                    <a:pt x="466853" y="1604009"/>
                  </a:lnTo>
                  <a:lnTo>
                    <a:pt x="463953" y="1602214"/>
                  </a:lnTo>
                  <a:lnTo>
                    <a:pt x="462264" y="1603571"/>
                  </a:lnTo>
                  <a:lnTo>
                    <a:pt x="460528" y="1605353"/>
                  </a:lnTo>
                  <a:lnTo>
                    <a:pt x="459204" y="1607701"/>
                  </a:lnTo>
                  <a:lnTo>
                    <a:pt x="458034" y="1604681"/>
                  </a:lnTo>
                  <a:lnTo>
                    <a:pt x="455469" y="1602403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h12"/>
            <p:cNvSpPr/>
            <p:nvPr/>
          </p:nvSpPr>
          <p:spPr>
            <a:xfrm>
              <a:off x="709013" y="4139818"/>
              <a:ext cx="465330" cy="1610382"/>
            </a:xfrm>
            <a:custGeom>
              <a:avLst/>
              <a:pathLst>
                <a:path w="465330" h="1610382">
                  <a:moveTo>
                    <a:pt x="457200" y="1600200"/>
                  </a:moveTo>
                  <a:lnTo>
                    <a:pt x="463111" y="1605642"/>
                  </a:lnTo>
                  <a:lnTo>
                    <a:pt x="465330" y="1607227"/>
                  </a:lnTo>
                  <a:lnTo>
                    <a:pt x="465140" y="1610382"/>
                  </a:lnTo>
                  <a:lnTo>
                    <a:pt x="459280" y="1607418"/>
                  </a:lnTo>
                  <a:lnTo>
                    <a:pt x="455187" y="1601587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h13"/>
            <p:cNvSpPr/>
            <p:nvPr/>
          </p:nvSpPr>
          <p:spPr>
            <a:xfrm>
              <a:off x="689704" y="4153696"/>
              <a:ext cx="468642" cy="1612133"/>
            </a:xfrm>
            <a:custGeom>
              <a:avLst/>
              <a:pathLst>
                <a:path w="468642" h="1612133">
                  <a:moveTo>
                    <a:pt x="457200" y="1600200"/>
                  </a:moveTo>
                  <a:lnTo>
                    <a:pt x="461115" y="1601508"/>
                  </a:lnTo>
                  <a:lnTo>
                    <a:pt x="464551" y="1599957"/>
                  </a:lnTo>
                  <a:lnTo>
                    <a:pt x="468642" y="1603030"/>
                  </a:lnTo>
                  <a:lnTo>
                    <a:pt x="465058" y="1606730"/>
                  </a:lnTo>
                  <a:lnTo>
                    <a:pt x="465808" y="1610195"/>
                  </a:lnTo>
                  <a:lnTo>
                    <a:pt x="464456" y="1612133"/>
                  </a:lnTo>
                  <a:lnTo>
                    <a:pt x="462045" y="1610953"/>
                  </a:lnTo>
                  <a:lnTo>
                    <a:pt x="459206" y="1606891"/>
                  </a:lnTo>
                  <a:lnTo>
                    <a:pt x="456931" y="1607509"/>
                  </a:lnTo>
                  <a:lnTo>
                    <a:pt x="452331" y="160202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h14"/>
            <p:cNvSpPr/>
            <p:nvPr/>
          </p:nvSpPr>
          <p:spPr>
            <a:xfrm>
              <a:off x="667336" y="4106599"/>
              <a:ext cx="486217" cy="1624065"/>
            </a:xfrm>
            <a:custGeom>
              <a:avLst/>
              <a:pathLst>
                <a:path w="486217" h="1624065">
                  <a:moveTo>
                    <a:pt x="457199" y="1600200"/>
                  </a:moveTo>
                  <a:lnTo>
                    <a:pt x="463954" y="1600043"/>
                  </a:lnTo>
                  <a:lnTo>
                    <a:pt x="468737" y="1602283"/>
                  </a:lnTo>
                  <a:lnTo>
                    <a:pt x="478800" y="1608831"/>
                  </a:lnTo>
                  <a:lnTo>
                    <a:pt x="482059" y="1613874"/>
                  </a:lnTo>
                  <a:lnTo>
                    <a:pt x="486217" y="1621554"/>
                  </a:lnTo>
                  <a:lnTo>
                    <a:pt x="485458" y="1624065"/>
                  </a:lnTo>
                  <a:lnTo>
                    <a:pt x="481003" y="1621870"/>
                  </a:lnTo>
                  <a:lnTo>
                    <a:pt x="478854" y="1619238"/>
                  </a:lnTo>
                  <a:lnTo>
                    <a:pt x="476670" y="1622059"/>
                  </a:lnTo>
                  <a:lnTo>
                    <a:pt x="474268" y="1621448"/>
                  </a:lnTo>
                  <a:lnTo>
                    <a:pt x="470733" y="1619315"/>
                  </a:lnTo>
                  <a:lnTo>
                    <a:pt x="467684" y="1619901"/>
                  </a:lnTo>
                  <a:lnTo>
                    <a:pt x="465199" y="1616580"/>
                  </a:lnTo>
                  <a:lnTo>
                    <a:pt x="464374" y="1613621"/>
                  </a:lnTo>
                  <a:lnTo>
                    <a:pt x="465082" y="1610028"/>
                  </a:lnTo>
                  <a:lnTo>
                    <a:pt x="463077" y="1606362"/>
                  </a:lnTo>
                  <a:lnTo>
                    <a:pt x="460553" y="1604423"/>
                  </a:lnTo>
                  <a:lnTo>
                    <a:pt x="456428" y="160454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h15"/>
            <p:cNvSpPr/>
            <p:nvPr/>
          </p:nvSpPr>
          <p:spPr>
            <a:xfrm>
              <a:off x="2441944" y="3937196"/>
              <a:ext cx="548519" cy="1655756"/>
            </a:xfrm>
            <a:custGeom>
              <a:avLst/>
              <a:pathLst>
                <a:path w="548519" h="1655756">
                  <a:moveTo>
                    <a:pt x="457200" y="1600200"/>
                  </a:moveTo>
                  <a:lnTo>
                    <a:pt x="459829" y="1596023"/>
                  </a:lnTo>
                  <a:lnTo>
                    <a:pt x="460869" y="1591060"/>
                  </a:lnTo>
                  <a:lnTo>
                    <a:pt x="461749" y="1586851"/>
                  </a:lnTo>
                  <a:lnTo>
                    <a:pt x="461138" y="1584076"/>
                  </a:lnTo>
                  <a:lnTo>
                    <a:pt x="457910" y="1578929"/>
                  </a:lnTo>
                  <a:lnTo>
                    <a:pt x="456933" y="1575307"/>
                  </a:lnTo>
                  <a:lnTo>
                    <a:pt x="455818" y="1572637"/>
                  </a:lnTo>
                  <a:lnTo>
                    <a:pt x="457475" y="1570116"/>
                  </a:lnTo>
                  <a:lnTo>
                    <a:pt x="463025" y="1569029"/>
                  </a:lnTo>
                  <a:lnTo>
                    <a:pt x="469817" y="1565883"/>
                  </a:lnTo>
                  <a:lnTo>
                    <a:pt x="471468" y="1566399"/>
                  </a:lnTo>
                  <a:lnTo>
                    <a:pt x="475641" y="1569221"/>
                  </a:lnTo>
                  <a:lnTo>
                    <a:pt x="477018" y="1569130"/>
                  </a:lnTo>
                  <a:lnTo>
                    <a:pt x="479638" y="1568953"/>
                  </a:lnTo>
                  <a:lnTo>
                    <a:pt x="483384" y="1570804"/>
                  </a:lnTo>
                  <a:lnTo>
                    <a:pt x="486794" y="1574040"/>
                  </a:lnTo>
                  <a:lnTo>
                    <a:pt x="484967" y="1575174"/>
                  </a:lnTo>
                  <a:lnTo>
                    <a:pt x="487292" y="1577374"/>
                  </a:lnTo>
                  <a:lnTo>
                    <a:pt x="488702" y="1578705"/>
                  </a:lnTo>
                  <a:lnTo>
                    <a:pt x="498370" y="1582083"/>
                  </a:lnTo>
                  <a:lnTo>
                    <a:pt x="506280" y="1587411"/>
                  </a:lnTo>
                  <a:lnTo>
                    <a:pt x="509330" y="1593547"/>
                  </a:lnTo>
                  <a:lnTo>
                    <a:pt x="512042" y="1592866"/>
                  </a:lnTo>
                  <a:lnTo>
                    <a:pt x="517546" y="1598266"/>
                  </a:lnTo>
                  <a:lnTo>
                    <a:pt x="524911" y="1601281"/>
                  </a:lnTo>
                  <a:lnTo>
                    <a:pt x="522401" y="1605401"/>
                  </a:lnTo>
                  <a:lnTo>
                    <a:pt x="529865" y="1610795"/>
                  </a:lnTo>
                  <a:lnTo>
                    <a:pt x="533014" y="1610221"/>
                  </a:lnTo>
                  <a:lnTo>
                    <a:pt x="537368" y="1614740"/>
                  </a:lnTo>
                  <a:lnTo>
                    <a:pt x="537799" y="1619881"/>
                  </a:lnTo>
                  <a:lnTo>
                    <a:pt x="541174" y="1623642"/>
                  </a:lnTo>
                  <a:lnTo>
                    <a:pt x="544650" y="1631103"/>
                  </a:lnTo>
                  <a:lnTo>
                    <a:pt x="548274" y="1636839"/>
                  </a:lnTo>
                  <a:lnTo>
                    <a:pt x="548519" y="1640879"/>
                  </a:lnTo>
                  <a:lnTo>
                    <a:pt x="548375" y="1643108"/>
                  </a:lnTo>
                  <a:lnTo>
                    <a:pt x="544255" y="1645581"/>
                  </a:lnTo>
                  <a:lnTo>
                    <a:pt x="541429" y="1644747"/>
                  </a:lnTo>
                  <a:lnTo>
                    <a:pt x="539062" y="1646326"/>
                  </a:lnTo>
                  <a:lnTo>
                    <a:pt x="536350" y="1645338"/>
                  </a:lnTo>
                  <a:lnTo>
                    <a:pt x="534295" y="1643973"/>
                  </a:lnTo>
                  <a:lnTo>
                    <a:pt x="531015" y="1645755"/>
                  </a:lnTo>
                  <a:lnTo>
                    <a:pt x="527614" y="1649313"/>
                  </a:lnTo>
                  <a:lnTo>
                    <a:pt x="528530" y="1654378"/>
                  </a:lnTo>
                  <a:lnTo>
                    <a:pt x="526052" y="1655636"/>
                  </a:lnTo>
                  <a:lnTo>
                    <a:pt x="521730" y="1655756"/>
                  </a:lnTo>
                  <a:lnTo>
                    <a:pt x="520005" y="1652831"/>
                  </a:lnTo>
                  <a:lnTo>
                    <a:pt x="517920" y="1651742"/>
                  </a:lnTo>
                  <a:lnTo>
                    <a:pt x="514659" y="1650620"/>
                  </a:lnTo>
                  <a:lnTo>
                    <a:pt x="508692" y="1646540"/>
                  </a:lnTo>
                  <a:lnTo>
                    <a:pt x="505122" y="1644147"/>
                  </a:lnTo>
                  <a:lnTo>
                    <a:pt x="502636" y="1641352"/>
                  </a:lnTo>
                  <a:lnTo>
                    <a:pt x="499802" y="1638540"/>
                  </a:lnTo>
                  <a:lnTo>
                    <a:pt x="499452" y="1635603"/>
                  </a:lnTo>
                  <a:lnTo>
                    <a:pt x="497327" y="1632261"/>
                  </a:lnTo>
                  <a:lnTo>
                    <a:pt x="495297" y="1631916"/>
                  </a:lnTo>
                  <a:lnTo>
                    <a:pt x="493711" y="1633435"/>
                  </a:lnTo>
                  <a:lnTo>
                    <a:pt x="491475" y="1633807"/>
                  </a:lnTo>
                  <a:lnTo>
                    <a:pt x="488520" y="1632886"/>
                  </a:lnTo>
                  <a:lnTo>
                    <a:pt x="487777" y="1630848"/>
                  </a:lnTo>
                  <a:lnTo>
                    <a:pt x="483353" y="1630964"/>
                  </a:lnTo>
                  <a:lnTo>
                    <a:pt x="485305" y="1636378"/>
                  </a:lnTo>
                  <a:lnTo>
                    <a:pt x="482992" y="1636418"/>
                  </a:lnTo>
                  <a:lnTo>
                    <a:pt x="480189" y="1632696"/>
                  </a:lnTo>
                  <a:lnTo>
                    <a:pt x="480572" y="1628570"/>
                  </a:lnTo>
                  <a:lnTo>
                    <a:pt x="479265" y="1625350"/>
                  </a:lnTo>
                  <a:lnTo>
                    <a:pt x="476188" y="1624050"/>
                  </a:lnTo>
                  <a:lnTo>
                    <a:pt x="473237" y="1625156"/>
                  </a:lnTo>
                  <a:lnTo>
                    <a:pt x="472226" y="1619611"/>
                  </a:lnTo>
                  <a:lnTo>
                    <a:pt x="471775" y="1616422"/>
                  </a:lnTo>
                  <a:lnTo>
                    <a:pt x="470478" y="1612344"/>
                  </a:lnTo>
                  <a:lnTo>
                    <a:pt x="471062" y="1607303"/>
                  </a:lnTo>
                  <a:lnTo>
                    <a:pt x="467857" y="1604845"/>
                  </a:lnTo>
                  <a:lnTo>
                    <a:pt x="466580" y="1601790"/>
                  </a:lnTo>
                  <a:lnTo>
                    <a:pt x="461282" y="1603366"/>
                  </a:lnTo>
                  <a:lnTo>
                    <a:pt x="459149" y="160352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h16"/>
            <p:cNvSpPr/>
            <p:nvPr/>
          </p:nvSpPr>
          <p:spPr>
            <a:xfrm>
              <a:off x="2404872" y="3888169"/>
              <a:ext cx="518080" cy="1660761"/>
            </a:xfrm>
            <a:custGeom>
              <a:avLst/>
              <a:pathLst>
                <a:path w="518080" h="1660761">
                  <a:moveTo>
                    <a:pt x="457200" y="1600200"/>
                  </a:moveTo>
                  <a:lnTo>
                    <a:pt x="459225" y="1594390"/>
                  </a:lnTo>
                  <a:lnTo>
                    <a:pt x="461609" y="1593486"/>
                  </a:lnTo>
                  <a:lnTo>
                    <a:pt x="462465" y="1591494"/>
                  </a:lnTo>
                  <a:lnTo>
                    <a:pt x="466311" y="1592156"/>
                  </a:lnTo>
                  <a:lnTo>
                    <a:pt x="469296" y="1595784"/>
                  </a:lnTo>
                  <a:lnTo>
                    <a:pt x="472358" y="1597620"/>
                  </a:lnTo>
                  <a:lnTo>
                    <a:pt x="473627" y="1594260"/>
                  </a:lnTo>
                  <a:lnTo>
                    <a:pt x="469218" y="1588207"/>
                  </a:lnTo>
                  <a:lnTo>
                    <a:pt x="463695" y="1585957"/>
                  </a:lnTo>
                  <a:lnTo>
                    <a:pt x="463822" y="1582761"/>
                  </a:lnTo>
                  <a:lnTo>
                    <a:pt x="466923" y="1579788"/>
                  </a:lnTo>
                  <a:lnTo>
                    <a:pt x="472043" y="1579287"/>
                  </a:lnTo>
                  <a:lnTo>
                    <a:pt x="479015" y="1578493"/>
                  </a:lnTo>
                  <a:lnTo>
                    <a:pt x="486024" y="1577853"/>
                  </a:lnTo>
                  <a:lnTo>
                    <a:pt x="486514" y="1577615"/>
                  </a:lnTo>
                  <a:lnTo>
                    <a:pt x="492890" y="1574508"/>
                  </a:lnTo>
                  <a:lnTo>
                    <a:pt x="498576" y="1577356"/>
                  </a:lnTo>
                  <a:lnTo>
                    <a:pt x="504052" y="1583457"/>
                  </a:lnTo>
                  <a:lnTo>
                    <a:pt x="507960" y="1583513"/>
                  </a:lnTo>
                  <a:lnTo>
                    <a:pt x="511180" y="1586429"/>
                  </a:lnTo>
                  <a:lnTo>
                    <a:pt x="516291" y="1587748"/>
                  </a:lnTo>
                  <a:lnTo>
                    <a:pt x="518080" y="1591161"/>
                  </a:lnTo>
                  <a:lnTo>
                    <a:pt x="517701" y="1595302"/>
                  </a:lnTo>
                  <a:lnTo>
                    <a:pt x="514510" y="1599401"/>
                  </a:lnTo>
                  <a:lnTo>
                    <a:pt x="510229" y="1600212"/>
                  </a:lnTo>
                  <a:lnTo>
                    <a:pt x="507002" y="1601962"/>
                  </a:lnTo>
                  <a:lnTo>
                    <a:pt x="504268" y="1607673"/>
                  </a:lnTo>
                  <a:lnTo>
                    <a:pt x="500474" y="1608836"/>
                  </a:lnTo>
                  <a:lnTo>
                    <a:pt x="497106" y="1610770"/>
                  </a:lnTo>
                  <a:lnTo>
                    <a:pt x="495765" y="1611538"/>
                  </a:lnTo>
                  <a:lnTo>
                    <a:pt x="490070" y="1614921"/>
                  </a:lnTo>
                  <a:lnTo>
                    <a:pt x="486203" y="1620163"/>
                  </a:lnTo>
                  <a:lnTo>
                    <a:pt x="487569" y="1624533"/>
                  </a:lnTo>
                  <a:lnTo>
                    <a:pt x="487348" y="1627676"/>
                  </a:lnTo>
                  <a:lnTo>
                    <a:pt x="488503" y="1630816"/>
                  </a:lnTo>
                  <a:lnTo>
                    <a:pt x="487677" y="1634171"/>
                  </a:lnTo>
                  <a:lnTo>
                    <a:pt x="488958" y="1635969"/>
                  </a:lnTo>
                  <a:lnTo>
                    <a:pt x="489280" y="1639610"/>
                  </a:lnTo>
                  <a:lnTo>
                    <a:pt x="487571" y="1640588"/>
                  </a:lnTo>
                  <a:lnTo>
                    <a:pt x="485248" y="1641146"/>
                  </a:lnTo>
                  <a:lnTo>
                    <a:pt x="485767" y="1645422"/>
                  </a:lnTo>
                  <a:lnTo>
                    <a:pt x="487575" y="1647794"/>
                  </a:lnTo>
                  <a:lnTo>
                    <a:pt x="488707" y="1652109"/>
                  </a:lnTo>
                  <a:lnTo>
                    <a:pt x="486816" y="1655569"/>
                  </a:lnTo>
                  <a:lnTo>
                    <a:pt x="486134" y="1658091"/>
                  </a:lnTo>
                  <a:lnTo>
                    <a:pt x="485148" y="1660761"/>
                  </a:lnTo>
                  <a:lnTo>
                    <a:pt x="483289" y="1659220"/>
                  </a:lnTo>
                  <a:lnTo>
                    <a:pt x="480342" y="1654822"/>
                  </a:lnTo>
                  <a:lnTo>
                    <a:pt x="482996" y="1653818"/>
                  </a:lnTo>
                  <a:lnTo>
                    <a:pt x="483137" y="1646214"/>
                  </a:lnTo>
                  <a:lnTo>
                    <a:pt x="478928" y="1641190"/>
                  </a:lnTo>
                  <a:lnTo>
                    <a:pt x="475308" y="1634447"/>
                  </a:lnTo>
                  <a:lnTo>
                    <a:pt x="472956" y="1629865"/>
                  </a:lnTo>
                  <a:lnTo>
                    <a:pt x="473098" y="1625660"/>
                  </a:lnTo>
                  <a:lnTo>
                    <a:pt x="471645" y="1622922"/>
                  </a:lnTo>
                  <a:lnTo>
                    <a:pt x="471212" y="1617128"/>
                  </a:lnTo>
                  <a:lnTo>
                    <a:pt x="469265" y="1616286"/>
                  </a:lnTo>
                  <a:lnTo>
                    <a:pt x="466885" y="1617398"/>
                  </a:lnTo>
                  <a:lnTo>
                    <a:pt x="465881" y="1613284"/>
                  </a:lnTo>
                  <a:lnTo>
                    <a:pt x="462410" y="1611457"/>
                  </a:lnTo>
                  <a:lnTo>
                    <a:pt x="457424" y="160300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h17"/>
            <p:cNvSpPr/>
            <p:nvPr/>
          </p:nvSpPr>
          <p:spPr>
            <a:xfrm>
              <a:off x="2351672" y="3804805"/>
              <a:ext cx="517994" cy="1676478"/>
            </a:xfrm>
            <a:custGeom>
              <a:avLst/>
              <a:pathLst>
                <a:path w="517994" h="1676478">
                  <a:moveTo>
                    <a:pt x="457200" y="1600200"/>
                  </a:moveTo>
                  <a:lnTo>
                    <a:pt x="461080" y="1601760"/>
                  </a:lnTo>
                  <a:lnTo>
                    <a:pt x="464917" y="1604827"/>
                  </a:lnTo>
                  <a:lnTo>
                    <a:pt x="467735" y="1607381"/>
                  </a:lnTo>
                  <a:lnTo>
                    <a:pt x="468616" y="1608614"/>
                  </a:lnTo>
                  <a:lnTo>
                    <a:pt x="470497" y="1611240"/>
                  </a:lnTo>
                  <a:lnTo>
                    <a:pt x="472951" y="1609493"/>
                  </a:lnTo>
                  <a:lnTo>
                    <a:pt x="477588" y="1608356"/>
                  </a:lnTo>
                  <a:lnTo>
                    <a:pt x="482055" y="1608105"/>
                  </a:lnTo>
                  <a:lnTo>
                    <a:pt x="483845" y="1606707"/>
                  </a:lnTo>
                  <a:lnTo>
                    <a:pt x="483998" y="1606587"/>
                  </a:lnTo>
                  <a:lnTo>
                    <a:pt x="486877" y="1606683"/>
                  </a:lnTo>
                  <a:lnTo>
                    <a:pt x="487733" y="1609625"/>
                  </a:lnTo>
                  <a:lnTo>
                    <a:pt x="489803" y="1610808"/>
                  </a:lnTo>
                  <a:lnTo>
                    <a:pt x="492508" y="1613125"/>
                  </a:lnTo>
                  <a:lnTo>
                    <a:pt x="497057" y="1616778"/>
                  </a:lnTo>
                  <a:lnTo>
                    <a:pt x="502458" y="1621831"/>
                  </a:lnTo>
                  <a:lnTo>
                    <a:pt x="505632" y="1628865"/>
                  </a:lnTo>
                  <a:lnTo>
                    <a:pt x="510109" y="1632142"/>
                  </a:lnTo>
                  <a:lnTo>
                    <a:pt x="510828" y="1634679"/>
                  </a:lnTo>
                  <a:lnTo>
                    <a:pt x="511249" y="1640322"/>
                  </a:lnTo>
                  <a:lnTo>
                    <a:pt x="514204" y="1647066"/>
                  </a:lnTo>
                  <a:lnTo>
                    <a:pt x="517994" y="1649289"/>
                  </a:lnTo>
                  <a:lnTo>
                    <a:pt x="517335" y="1652383"/>
                  </a:lnTo>
                  <a:lnTo>
                    <a:pt x="516371" y="1653049"/>
                  </a:lnTo>
                  <a:lnTo>
                    <a:pt x="512268" y="1652422"/>
                  </a:lnTo>
                  <a:lnTo>
                    <a:pt x="509632" y="1656108"/>
                  </a:lnTo>
                  <a:lnTo>
                    <a:pt x="508764" y="1662117"/>
                  </a:lnTo>
                  <a:lnTo>
                    <a:pt x="506619" y="1666392"/>
                  </a:lnTo>
                  <a:lnTo>
                    <a:pt x="504841" y="1668654"/>
                  </a:lnTo>
                  <a:lnTo>
                    <a:pt x="505268" y="1670377"/>
                  </a:lnTo>
                  <a:lnTo>
                    <a:pt x="504114" y="1672611"/>
                  </a:lnTo>
                  <a:lnTo>
                    <a:pt x="503216" y="1675147"/>
                  </a:lnTo>
                  <a:lnTo>
                    <a:pt x="501325" y="1676478"/>
                  </a:lnTo>
                  <a:lnTo>
                    <a:pt x="497184" y="1672316"/>
                  </a:lnTo>
                  <a:lnTo>
                    <a:pt x="493935" y="1664744"/>
                  </a:lnTo>
                  <a:lnTo>
                    <a:pt x="492526" y="1653789"/>
                  </a:lnTo>
                  <a:lnTo>
                    <a:pt x="488463" y="1648249"/>
                  </a:lnTo>
                  <a:lnTo>
                    <a:pt x="481772" y="1639236"/>
                  </a:lnTo>
                  <a:lnTo>
                    <a:pt x="479133" y="1633805"/>
                  </a:lnTo>
                  <a:lnTo>
                    <a:pt x="474134" y="1625019"/>
                  </a:lnTo>
                  <a:lnTo>
                    <a:pt x="469861" y="1616965"/>
                  </a:lnTo>
                  <a:lnTo>
                    <a:pt x="465195" y="1612183"/>
                  </a:lnTo>
                  <a:lnTo>
                    <a:pt x="459151" y="1604996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h18"/>
            <p:cNvSpPr/>
            <p:nvPr/>
          </p:nvSpPr>
          <p:spPr>
            <a:xfrm>
              <a:off x="2312388" y="3846074"/>
              <a:ext cx="557742" cy="1686981"/>
            </a:xfrm>
            <a:custGeom>
              <a:avLst/>
              <a:pathLst>
                <a:path w="557742" h="1686981">
                  <a:moveTo>
                    <a:pt x="457200" y="1600200"/>
                  </a:moveTo>
                  <a:lnTo>
                    <a:pt x="456654" y="1596424"/>
                  </a:lnTo>
                  <a:lnTo>
                    <a:pt x="458990" y="1594160"/>
                  </a:lnTo>
                  <a:lnTo>
                    <a:pt x="460618" y="1591087"/>
                  </a:lnTo>
                  <a:lnTo>
                    <a:pt x="457701" y="1585169"/>
                  </a:lnTo>
                  <a:lnTo>
                    <a:pt x="460591" y="1584064"/>
                  </a:lnTo>
                  <a:lnTo>
                    <a:pt x="463680" y="1581916"/>
                  </a:lnTo>
                  <a:lnTo>
                    <a:pt x="467659" y="1579522"/>
                  </a:lnTo>
                  <a:lnTo>
                    <a:pt x="472668" y="1578652"/>
                  </a:lnTo>
                  <a:lnTo>
                    <a:pt x="474855" y="1575923"/>
                  </a:lnTo>
                  <a:lnTo>
                    <a:pt x="478189" y="1578319"/>
                  </a:lnTo>
                  <a:lnTo>
                    <a:pt x="485975" y="1579444"/>
                  </a:lnTo>
                  <a:lnTo>
                    <a:pt x="494206" y="1580967"/>
                  </a:lnTo>
                  <a:lnTo>
                    <a:pt x="499362" y="1579414"/>
                  </a:lnTo>
                  <a:lnTo>
                    <a:pt x="505239" y="1580468"/>
                  </a:lnTo>
                  <a:lnTo>
                    <a:pt x="508634" y="1586953"/>
                  </a:lnTo>
                  <a:lnTo>
                    <a:pt x="507164" y="1590159"/>
                  </a:lnTo>
                  <a:lnTo>
                    <a:pt x="511214" y="1595543"/>
                  </a:lnTo>
                  <a:lnTo>
                    <a:pt x="511909" y="1596464"/>
                  </a:lnTo>
                  <a:lnTo>
                    <a:pt x="521514" y="1610539"/>
                  </a:lnTo>
                  <a:lnTo>
                    <a:pt x="524493" y="1618084"/>
                  </a:lnTo>
                  <a:lnTo>
                    <a:pt x="526126" y="1624788"/>
                  </a:lnTo>
                  <a:lnTo>
                    <a:pt x="536490" y="1640290"/>
                  </a:lnTo>
                  <a:lnTo>
                    <a:pt x="539564" y="1644143"/>
                  </a:lnTo>
                  <a:lnTo>
                    <a:pt x="542835" y="1649369"/>
                  </a:lnTo>
                  <a:lnTo>
                    <a:pt x="546135" y="1654513"/>
                  </a:lnTo>
                  <a:lnTo>
                    <a:pt x="548282" y="1658580"/>
                  </a:lnTo>
                  <a:lnTo>
                    <a:pt x="549936" y="1663626"/>
                  </a:lnTo>
                  <a:lnTo>
                    <a:pt x="549326" y="1665942"/>
                  </a:lnTo>
                  <a:lnTo>
                    <a:pt x="552070" y="1670190"/>
                  </a:lnTo>
                  <a:lnTo>
                    <a:pt x="554683" y="1675982"/>
                  </a:lnTo>
                  <a:lnTo>
                    <a:pt x="556593" y="1680646"/>
                  </a:lnTo>
                  <a:lnTo>
                    <a:pt x="557615" y="1684863"/>
                  </a:lnTo>
                  <a:lnTo>
                    <a:pt x="557742" y="1686981"/>
                  </a:lnTo>
                  <a:lnTo>
                    <a:pt x="553917" y="1685628"/>
                  </a:lnTo>
                  <a:lnTo>
                    <a:pt x="551640" y="1684215"/>
                  </a:lnTo>
                  <a:lnTo>
                    <a:pt x="549196" y="1680817"/>
                  </a:lnTo>
                  <a:lnTo>
                    <a:pt x="545607" y="1678822"/>
                  </a:lnTo>
                  <a:lnTo>
                    <a:pt x="541893" y="1675112"/>
                  </a:lnTo>
                  <a:lnTo>
                    <a:pt x="537206" y="1670750"/>
                  </a:lnTo>
                  <a:lnTo>
                    <a:pt x="533468" y="1667277"/>
                  </a:lnTo>
                  <a:lnTo>
                    <a:pt x="530091" y="1663534"/>
                  </a:lnTo>
                  <a:lnTo>
                    <a:pt x="529152" y="1664792"/>
                  </a:lnTo>
                  <a:lnTo>
                    <a:pt x="524977" y="1662344"/>
                  </a:lnTo>
                  <a:lnTo>
                    <a:pt x="522465" y="1661169"/>
                  </a:lnTo>
                  <a:lnTo>
                    <a:pt x="518942" y="1661768"/>
                  </a:lnTo>
                  <a:lnTo>
                    <a:pt x="514758" y="1658707"/>
                  </a:lnTo>
                  <a:lnTo>
                    <a:pt x="515534" y="1656684"/>
                  </a:lnTo>
                  <a:lnTo>
                    <a:pt x="515872" y="1654808"/>
                  </a:lnTo>
                  <a:lnTo>
                    <a:pt x="515747" y="1651346"/>
                  </a:lnTo>
                  <a:lnTo>
                    <a:pt x="516648" y="1645570"/>
                  </a:lnTo>
                  <a:lnTo>
                    <a:pt x="512317" y="1643987"/>
                  </a:lnTo>
                  <a:lnTo>
                    <a:pt x="508031" y="1643323"/>
                  </a:lnTo>
                  <a:lnTo>
                    <a:pt x="508397" y="1647284"/>
                  </a:lnTo>
                  <a:lnTo>
                    <a:pt x="508234" y="1649821"/>
                  </a:lnTo>
                  <a:lnTo>
                    <a:pt x="502930" y="1653432"/>
                  </a:lnTo>
                  <a:lnTo>
                    <a:pt x="501847" y="1653422"/>
                  </a:lnTo>
                  <a:lnTo>
                    <a:pt x="500193" y="1648067"/>
                  </a:lnTo>
                  <a:lnTo>
                    <a:pt x="502010" y="1644550"/>
                  </a:lnTo>
                  <a:lnTo>
                    <a:pt x="501068" y="1641972"/>
                  </a:lnTo>
                  <a:lnTo>
                    <a:pt x="498589" y="1642749"/>
                  </a:lnTo>
                  <a:lnTo>
                    <a:pt x="496263" y="1640202"/>
                  </a:lnTo>
                  <a:lnTo>
                    <a:pt x="495890" y="1636210"/>
                  </a:lnTo>
                  <a:lnTo>
                    <a:pt x="494376" y="1634134"/>
                  </a:lnTo>
                  <a:lnTo>
                    <a:pt x="491381" y="1629411"/>
                  </a:lnTo>
                  <a:lnTo>
                    <a:pt x="488670" y="1627037"/>
                  </a:lnTo>
                  <a:lnTo>
                    <a:pt x="484289" y="1625047"/>
                  </a:lnTo>
                  <a:lnTo>
                    <a:pt x="482131" y="1623075"/>
                  </a:lnTo>
                  <a:lnTo>
                    <a:pt x="479783" y="1623777"/>
                  </a:lnTo>
                  <a:lnTo>
                    <a:pt x="476014" y="1620696"/>
                  </a:lnTo>
                  <a:lnTo>
                    <a:pt x="474323" y="1617348"/>
                  </a:lnTo>
                  <a:lnTo>
                    <a:pt x="470785" y="1612866"/>
                  </a:lnTo>
                  <a:lnTo>
                    <a:pt x="467386" y="1610013"/>
                  </a:lnTo>
                  <a:lnTo>
                    <a:pt x="464318" y="1609776"/>
                  </a:lnTo>
                  <a:lnTo>
                    <a:pt x="462606" y="1607529"/>
                  </a:lnTo>
                  <a:lnTo>
                    <a:pt x="459267" y="1606774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h19"/>
            <p:cNvSpPr/>
            <p:nvPr/>
          </p:nvSpPr>
          <p:spPr>
            <a:xfrm>
              <a:off x="1816756" y="3818629"/>
              <a:ext cx="463192" cy="1605157"/>
            </a:xfrm>
            <a:custGeom>
              <a:avLst/>
              <a:pathLst>
                <a:path w="463192" h="1605157">
                  <a:moveTo>
                    <a:pt x="457200" y="1600200"/>
                  </a:moveTo>
                  <a:lnTo>
                    <a:pt x="459709" y="1593747"/>
                  </a:lnTo>
                  <a:lnTo>
                    <a:pt x="463192" y="1594903"/>
                  </a:lnTo>
                  <a:lnTo>
                    <a:pt x="462036" y="1598051"/>
                  </a:lnTo>
                  <a:lnTo>
                    <a:pt x="460728" y="1602963"/>
                  </a:lnTo>
                  <a:lnTo>
                    <a:pt x="457332" y="1605157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h20"/>
            <p:cNvSpPr/>
            <p:nvPr/>
          </p:nvSpPr>
          <p:spPr>
            <a:xfrm>
              <a:off x="1779061" y="3890605"/>
              <a:ext cx="464758" cy="1604197"/>
            </a:xfrm>
            <a:custGeom>
              <a:avLst/>
              <a:pathLst>
                <a:path w="464758" h="1604197">
                  <a:moveTo>
                    <a:pt x="457200" y="1600200"/>
                  </a:moveTo>
                  <a:lnTo>
                    <a:pt x="460253" y="1598006"/>
                  </a:lnTo>
                  <a:lnTo>
                    <a:pt x="462550" y="1597760"/>
                  </a:lnTo>
                  <a:lnTo>
                    <a:pt x="464758" y="1599943"/>
                  </a:lnTo>
                  <a:lnTo>
                    <a:pt x="463923" y="1603130"/>
                  </a:lnTo>
                  <a:lnTo>
                    <a:pt x="460132" y="1604197"/>
                  </a:lnTo>
                  <a:lnTo>
                    <a:pt x="459113" y="1603624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h21"/>
            <p:cNvSpPr/>
            <p:nvPr/>
          </p:nvSpPr>
          <p:spPr>
            <a:xfrm>
              <a:off x="1756622" y="4025181"/>
              <a:ext cx="544114" cy="1642488"/>
            </a:xfrm>
            <a:custGeom>
              <a:avLst/>
              <a:pathLst>
                <a:path w="544114" h="1642488">
                  <a:moveTo>
                    <a:pt x="457200" y="1600200"/>
                  </a:moveTo>
                  <a:lnTo>
                    <a:pt x="459384" y="1594769"/>
                  </a:lnTo>
                  <a:lnTo>
                    <a:pt x="461265" y="1590077"/>
                  </a:lnTo>
                  <a:lnTo>
                    <a:pt x="463878" y="1585708"/>
                  </a:lnTo>
                  <a:lnTo>
                    <a:pt x="467228" y="1584022"/>
                  </a:lnTo>
                  <a:lnTo>
                    <a:pt x="470652" y="1580678"/>
                  </a:lnTo>
                  <a:lnTo>
                    <a:pt x="473515" y="1579046"/>
                  </a:lnTo>
                  <a:lnTo>
                    <a:pt x="479954" y="1578874"/>
                  </a:lnTo>
                  <a:lnTo>
                    <a:pt x="481680" y="1576077"/>
                  </a:lnTo>
                  <a:lnTo>
                    <a:pt x="480652" y="1568573"/>
                  </a:lnTo>
                  <a:lnTo>
                    <a:pt x="484999" y="1563950"/>
                  </a:lnTo>
                  <a:lnTo>
                    <a:pt x="486779" y="1562824"/>
                  </a:lnTo>
                  <a:lnTo>
                    <a:pt x="489127" y="1563251"/>
                  </a:lnTo>
                  <a:lnTo>
                    <a:pt x="493186" y="1560888"/>
                  </a:lnTo>
                  <a:lnTo>
                    <a:pt x="492275" y="1558898"/>
                  </a:lnTo>
                  <a:lnTo>
                    <a:pt x="493519" y="1556439"/>
                  </a:lnTo>
                  <a:lnTo>
                    <a:pt x="496902" y="1558667"/>
                  </a:lnTo>
                  <a:lnTo>
                    <a:pt x="499246" y="1555176"/>
                  </a:lnTo>
                  <a:lnTo>
                    <a:pt x="496746" y="1551968"/>
                  </a:lnTo>
                  <a:lnTo>
                    <a:pt x="494894" y="1550834"/>
                  </a:lnTo>
                  <a:lnTo>
                    <a:pt x="496317" y="1547581"/>
                  </a:lnTo>
                  <a:lnTo>
                    <a:pt x="497490" y="1545243"/>
                  </a:lnTo>
                  <a:lnTo>
                    <a:pt x="500192" y="1543502"/>
                  </a:lnTo>
                  <a:lnTo>
                    <a:pt x="500478" y="1540457"/>
                  </a:lnTo>
                  <a:lnTo>
                    <a:pt x="503213" y="1536865"/>
                  </a:lnTo>
                  <a:lnTo>
                    <a:pt x="504609" y="1533526"/>
                  </a:lnTo>
                  <a:lnTo>
                    <a:pt x="508014" y="1530926"/>
                  </a:lnTo>
                  <a:lnTo>
                    <a:pt x="508834" y="1526844"/>
                  </a:lnTo>
                  <a:lnTo>
                    <a:pt x="511689" y="1525778"/>
                  </a:lnTo>
                  <a:lnTo>
                    <a:pt x="512948" y="1522387"/>
                  </a:lnTo>
                  <a:lnTo>
                    <a:pt x="515754" y="1521429"/>
                  </a:lnTo>
                  <a:lnTo>
                    <a:pt x="514344" y="1516745"/>
                  </a:lnTo>
                  <a:lnTo>
                    <a:pt x="515408" y="1512825"/>
                  </a:lnTo>
                  <a:lnTo>
                    <a:pt x="516978" y="1511456"/>
                  </a:lnTo>
                  <a:lnTo>
                    <a:pt x="520250" y="1511111"/>
                  </a:lnTo>
                  <a:lnTo>
                    <a:pt x="523123" y="1509441"/>
                  </a:lnTo>
                  <a:lnTo>
                    <a:pt x="524076" y="1512539"/>
                  </a:lnTo>
                  <a:lnTo>
                    <a:pt x="523089" y="1517009"/>
                  </a:lnTo>
                  <a:lnTo>
                    <a:pt x="521030" y="1520310"/>
                  </a:lnTo>
                  <a:lnTo>
                    <a:pt x="520049" y="1523665"/>
                  </a:lnTo>
                  <a:lnTo>
                    <a:pt x="520945" y="1527154"/>
                  </a:lnTo>
                  <a:lnTo>
                    <a:pt x="523137" y="1527991"/>
                  </a:lnTo>
                  <a:lnTo>
                    <a:pt x="524487" y="1527533"/>
                  </a:lnTo>
                  <a:lnTo>
                    <a:pt x="525524" y="1525290"/>
                  </a:lnTo>
                  <a:lnTo>
                    <a:pt x="524905" y="1523285"/>
                  </a:lnTo>
                  <a:lnTo>
                    <a:pt x="526538" y="1522727"/>
                  </a:lnTo>
                  <a:lnTo>
                    <a:pt x="529269" y="1525789"/>
                  </a:lnTo>
                  <a:lnTo>
                    <a:pt x="532137" y="1524091"/>
                  </a:lnTo>
                  <a:lnTo>
                    <a:pt x="533625" y="1525775"/>
                  </a:lnTo>
                  <a:lnTo>
                    <a:pt x="537119" y="1526584"/>
                  </a:lnTo>
                  <a:lnTo>
                    <a:pt x="542973" y="1531308"/>
                  </a:lnTo>
                  <a:lnTo>
                    <a:pt x="544114" y="1534580"/>
                  </a:lnTo>
                  <a:lnTo>
                    <a:pt x="542437" y="1537626"/>
                  </a:lnTo>
                  <a:lnTo>
                    <a:pt x="536964" y="1537374"/>
                  </a:lnTo>
                  <a:lnTo>
                    <a:pt x="534852" y="1539970"/>
                  </a:lnTo>
                  <a:lnTo>
                    <a:pt x="530213" y="1541440"/>
                  </a:lnTo>
                  <a:lnTo>
                    <a:pt x="526952" y="1542905"/>
                  </a:lnTo>
                  <a:lnTo>
                    <a:pt x="523500" y="1542717"/>
                  </a:lnTo>
                  <a:lnTo>
                    <a:pt x="522366" y="1545227"/>
                  </a:lnTo>
                  <a:lnTo>
                    <a:pt x="518665" y="1547850"/>
                  </a:lnTo>
                  <a:lnTo>
                    <a:pt x="515502" y="1550294"/>
                  </a:lnTo>
                  <a:lnTo>
                    <a:pt x="517238" y="1552861"/>
                  </a:lnTo>
                  <a:lnTo>
                    <a:pt x="516772" y="1556452"/>
                  </a:lnTo>
                  <a:lnTo>
                    <a:pt x="515408" y="1558872"/>
                  </a:lnTo>
                  <a:lnTo>
                    <a:pt x="516212" y="1561465"/>
                  </a:lnTo>
                  <a:lnTo>
                    <a:pt x="517565" y="1562840"/>
                  </a:lnTo>
                  <a:lnTo>
                    <a:pt x="519478" y="1559895"/>
                  </a:lnTo>
                  <a:lnTo>
                    <a:pt x="520546" y="1556943"/>
                  </a:lnTo>
                  <a:lnTo>
                    <a:pt x="524005" y="1556845"/>
                  </a:lnTo>
                  <a:lnTo>
                    <a:pt x="526388" y="1552418"/>
                  </a:lnTo>
                  <a:lnTo>
                    <a:pt x="526940" y="1554139"/>
                  </a:lnTo>
                  <a:lnTo>
                    <a:pt x="530300" y="1555794"/>
                  </a:lnTo>
                  <a:lnTo>
                    <a:pt x="530175" y="1561175"/>
                  </a:lnTo>
                  <a:lnTo>
                    <a:pt x="534918" y="1563376"/>
                  </a:lnTo>
                  <a:lnTo>
                    <a:pt x="532609" y="1566673"/>
                  </a:lnTo>
                  <a:lnTo>
                    <a:pt x="528334" y="1568509"/>
                  </a:lnTo>
                  <a:lnTo>
                    <a:pt x="530534" y="1572066"/>
                  </a:lnTo>
                  <a:lnTo>
                    <a:pt x="533110" y="1573785"/>
                  </a:lnTo>
                  <a:lnTo>
                    <a:pt x="538031" y="1573976"/>
                  </a:lnTo>
                  <a:lnTo>
                    <a:pt x="538362" y="1575876"/>
                  </a:lnTo>
                  <a:lnTo>
                    <a:pt x="535810" y="1580583"/>
                  </a:lnTo>
                  <a:lnTo>
                    <a:pt x="534320" y="1584673"/>
                  </a:lnTo>
                  <a:lnTo>
                    <a:pt x="537304" y="1589765"/>
                  </a:lnTo>
                  <a:lnTo>
                    <a:pt x="535455" y="1592729"/>
                  </a:lnTo>
                  <a:lnTo>
                    <a:pt x="529832" y="1587482"/>
                  </a:lnTo>
                  <a:lnTo>
                    <a:pt x="526671" y="1586935"/>
                  </a:lnTo>
                  <a:lnTo>
                    <a:pt x="526290" y="1591360"/>
                  </a:lnTo>
                  <a:lnTo>
                    <a:pt x="525885" y="1595314"/>
                  </a:lnTo>
                  <a:lnTo>
                    <a:pt x="524174" y="1598247"/>
                  </a:lnTo>
                  <a:lnTo>
                    <a:pt x="520414" y="1599776"/>
                  </a:lnTo>
                  <a:lnTo>
                    <a:pt x="516496" y="1600824"/>
                  </a:lnTo>
                  <a:lnTo>
                    <a:pt x="516909" y="1605335"/>
                  </a:lnTo>
                  <a:lnTo>
                    <a:pt x="519308" y="1606509"/>
                  </a:lnTo>
                  <a:lnTo>
                    <a:pt x="518947" y="1608700"/>
                  </a:lnTo>
                  <a:lnTo>
                    <a:pt x="513954" y="1611180"/>
                  </a:lnTo>
                  <a:lnTo>
                    <a:pt x="510130" y="1615698"/>
                  </a:lnTo>
                  <a:lnTo>
                    <a:pt x="508354" y="1618692"/>
                  </a:lnTo>
                  <a:lnTo>
                    <a:pt x="506082" y="1620067"/>
                  </a:lnTo>
                  <a:lnTo>
                    <a:pt x="503271" y="1614002"/>
                  </a:lnTo>
                  <a:lnTo>
                    <a:pt x="500592" y="1613964"/>
                  </a:lnTo>
                  <a:lnTo>
                    <a:pt x="497873" y="1616696"/>
                  </a:lnTo>
                  <a:lnTo>
                    <a:pt x="499514" y="1620030"/>
                  </a:lnTo>
                  <a:lnTo>
                    <a:pt x="500462" y="1626954"/>
                  </a:lnTo>
                  <a:lnTo>
                    <a:pt x="498467" y="1627222"/>
                  </a:lnTo>
                  <a:lnTo>
                    <a:pt x="495644" y="1629640"/>
                  </a:lnTo>
                  <a:lnTo>
                    <a:pt x="493365" y="1631542"/>
                  </a:lnTo>
                  <a:lnTo>
                    <a:pt x="491394" y="1632302"/>
                  </a:lnTo>
                  <a:lnTo>
                    <a:pt x="489786" y="1635815"/>
                  </a:lnTo>
                  <a:lnTo>
                    <a:pt x="487748" y="1637767"/>
                  </a:lnTo>
                  <a:lnTo>
                    <a:pt x="486727" y="1641518"/>
                  </a:lnTo>
                  <a:lnTo>
                    <a:pt x="482382" y="1642488"/>
                  </a:lnTo>
                  <a:lnTo>
                    <a:pt x="482687" y="1638495"/>
                  </a:lnTo>
                  <a:lnTo>
                    <a:pt x="476172" y="1632327"/>
                  </a:lnTo>
                  <a:lnTo>
                    <a:pt x="475393" y="1627706"/>
                  </a:lnTo>
                  <a:lnTo>
                    <a:pt x="471977" y="1624806"/>
                  </a:lnTo>
                  <a:lnTo>
                    <a:pt x="467839" y="1623027"/>
                  </a:lnTo>
                  <a:lnTo>
                    <a:pt x="467068" y="1614773"/>
                  </a:lnTo>
                  <a:lnTo>
                    <a:pt x="463854" y="1606706"/>
                  </a:lnTo>
                  <a:lnTo>
                    <a:pt x="460573" y="1605261"/>
                  </a:lnTo>
                  <a:lnTo>
                    <a:pt x="457290" y="1605264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h22"/>
            <p:cNvSpPr/>
            <p:nvPr/>
          </p:nvSpPr>
          <p:spPr>
            <a:xfrm>
              <a:off x="1761469" y="4086663"/>
              <a:ext cx="487357" cy="1601096"/>
            </a:xfrm>
            <a:custGeom>
              <a:avLst/>
              <a:pathLst>
                <a:path w="487357" h="1601096">
                  <a:moveTo>
                    <a:pt x="457200" y="1600200"/>
                  </a:moveTo>
                  <a:lnTo>
                    <a:pt x="460821" y="1593235"/>
                  </a:lnTo>
                  <a:lnTo>
                    <a:pt x="466436" y="1587251"/>
                  </a:lnTo>
                  <a:lnTo>
                    <a:pt x="476247" y="1585861"/>
                  </a:lnTo>
                  <a:lnTo>
                    <a:pt x="479896" y="1584937"/>
                  </a:lnTo>
                  <a:lnTo>
                    <a:pt x="482555" y="1587612"/>
                  </a:lnTo>
                  <a:lnTo>
                    <a:pt x="487357" y="1587511"/>
                  </a:lnTo>
                  <a:lnTo>
                    <a:pt x="487331" y="1589629"/>
                  </a:lnTo>
                  <a:lnTo>
                    <a:pt x="483417" y="1593445"/>
                  </a:lnTo>
                  <a:lnTo>
                    <a:pt x="475318" y="1593382"/>
                  </a:lnTo>
                  <a:lnTo>
                    <a:pt x="466707" y="1593864"/>
                  </a:lnTo>
                  <a:lnTo>
                    <a:pt x="463831" y="1595954"/>
                  </a:lnTo>
                  <a:lnTo>
                    <a:pt x="460519" y="1601096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h23"/>
            <p:cNvSpPr/>
            <p:nvPr/>
          </p:nvSpPr>
          <p:spPr>
            <a:xfrm>
              <a:off x="1735864" y="4128156"/>
              <a:ext cx="463826" cy="1603652"/>
            </a:xfrm>
            <a:custGeom>
              <a:avLst/>
              <a:pathLst>
                <a:path w="463826" h="1603652">
                  <a:moveTo>
                    <a:pt x="457200" y="1600200"/>
                  </a:moveTo>
                  <a:lnTo>
                    <a:pt x="458950" y="1597235"/>
                  </a:lnTo>
                  <a:lnTo>
                    <a:pt x="461238" y="1592854"/>
                  </a:lnTo>
                  <a:lnTo>
                    <a:pt x="463826" y="1593719"/>
                  </a:lnTo>
                  <a:lnTo>
                    <a:pt x="463509" y="1598051"/>
                  </a:lnTo>
                  <a:lnTo>
                    <a:pt x="463514" y="1601781"/>
                  </a:lnTo>
                  <a:lnTo>
                    <a:pt x="462892" y="1603652"/>
                  </a:lnTo>
                  <a:lnTo>
                    <a:pt x="458585" y="1603324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h24"/>
            <p:cNvSpPr/>
            <p:nvPr/>
          </p:nvSpPr>
          <p:spPr>
            <a:xfrm>
              <a:off x="1701738" y="4113971"/>
              <a:ext cx="461361" cy="1605503"/>
            </a:xfrm>
            <a:custGeom>
              <a:avLst/>
              <a:pathLst>
                <a:path w="461361" h="1605503">
                  <a:moveTo>
                    <a:pt x="457200" y="1600200"/>
                  </a:moveTo>
                  <a:lnTo>
                    <a:pt x="458738" y="1598708"/>
                  </a:lnTo>
                  <a:lnTo>
                    <a:pt x="461187" y="1600744"/>
                  </a:lnTo>
                  <a:lnTo>
                    <a:pt x="461361" y="1603834"/>
                  </a:lnTo>
                  <a:lnTo>
                    <a:pt x="459406" y="1605503"/>
                  </a:lnTo>
                  <a:lnTo>
                    <a:pt x="457473" y="1603779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h25"/>
            <p:cNvSpPr/>
            <p:nvPr/>
          </p:nvSpPr>
          <p:spPr>
            <a:xfrm>
              <a:off x="1680856" y="4083263"/>
              <a:ext cx="467514" cy="1602931"/>
            </a:xfrm>
            <a:custGeom>
              <a:avLst/>
              <a:pathLst>
                <a:path w="467514" h="1602931">
                  <a:moveTo>
                    <a:pt x="457200" y="1600200"/>
                  </a:moveTo>
                  <a:lnTo>
                    <a:pt x="460820" y="1597900"/>
                  </a:lnTo>
                  <a:lnTo>
                    <a:pt x="463536" y="1598850"/>
                  </a:lnTo>
                  <a:lnTo>
                    <a:pt x="467514" y="1601276"/>
                  </a:lnTo>
                  <a:lnTo>
                    <a:pt x="465297" y="1602753"/>
                  </a:lnTo>
                  <a:lnTo>
                    <a:pt x="461287" y="1602315"/>
                  </a:lnTo>
                  <a:lnTo>
                    <a:pt x="456199" y="160293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h26"/>
            <p:cNvSpPr/>
            <p:nvPr/>
          </p:nvSpPr>
          <p:spPr>
            <a:xfrm>
              <a:off x="1589782" y="4194522"/>
              <a:ext cx="492737" cy="1603411"/>
            </a:xfrm>
            <a:custGeom>
              <a:avLst/>
              <a:pathLst>
                <a:path w="492737" h="1603411">
                  <a:moveTo>
                    <a:pt x="457199" y="1600200"/>
                  </a:moveTo>
                  <a:lnTo>
                    <a:pt x="458806" y="1591994"/>
                  </a:lnTo>
                  <a:lnTo>
                    <a:pt x="458685" y="1586737"/>
                  </a:lnTo>
                  <a:lnTo>
                    <a:pt x="460186" y="1583234"/>
                  </a:lnTo>
                  <a:lnTo>
                    <a:pt x="463831" y="1581067"/>
                  </a:lnTo>
                  <a:lnTo>
                    <a:pt x="468729" y="1575687"/>
                  </a:lnTo>
                  <a:lnTo>
                    <a:pt x="469758" y="1577998"/>
                  </a:lnTo>
                  <a:lnTo>
                    <a:pt x="470949" y="1582652"/>
                  </a:lnTo>
                  <a:lnTo>
                    <a:pt x="475848" y="1582280"/>
                  </a:lnTo>
                  <a:lnTo>
                    <a:pt x="480581" y="1577525"/>
                  </a:lnTo>
                  <a:lnTo>
                    <a:pt x="481928" y="1581727"/>
                  </a:lnTo>
                  <a:lnTo>
                    <a:pt x="487587" y="1590901"/>
                  </a:lnTo>
                  <a:lnTo>
                    <a:pt x="492737" y="1599397"/>
                  </a:lnTo>
                  <a:lnTo>
                    <a:pt x="490619" y="1602773"/>
                  </a:lnTo>
                  <a:lnTo>
                    <a:pt x="489346" y="1602702"/>
                  </a:lnTo>
                  <a:lnTo>
                    <a:pt x="484333" y="1597881"/>
                  </a:lnTo>
                  <a:lnTo>
                    <a:pt x="482064" y="1592304"/>
                  </a:lnTo>
                  <a:lnTo>
                    <a:pt x="477606" y="1591748"/>
                  </a:lnTo>
                  <a:lnTo>
                    <a:pt x="473524" y="1589939"/>
                  </a:lnTo>
                  <a:lnTo>
                    <a:pt x="471621" y="1592508"/>
                  </a:lnTo>
                  <a:lnTo>
                    <a:pt x="464440" y="1593053"/>
                  </a:lnTo>
                  <a:lnTo>
                    <a:pt x="462212" y="1596888"/>
                  </a:lnTo>
                  <a:lnTo>
                    <a:pt x="458250" y="160341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h27"/>
            <p:cNvSpPr/>
            <p:nvPr/>
          </p:nvSpPr>
          <p:spPr>
            <a:xfrm>
              <a:off x="1568153" y="4168057"/>
              <a:ext cx="480855" cy="1613360"/>
            </a:xfrm>
            <a:custGeom>
              <a:avLst/>
              <a:pathLst>
                <a:path w="480855" h="1613360">
                  <a:moveTo>
                    <a:pt x="457200" y="1600200"/>
                  </a:moveTo>
                  <a:lnTo>
                    <a:pt x="458649" y="1596813"/>
                  </a:lnTo>
                  <a:lnTo>
                    <a:pt x="462619" y="1594707"/>
                  </a:lnTo>
                  <a:lnTo>
                    <a:pt x="468369" y="1596185"/>
                  </a:lnTo>
                  <a:lnTo>
                    <a:pt x="474341" y="1592375"/>
                  </a:lnTo>
                  <a:lnTo>
                    <a:pt x="476687" y="1590602"/>
                  </a:lnTo>
                  <a:lnTo>
                    <a:pt x="480855" y="1591411"/>
                  </a:lnTo>
                  <a:lnTo>
                    <a:pt x="480534" y="1596213"/>
                  </a:lnTo>
                  <a:lnTo>
                    <a:pt x="475675" y="1601127"/>
                  </a:lnTo>
                  <a:lnTo>
                    <a:pt x="474683" y="1604510"/>
                  </a:lnTo>
                  <a:lnTo>
                    <a:pt x="470301" y="1602106"/>
                  </a:lnTo>
                  <a:lnTo>
                    <a:pt x="468413" y="1604251"/>
                  </a:lnTo>
                  <a:lnTo>
                    <a:pt x="470030" y="1609122"/>
                  </a:lnTo>
                  <a:lnTo>
                    <a:pt x="468896" y="1612544"/>
                  </a:lnTo>
                  <a:lnTo>
                    <a:pt x="464414" y="1610570"/>
                  </a:lnTo>
                  <a:lnTo>
                    <a:pt x="461772" y="1611163"/>
                  </a:lnTo>
                  <a:lnTo>
                    <a:pt x="458964" y="1613360"/>
                  </a:lnTo>
                  <a:lnTo>
                    <a:pt x="458019" y="160768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h28"/>
            <p:cNvSpPr/>
            <p:nvPr/>
          </p:nvSpPr>
          <p:spPr>
            <a:xfrm>
              <a:off x="1555048" y="3950169"/>
              <a:ext cx="469249" cy="1605831"/>
            </a:xfrm>
            <a:custGeom>
              <a:avLst/>
              <a:pathLst>
                <a:path w="469249" h="1605831">
                  <a:moveTo>
                    <a:pt x="457200" y="1600200"/>
                  </a:moveTo>
                  <a:lnTo>
                    <a:pt x="457816" y="1595831"/>
                  </a:lnTo>
                  <a:lnTo>
                    <a:pt x="461989" y="1592954"/>
                  </a:lnTo>
                  <a:lnTo>
                    <a:pt x="468562" y="1588405"/>
                  </a:lnTo>
                  <a:lnTo>
                    <a:pt x="469249" y="1590851"/>
                  </a:lnTo>
                  <a:lnTo>
                    <a:pt x="463307" y="1603851"/>
                  </a:lnTo>
                  <a:lnTo>
                    <a:pt x="460855" y="1605632"/>
                  </a:lnTo>
                  <a:lnTo>
                    <a:pt x="457357" y="160583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h29"/>
            <p:cNvSpPr/>
            <p:nvPr/>
          </p:nvSpPr>
          <p:spPr>
            <a:xfrm>
              <a:off x="1549332" y="4174638"/>
              <a:ext cx="460418" cy="1604037"/>
            </a:xfrm>
            <a:custGeom>
              <a:avLst/>
              <a:pathLst>
                <a:path w="460418" h="1604037">
                  <a:moveTo>
                    <a:pt x="457200" y="1600200"/>
                  </a:moveTo>
                  <a:lnTo>
                    <a:pt x="459513" y="1599914"/>
                  </a:lnTo>
                  <a:lnTo>
                    <a:pt x="460418" y="1600043"/>
                  </a:lnTo>
                  <a:lnTo>
                    <a:pt x="460090" y="1604037"/>
                  </a:lnTo>
                  <a:lnTo>
                    <a:pt x="456443" y="160272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h30"/>
            <p:cNvSpPr/>
            <p:nvPr/>
          </p:nvSpPr>
          <p:spPr>
            <a:xfrm>
              <a:off x="1540166" y="4172383"/>
              <a:ext cx="462970" cy="1603531"/>
            </a:xfrm>
            <a:custGeom>
              <a:avLst/>
              <a:pathLst>
                <a:path w="462970" h="1603531">
                  <a:moveTo>
                    <a:pt x="457200" y="1600200"/>
                  </a:moveTo>
                  <a:lnTo>
                    <a:pt x="462970" y="1598801"/>
                  </a:lnTo>
                  <a:lnTo>
                    <a:pt x="461885" y="1603028"/>
                  </a:lnTo>
                  <a:lnTo>
                    <a:pt x="457496" y="160353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h31"/>
            <p:cNvSpPr/>
            <p:nvPr/>
          </p:nvSpPr>
          <p:spPr>
            <a:xfrm>
              <a:off x="1502746" y="4220017"/>
              <a:ext cx="474462" cy="1611600"/>
            </a:xfrm>
            <a:custGeom>
              <a:avLst/>
              <a:pathLst>
                <a:path w="474462" h="1611600">
                  <a:moveTo>
                    <a:pt x="457200" y="1600200"/>
                  </a:moveTo>
                  <a:lnTo>
                    <a:pt x="466148" y="1604570"/>
                  </a:lnTo>
                  <a:lnTo>
                    <a:pt x="474462" y="1607847"/>
                  </a:lnTo>
                  <a:lnTo>
                    <a:pt x="473028" y="1610027"/>
                  </a:lnTo>
                  <a:lnTo>
                    <a:pt x="470399" y="1611600"/>
                  </a:lnTo>
                  <a:lnTo>
                    <a:pt x="465497" y="1609732"/>
                  </a:lnTo>
                  <a:lnTo>
                    <a:pt x="460301" y="1609381"/>
                  </a:lnTo>
                  <a:lnTo>
                    <a:pt x="456742" y="1605814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h32"/>
            <p:cNvSpPr/>
            <p:nvPr/>
          </p:nvSpPr>
          <p:spPr>
            <a:xfrm>
              <a:off x="1408602" y="4245405"/>
              <a:ext cx="485917" cy="1601757"/>
            </a:xfrm>
            <a:custGeom>
              <a:avLst/>
              <a:pathLst>
                <a:path w="485917" h="1601757">
                  <a:moveTo>
                    <a:pt x="457200" y="1600200"/>
                  </a:moveTo>
                  <a:lnTo>
                    <a:pt x="461817" y="1598290"/>
                  </a:lnTo>
                  <a:lnTo>
                    <a:pt x="468262" y="1596401"/>
                  </a:lnTo>
                  <a:lnTo>
                    <a:pt x="473060" y="1595729"/>
                  </a:lnTo>
                  <a:lnTo>
                    <a:pt x="477625" y="1595794"/>
                  </a:lnTo>
                  <a:lnTo>
                    <a:pt x="481905" y="1592046"/>
                  </a:lnTo>
                  <a:lnTo>
                    <a:pt x="483846" y="1590305"/>
                  </a:lnTo>
                  <a:lnTo>
                    <a:pt x="485917" y="1590597"/>
                  </a:lnTo>
                  <a:lnTo>
                    <a:pt x="484125" y="1594724"/>
                  </a:lnTo>
                  <a:lnTo>
                    <a:pt x="479400" y="1600790"/>
                  </a:lnTo>
                  <a:lnTo>
                    <a:pt x="474860" y="1599719"/>
                  </a:lnTo>
                  <a:lnTo>
                    <a:pt x="468003" y="1601479"/>
                  </a:lnTo>
                  <a:lnTo>
                    <a:pt x="458784" y="1601757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h33"/>
            <p:cNvSpPr/>
            <p:nvPr/>
          </p:nvSpPr>
          <p:spPr>
            <a:xfrm>
              <a:off x="1392972" y="4234868"/>
              <a:ext cx="480394" cy="1610558"/>
            </a:xfrm>
            <a:custGeom>
              <a:avLst/>
              <a:pathLst>
                <a:path w="480394" h="1610558">
                  <a:moveTo>
                    <a:pt x="457200" y="1600200"/>
                  </a:moveTo>
                  <a:lnTo>
                    <a:pt x="460714" y="1598133"/>
                  </a:lnTo>
                  <a:lnTo>
                    <a:pt x="463837" y="1598802"/>
                  </a:lnTo>
                  <a:lnTo>
                    <a:pt x="472188" y="1593937"/>
                  </a:lnTo>
                  <a:lnTo>
                    <a:pt x="477206" y="1594573"/>
                  </a:lnTo>
                  <a:lnTo>
                    <a:pt x="480394" y="1601326"/>
                  </a:lnTo>
                  <a:lnTo>
                    <a:pt x="474684" y="1606465"/>
                  </a:lnTo>
                  <a:lnTo>
                    <a:pt x="466590" y="1608638"/>
                  </a:lnTo>
                  <a:lnTo>
                    <a:pt x="463453" y="1610558"/>
                  </a:lnTo>
                  <a:lnTo>
                    <a:pt x="462564" y="1608736"/>
                  </a:lnTo>
                  <a:lnTo>
                    <a:pt x="457581" y="1609543"/>
                  </a:lnTo>
                  <a:lnTo>
                    <a:pt x="455402" y="1604176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h34"/>
            <p:cNvSpPr/>
            <p:nvPr/>
          </p:nvSpPr>
          <p:spPr>
            <a:xfrm>
              <a:off x="1370329" y="3833266"/>
              <a:ext cx="510944" cy="1634089"/>
            </a:xfrm>
            <a:custGeom>
              <a:avLst/>
              <a:pathLst>
                <a:path w="510944" h="1634089">
                  <a:moveTo>
                    <a:pt x="457200" y="1600200"/>
                  </a:moveTo>
                  <a:lnTo>
                    <a:pt x="460647" y="1598357"/>
                  </a:lnTo>
                  <a:lnTo>
                    <a:pt x="466531" y="1599133"/>
                  </a:lnTo>
                  <a:lnTo>
                    <a:pt x="471449" y="1600879"/>
                  </a:lnTo>
                  <a:lnTo>
                    <a:pt x="474191" y="1601504"/>
                  </a:lnTo>
                  <a:lnTo>
                    <a:pt x="475247" y="1599017"/>
                  </a:lnTo>
                  <a:lnTo>
                    <a:pt x="474695" y="1597684"/>
                  </a:lnTo>
                  <a:lnTo>
                    <a:pt x="478516" y="1594252"/>
                  </a:lnTo>
                  <a:lnTo>
                    <a:pt x="481257" y="1595126"/>
                  </a:lnTo>
                  <a:lnTo>
                    <a:pt x="483426" y="1592548"/>
                  </a:lnTo>
                  <a:lnTo>
                    <a:pt x="485236" y="1590925"/>
                  </a:lnTo>
                  <a:lnTo>
                    <a:pt x="488462" y="1593587"/>
                  </a:lnTo>
                  <a:lnTo>
                    <a:pt x="492381" y="1591798"/>
                  </a:lnTo>
                  <a:lnTo>
                    <a:pt x="495228" y="1588936"/>
                  </a:lnTo>
                  <a:lnTo>
                    <a:pt x="496231" y="1593661"/>
                  </a:lnTo>
                  <a:lnTo>
                    <a:pt x="497903" y="1597028"/>
                  </a:lnTo>
                  <a:lnTo>
                    <a:pt x="502447" y="1595932"/>
                  </a:lnTo>
                  <a:lnTo>
                    <a:pt x="508073" y="1599907"/>
                  </a:lnTo>
                  <a:lnTo>
                    <a:pt x="506603" y="1603471"/>
                  </a:lnTo>
                  <a:lnTo>
                    <a:pt x="507567" y="1606102"/>
                  </a:lnTo>
                  <a:lnTo>
                    <a:pt x="506266" y="1608259"/>
                  </a:lnTo>
                  <a:lnTo>
                    <a:pt x="507744" y="1611036"/>
                  </a:lnTo>
                  <a:lnTo>
                    <a:pt x="506267" y="1614754"/>
                  </a:lnTo>
                  <a:lnTo>
                    <a:pt x="508264" y="1618039"/>
                  </a:lnTo>
                  <a:lnTo>
                    <a:pt x="510944" y="1622700"/>
                  </a:lnTo>
                  <a:lnTo>
                    <a:pt x="509318" y="1625536"/>
                  </a:lnTo>
                  <a:lnTo>
                    <a:pt x="505592" y="1626796"/>
                  </a:lnTo>
                  <a:lnTo>
                    <a:pt x="503817" y="1625490"/>
                  </a:lnTo>
                  <a:lnTo>
                    <a:pt x="501151" y="1627255"/>
                  </a:lnTo>
                  <a:lnTo>
                    <a:pt x="497498" y="1626740"/>
                  </a:lnTo>
                  <a:lnTo>
                    <a:pt x="494363" y="1628527"/>
                  </a:lnTo>
                  <a:lnTo>
                    <a:pt x="494107" y="1632724"/>
                  </a:lnTo>
                  <a:lnTo>
                    <a:pt x="490889" y="1634089"/>
                  </a:lnTo>
                  <a:lnTo>
                    <a:pt x="488773" y="1629782"/>
                  </a:lnTo>
                  <a:lnTo>
                    <a:pt x="486272" y="1627694"/>
                  </a:lnTo>
                  <a:lnTo>
                    <a:pt x="481915" y="1626671"/>
                  </a:lnTo>
                  <a:lnTo>
                    <a:pt x="477621" y="1624050"/>
                  </a:lnTo>
                  <a:lnTo>
                    <a:pt x="474025" y="1621284"/>
                  </a:lnTo>
                  <a:lnTo>
                    <a:pt x="470102" y="1617315"/>
                  </a:lnTo>
                  <a:lnTo>
                    <a:pt x="466562" y="1615371"/>
                  </a:lnTo>
                  <a:lnTo>
                    <a:pt x="462221" y="1611282"/>
                  </a:lnTo>
                  <a:lnTo>
                    <a:pt x="459258" y="1609175"/>
                  </a:lnTo>
                  <a:lnTo>
                    <a:pt x="459301" y="160520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h35"/>
            <p:cNvSpPr/>
            <p:nvPr/>
          </p:nvSpPr>
          <p:spPr>
            <a:xfrm>
              <a:off x="1332056" y="4284901"/>
              <a:ext cx="517439" cy="1606493"/>
            </a:xfrm>
            <a:custGeom>
              <a:avLst/>
              <a:pathLst>
                <a:path w="517439" h="1606493">
                  <a:moveTo>
                    <a:pt x="457200" y="1600200"/>
                  </a:moveTo>
                  <a:lnTo>
                    <a:pt x="460655" y="1597116"/>
                  </a:lnTo>
                  <a:lnTo>
                    <a:pt x="464253" y="1597170"/>
                  </a:lnTo>
                  <a:lnTo>
                    <a:pt x="468992" y="1594421"/>
                  </a:lnTo>
                  <a:lnTo>
                    <a:pt x="472046" y="1594234"/>
                  </a:lnTo>
                  <a:lnTo>
                    <a:pt x="475249" y="1592730"/>
                  </a:lnTo>
                  <a:lnTo>
                    <a:pt x="478472" y="1590059"/>
                  </a:lnTo>
                  <a:lnTo>
                    <a:pt x="480329" y="1588456"/>
                  </a:lnTo>
                  <a:lnTo>
                    <a:pt x="479517" y="1584751"/>
                  </a:lnTo>
                  <a:lnTo>
                    <a:pt x="481422" y="1583153"/>
                  </a:lnTo>
                  <a:lnTo>
                    <a:pt x="482718" y="1581137"/>
                  </a:lnTo>
                  <a:lnTo>
                    <a:pt x="483841" y="1578449"/>
                  </a:lnTo>
                  <a:lnTo>
                    <a:pt x="485139" y="1575437"/>
                  </a:lnTo>
                  <a:lnTo>
                    <a:pt x="482029" y="1572165"/>
                  </a:lnTo>
                  <a:lnTo>
                    <a:pt x="480567" y="1570227"/>
                  </a:lnTo>
                  <a:lnTo>
                    <a:pt x="480670" y="1567600"/>
                  </a:lnTo>
                  <a:lnTo>
                    <a:pt x="484575" y="1562816"/>
                  </a:lnTo>
                  <a:lnTo>
                    <a:pt x="489853" y="1560479"/>
                  </a:lnTo>
                  <a:lnTo>
                    <a:pt x="494588" y="1559182"/>
                  </a:lnTo>
                  <a:lnTo>
                    <a:pt x="497945" y="1559578"/>
                  </a:lnTo>
                  <a:lnTo>
                    <a:pt x="499834" y="1563377"/>
                  </a:lnTo>
                  <a:lnTo>
                    <a:pt x="502502" y="1566005"/>
                  </a:lnTo>
                  <a:lnTo>
                    <a:pt x="504992" y="1564144"/>
                  </a:lnTo>
                  <a:lnTo>
                    <a:pt x="507793" y="1561316"/>
                  </a:lnTo>
                  <a:lnTo>
                    <a:pt x="510945" y="1563243"/>
                  </a:lnTo>
                  <a:lnTo>
                    <a:pt x="512289" y="1562791"/>
                  </a:lnTo>
                  <a:lnTo>
                    <a:pt x="514131" y="1562170"/>
                  </a:lnTo>
                  <a:lnTo>
                    <a:pt x="517439" y="1564348"/>
                  </a:lnTo>
                  <a:lnTo>
                    <a:pt x="514463" y="1566328"/>
                  </a:lnTo>
                  <a:lnTo>
                    <a:pt x="512732" y="1567477"/>
                  </a:lnTo>
                  <a:lnTo>
                    <a:pt x="511308" y="1569932"/>
                  </a:lnTo>
                  <a:lnTo>
                    <a:pt x="508922" y="1570200"/>
                  </a:lnTo>
                  <a:lnTo>
                    <a:pt x="505932" y="1573903"/>
                  </a:lnTo>
                  <a:lnTo>
                    <a:pt x="508259" y="1575588"/>
                  </a:lnTo>
                  <a:lnTo>
                    <a:pt x="513067" y="1572782"/>
                  </a:lnTo>
                  <a:lnTo>
                    <a:pt x="516037" y="1571879"/>
                  </a:lnTo>
                  <a:lnTo>
                    <a:pt x="516549" y="1573694"/>
                  </a:lnTo>
                  <a:lnTo>
                    <a:pt x="515050" y="1579895"/>
                  </a:lnTo>
                  <a:lnTo>
                    <a:pt x="511389" y="1580918"/>
                  </a:lnTo>
                  <a:lnTo>
                    <a:pt x="508719" y="1583085"/>
                  </a:lnTo>
                  <a:lnTo>
                    <a:pt x="504371" y="1584910"/>
                  </a:lnTo>
                  <a:lnTo>
                    <a:pt x="502093" y="1588456"/>
                  </a:lnTo>
                  <a:lnTo>
                    <a:pt x="499537" y="1591742"/>
                  </a:lnTo>
                  <a:lnTo>
                    <a:pt x="496878" y="1594354"/>
                  </a:lnTo>
                  <a:lnTo>
                    <a:pt x="493596" y="1597091"/>
                  </a:lnTo>
                  <a:lnTo>
                    <a:pt x="489099" y="1597380"/>
                  </a:lnTo>
                  <a:lnTo>
                    <a:pt x="485056" y="1597019"/>
                  </a:lnTo>
                  <a:lnTo>
                    <a:pt x="482232" y="1597010"/>
                  </a:lnTo>
                  <a:lnTo>
                    <a:pt x="479052" y="1597486"/>
                  </a:lnTo>
                  <a:lnTo>
                    <a:pt x="474613" y="1600240"/>
                  </a:lnTo>
                  <a:lnTo>
                    <a:pt x="473999" y="1602146"/>
                  </a:lnTo>
                  <a:lnTo>
                    <a:pt x="470176" y="1602030"/>
                  </a:lnTo>
                  <a:lnTo>
                    <a:pt x="467617" y="1605773"/>
                  </a:lnTo>
                  <a:lnTo>
                    <a:pt x="465854" y="1604999"/>
                  </a:lnTo>
                  <a:lnTo>
                    <a:pt x="462914" y="1606493"/>
                  </a:lnTo>
                  <a:lnTo>
                    <a:pt x="458581" y="1604465"/>
                  </a:lnTo>
                  <a:lnTo>
                    <a:pt x="455038" y="1601729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h36"/>
            <p:cNvSpPr/>
            <p:nvPr/>
          </p:nvSpPr>
          <p:spPr>
            <a:xfrm>
              <a:off x="1394315" y="3471272"/>
              <a:ext cx="1644424" cy="2353870"/>
            </a:xfrm>
            <a:custGeom>
              <a:avLst/>
              <a:pathLst>
                <a:path w="1644424" h="2353870">
                  <a:moveTo>
                    <a:pt x="457200" y="1600200"/>
                  </a:moveTo>
                  <a:lnTo>
                    <a:pt x="461419" y="1596051"/>
                  </a:lnTo>
                  <a:lnTo>
                    <a:pt x="469842" y="1592877"/>
                  </a:lnTo>
                  <a:lnTo>
                    <a:pt x="479426" y="1587561"/>
                  </a:lnTo>
                  <a:lnTo>
                    <a:pt x="492996" y="1578121"/>
                  </a:lnTo>
                  <a:lnTo>
                    <a:pt x="511738" y="1567286"/>
                  </a:lnTo>
                  <a:lnTo>
                    <a:pt x="527578" y="1559224"/>
                  </a:lnTo>
                  <a:lnTo>
                    <a:pt x="542037" y="1553935"/>
                  </a:lnTo>
                  <a:lnTo>
                    <a:pt x="552140" y="1551279"/>
                  </a:lnTo>
                  <a:lnTo>
                    <a:pt x="565431" y="1551880"/>
                  </a:lnTo>
                  <a:lnTo>
                    <a:pt x="570328" y="1554547"/>
                  </a:lnTo>
                  <a:lnTo>
                    <a:pt x="567083" y="1558201"/>
                  </a:lnTo>
                  <a:lnTo>
                    <a:pt x="565071" y="1562105"/>
                  </a:lnTo>
                  <a:lnTo>
                    <a:pt x="563044" y="1565091"/>
                  </a:lnTo>
                  <a:lnTo>
                    <a:pt x="563108" y="1570490"/>
                  </a:lnTo>
                  <a:lnTo>
                    <a:pt x="562961" y="1573642"/>
                  </a:lnTo>
                  <a:lnTo>
                    <a:pt x="560825" y="1575751"/>
                  </a:lnTo>
                  <a:lnTo>
                    <a:pt x="560817" y="1578043"/>
                  </a:lnTo>
                  <a:lnTo>
                    <a:pt x="562937" y="1584230"/>
                  </a:lnTo>
                  <a:lnTo>
                    <a:pt x="565257" y="1587120"/>
                  </a:lnTo>
                  <a:lnTo>
                    <a:pt x="570122" y="1585830"/>
                  </a:lnTo>
                  <a:lnTo>
                    <a:pt x="573047" y="1586097"/>
                  </a:lnTo>
                  <a:lnTo>
                    <a:pt x="578242" y="1588204"/>
                  </a:lnTo>
                  <a:lnTo>
                    <a:pt x="581867" y="1587335"/>
                  </a:lnTo>
                  <a:lnTo>
                    <a:pt x="587778" y="1586889"/>
                  </a:lnTo>
                  <a:lnTo>
                    <a:pt x="590578" y="1590429"/>
                  </a:lnTo>
                  <a:lnTo>
                    <a:pt x="595335" y="1590123"/>
                  </a:lnTo>
                  <a:lnTo>
                    <a:pt x="597451" y="1591419"/>
                  </a:lnTo>
                  <a:lnTo>
                    <a:pt x="602262" y="1588606"/>
                  </a:lnTo>
                  <a:lnTo>
                    <a:pt x="609144" y="1592691"/>
                  </a:lnTo>
                  <a:lnTo>
                    <a:pt x="610834" y="1589411"/>
                  </a:lnTo>
                  <a:lnTo>
                    <a:pt x="615071" y="1582848"/>
                  </a:lnTo>
                  <a:lnTo>
                    <a:pt x="616865" y="1578774"/>
                  </a:lnTo>
                  <a:lnTo>
                    <a:pt x="618460" y="1577370"/>
                  </a:lnTo>
                  <a:lnTo>
                    <a:pt x="621815" y="1578013"/>
                  </a:lnTo>
                  <a:lnTo>
                    <a:pt x="622182" y="1580105"/>
                  </a:lnTo>
                  <a:lnTo>
                    <a:pt x="625017" y="1581064"/>
                  </a:lnTo>
                  <a:lnTo>
                    <a:pt x="629946" y="1579725"/>
                  </a:lnTo>
                  <a:lnTo>
                    <a:pt x="627974" y="1574334"/>
                  </a:lnTo>
                  <a:lnTo>
                    <a:pt x="622684" y="1570583"/>
                  </a:lnTo>
                  <a:lnTo>
                    <a:pt x="616845" y="1568437"/>
                  </a:lnTo>
                  <a:lnTo>
                    <a:pt x="614052" y="1568332"/>
                  </a:lnTo>
                  <a:lnTo>
                    <a:pt x="608648" y="1571112"/>
                  </a:lnTo>
                  <a:lnTo>
                    <a:pt x="610352" y="1563956"/>
                  </a:lnTo>
                  <a:lnTo>
                    <a:pt x="610314" y="1560528"/>
                  </a:lnTo>
                  <a:lnTo>
                    <a:pt x="605438" y="1552910"/>
                  </a:lnTo>
                  <a:lnTo>
                    <a:pt x="604124" y="1548527"/>
                  </a:lnTo>
                  <a:lnTo>
                    <a:pt x="600277" y="1545710"/>
                  </a:lnTo>
                  <a:lnTo>
                    <a:pt x="596853" y="1544436"/>
                  </a:lnTo>
                  <a:lnTo>
                    <a:pt x="594570" y="1536544"/>
                  </a:lnTo>
                  <a:lnTo>
                    <a:pt x="595809" y="1533678"/>
                  </a:lnTo>
                  <a:lnTo>
                    <a:pt x="598711" y="1530797"/>
                  </a:lnTo>
                  <a:lnTo>
                    <a:pt x="598824" y="1528850"/>
                  </a:lnTo>
                  <a:lnTo>
                    <a:pt x="595100" y="1527409"/>
                  </a:lnTo>
                  <a:lnTo>
                    <a:pt x="590323" y="1527535"/>
                  </a:lnTo>
                  <a:lnTo>
                    <a:pt x="586690" y="1524717"/>
                  </a:lnTo>
                  <a:lnTo>
                    <a:pt x="580327" y="1522132"/>
                  </a:lnTo>
                  <a:lnTo>
                    <a:pt x="573890" y="1519477"/>
                  </a:lnTo>
                  <a:lnTo>
                    <a:pt x="571485" y="1518132"/>
                  </a:lnTo>
                  <a:lnTo>
                    <a:pt x="571254" y="1511445"/>
                  </a:lnTo>
                  <a:lnTo>
                    <a:pt x="569516" y="1497615"/>
                  </a:lnTo>
                  <a:lnTo>
                    <a:pt x="566700" y="1487376"/>
                  </a:lnTo>
                  <a:lnTo>
                    <a:pt x="562754" y="1481313"/>
                  </a:lnTo>
                  <a:lnTo>
                    <a:pt x="557180" y="1475807"/>
                  </a:lnTo>
                  <a:lnTo>
                    <a:pt x="546525" y="1460858"/>
                  </a:lnTo>
                  <a:lnTo>
                    <a:pt x="541746" y="1454017"/>
                  </a:lnTo>
                  <a:lnTo>
                    <a:pt x="540814" y="1453308"/>
                  </a:lnTo>
                  <a:lnTo>
                    <a:pt x="534989" y="1448843"/>
                  </a:lnTo>
                  <a:lnTo>
                    <a:pt x="531196" y="1447024"/>
                  </a:lnTo>
                  <a:lnTo>
                    <a:pt x="529260" y="1444699"/>
                  </a:lnTo>
                  <a:lnTo>
                    <a:pt x="527540" y="1439090"/>
                  </a:lnTo>
                  <a:lnTo>
                    <a:pt x="523393" y="1433963"/>
                  </a:lnTo>
                  <a:lnTo>
                    <a:pt x="517689" y="1430147"/>
                  </a:lnTo>
                  <a:lnTo>
                    <a:pt x="512659" y="1429143"/>
                  </a:lnTo>
                  <a:lnTo>
                    <a:pt x="518590" y="1425466"/>
                  </a:lnTo>
                  <a:lnTo>
                    <a:pt x="524533" y="1423888"/>
                  </a:lnTo>
                  <a:lnTo>
                    <a:pt x="526254" y="1418854"/>
                  </a:lnTo>
                  <a:lnTo>
                    <a:pt x="528271" y="1412958"/>
                  </a:lnTo>
                  <a:lnTo>
                    <a:pt x="530123" y="1405676"/>
                  </a:lnTo>
                  <a:lnTo>
                    <a:pt x="530905" y="1395991"/>
                  </a:lnTo>
                  <a:lnTo>
                    <a:pt x="537115" y="1397191"/>
                  </a:lnTo>
                  <a:lnTo>
                    <a:pt x="545369" y="1399150"/>
                  </a:lnTo>
                  <a:lnTo>
                    <a:pt x="557197" y="1398836"/>
                  </a:lnTo>
                  <a:lnTo>
                    <a:pt x="566696" y="1397633"/>
                  </a:lnTo>
                  <a:lnTo>
                    <a:pt x="572521" y="1397414"/>
                  </a:lnTo>
                  <a:lnTo>
                    <a:pt x="579875" y="1393554"/>
                  </a:lnTo>
                  <a:lnTo>
                    <a:pt x="588149" y="1386207"/>
                  </a:lnTo>
                  <a:lnTo>
                    <a:pt x="596290" y="1374919"/>
                  </a:lnTo>
                  <a:lnTo>
                    <a:pt x="599099" y="1366955"/>
                  </a:lnTo>
                  <a:lnTo>
                    <a:pt x="600418" y="1355005"/>
                  </a:lnTo>
                  <a:lnTo>
                    <a:pt x="602935" y="1346963"/>
                  </a:lnTo>
                  <a:lnTo>
                    <a:pt x="605241" y="1341370"/>
                  </a:lnTo>
                  <a:lnTo>
                    <a:pt x="610023" y="1334919"/>
                  </a:lnTo>
                  <a:lnTo>
                    <a:pt x="616905" y="1324171"/>
                  </a:lnTo>
                  <a:lnTo>
                    <a:pt x="621612" y="1317686"/>
                  </a:lnTo>
                  <a:lnTo>
                    <a:pt x="630799" y="1310115"/>
                  </a:lnTo>
                  <a:lnTo>
                    <a:pt x="636500" y="1312239"/>
                  </a:lnTo>
                  <a:lnTo>
                    <a:pt x="642267" y="1312999"/>
                  </a:lnTo>
                  <a:lnTo>
                    <a:pt x="652107" y="1308284"/>
                  </a:lnTo>
                  <a:lnTo>
                    <a:pt x="664807" y="1296888"/>
                  </a:lnTo>
                  <a:lnTo>
                    <a:pt x="672266" y="1287506"/>
                  </a:lnTo>
                  <a:lnTo>
                    <a:pt x="676961" y="1281895"/>
                  </a:lnTo>
                  <a:lnTo>
                    <a:pt x="686531" y="1276870"/>
                  </a:lnTo>
                  <a:lnTo>
                    <a:pt x="687393" y="1280668"/>
                  </a:lnTo>
                  <a:lnTo>
                    <a:pt x="692366" y="1282407"/>
                  </a:lnTo>
                  <a:lnTo>
                    <a:pt x="697800" y="1282320"/>
                  </a:lnTo>
                  <a:lnTo>
                    <a:pt x="701914" y="1280745"/>
                  </a:lnTo>
                  <a:lnTo>
                    <a:pt x="708431" y="1279965"/>
                  </a:lnTo>
                  <a:lnTo>
                    <a:pt x="713674" y="1277124"/>
                  </a:lnTo>
                  <a:lnTo>
                    <a:pt x="720655" y="1270503"/>
                  </a:lnTo>
                  <a:lnTo>
                    <a:pt x="725652" y="1262710"/>
                  </a:lnTo>
                  <a:lnTo>
                    <a:pt x="731133" y="1253242"/>
                  </a:lnTo>
                  <a:lnTo>
                    <a:pt x="733069" y="1250129"/>
                  </a:lnTo>
                  <a:lnTo>
                    <a:pt x="737771" y="1245760"/>
                  </a:lnTo>
                  <a:lnTo>
                    <a:pt x="738379" y="1249412"/>
                  </a:lnTo>
                  <a:lnTo>
                    <a:pt x="742523" y="1251690"/>
                  </a:lnTo>
                  <a:lnTo>
                    <a:pt x="746983" y="1252700"/>
                  </a:lnTo>
                  <a:lnTo>
                    <a:pt x="747475" y="1256449"/>
                  </a:lnTo>
                  <a:lnTo>
                    <a:pt x="750344" y="1255759"/>
                  </a:lnTo>
                  <a:lnTo>
                    <a:pt x="756202" y="1256939"/>
                  </a:lnTo>
                  <a:lnTo>
                    <a:pt x="757430" y="1261454"/>
                  </a:lnTo>
                  <a:lnTo>
                    <a:pt x="757161" y="1263729"/>
                  </a:lnTo>
                  <a:lnTo>
                    <a:pt x="753807" y="1266952"/>
                  </a:lnTo>
                  <a:lnTo>
                    <a:pt x="752684" y="1269240"/>
                  </a:lnTo>
                  <a:lnTo>
                    <a:pt x="748992" y="1270722"/>
                  </a:lnTo>
                  <a:lnTo>
                    <a:pt x="748415" y="1273757"/>
                  </a:lnTo>
                  <a:lnTo>
                    <a:pt x="749399" y="1278011"/>
                  </a:lnTo>
                  <a:lnTo>
                    <a:pt x="753136" y="1279283"/>
                  </a:lnTo>
                  <a:lnTo>
                    <a:pt x="756822" y="1278099"/>
                  </a:lnTo>
                  <a:lnTo>
                    <a:pt x="757956" y="1275531"/>
                  </a:lnTo>
                  <a:lnTo>
                    <a:pt x="757459" y="1271992"/>
                  </a:lnTo>
                  <a:lnTo>
                    <a:pt x="760376" y="1268380"/>
                  </a:lnTo>
                  <a:lnTo>
                    <a:pt x="762377" y="1262764"/>
                  </a:lnTo>
                  <a:lnTo>
                    <a:pt x="766280" y="1258273"/>
                  </a:lnTo>
                  <a:lnTo>
                    <a:pt x="768537" y="1259409"/>
                  </a:lnTo>
                  <a:lnTo>
                    <a:pt x="775503" y="1266777"/>
                  </a:lnTo>
                  <a:lnTo>
                    <a:pt x="774991" y="1271028"/>
                  </a:lnTo>
                  <a:lnTo>
                    <a:pt x="775718" y="1278563"/>
                  </a:lnTo>
                  <a:lnTo>
                    <a:pt x="778488" y="1278056"/>
                  </a:lnTo>
                  <a:lnTo>
                    <a:pt x="781220" y="1278525"/>
                  </a:lnTo>
                  <a:lnTo>
                    <a:pt x="784428" y="1281142"/>
                  </a:lnTo>
                  <a:lnTo>
                    <a:pt x="788957" y="1273844"/>
                  </a:lnTo>
                  <a:lnTo>
                    <a:pt x="793318" y="1273685"/>
                  </a:lnTo>
                  <a:lnTo>
                    <a:pt x="797979" y="1272903"/>
                  </a:lnTo>
                  <a:lnTo>
                    <a:pt x="801581" y="1270521"/>
                  </a:lnTo>
                  <a:lnTo>
                    <a:pt x="805272" y="1270829"/>
                  </a:lnTo>
                  <a:lnTo>
                    <a:pt x="808143" y="1272486"/>
                  </a:lnTo>
                  <a:lnTo>
                    <a:pt x="812182" y="1272250"/>
                  </a:lnTo>
                  <a:lnTo>
                    <a:pt x="817556" y="1273278"/>
                  </a:lnTo>
                  <a:lnTo>
                    <a:pt x="821549" y="1275112"/>
                  </a:lnTo>
                  <a:lnTo>
                    <a:pt x="822222" y="1276950"/>
                  </a:lnTo>
                  <a:lnTo>
                    <a:pt x="819300" y="1280541"/>
                  </a:lnTo>
                  <a:lnTo>
                    <a:pt x="819342" y="1283563"/>
                  </a:lnTo>
                  <a:lnTo>
                    <a:pt x="816997" y="1284703"/>
                  </a:lnTo>
                  <a:lnTo>
                    <a:pt x="817938" y="1288952"/>
                  </a:lnTo>
                  <a:lnTo>
                    <a:pt x="820679" y="1289642"/>
                  </a:lnTo>
                  <a:lnTo>
                    <a:pt x="825031" y="1290368"/>
                  </a:lnTo>
                  <a:lnTo>
                    <a:pt x="827125" y="1291539"/>
                  </a:lnTo>
                  <a:lnTo>
                    <a:pt x="832680" y="1291963"/>
                  </a:lnTo>
                  <a:lnTo>
                    <a:pt x="832088" y="1294901"/>
                  </a:lnTo>
                  <a:lnTo>
                    <a:pt x="832193" y="1299263"/>
                  </a:lnTo>
                  <a:lnTo>
                    <a:pt x="836894" y="1299083"/>
                  </a:lnTo>
                  <a:lnTo>
                    <a:pt x="841120" y="1300580"/>
                  </a:lnTo>
                  <a:lnTo>
                    <a:pt x="843654" y="1301925"/>
                  </a:lnTo>
                  <a:lnTo>
                    <a:pt x="846512" y="1297800"/>
                  </a:lnTo>
                  <a:lnTo>
                    <a:pt x="848724" y="1295776"/>
                  </a:lnTo>
                  <a:lnTo>
                    <a:pt x="851048" y="1295339"/>
                  </a:lnTo>
                  <a:lnTo>
                    <a:pt x="855515" y="1293587"/>
                  </a:lnTo>
                  <a:lnTo>
                    <a:pt x="858452" y="1294638"/>
                  </a:lnTo>
                  <a:lnTo>
                    <a:pt x="860883" y="1297006"/>
                  </a:lnTo>
                  <a:lnTo>
                    <a:pt x="865301" y="1295056"/>
                  </a:lnTo>
                  <a:lnTo>
                    <a:pt x="869075" y="1289896"/>
                  </a:lnTo>
                  <a:lnTo>
                    <a:pt x="871646" y="1290358"/>
                  </a:lnTo>
                  <a:lnTo>
                    <a:pt x="877057" y="1288276"/>
                  </a:lnTo>
                  <a:lnTo>
                    <a:pt x="882836" y="1289541"/>
                  </a:lnTo>
                  <a:lnTo>
                    <a:pt x="888143" y="1292561"/>
                  </a:lnTo>
                  <a:lnTo>
                    <a:pt x="893331" y="1291536"/>
                  </a:lnTo>
                  <a:lnTo>
                    <a:pt x="897557" y="1295478"/>
                  </a:lnTo>
                  <a:lnTo>
                    <a:pt x="898065" y="1298354"/>
                  </a:lnTo>
                  <a:lnTo>
                    <a:pt x="900417" y="1298564"/>
                  </a:lnTo>
                  <a:lnTo>
                    <a:pt x="903084" y="1295275"/>
                  </a:lnTo>
                  <a:lnTo>
                    <a:pt x="908143" y="1296632"/>
                  </a:lnTo>
                  <a:lnTo>
                    <a:pt x="910241" y="1297630"/>
                  </a:lnTo>
                  <a:lnTo>
                    <a:pt x="912734" y="1301984"/>
                  </a:lnTo>
                  <a:lnTo>
                    <a:pt x="919654" y="1302772"/>
                  </a:lnTo>
                  <a:lnTo>
                    <a:pt x="923491" y="1300853"/>
                  </a:lnTo>
                  <a:lnTo>
                    <a:pt x="925329" y="1303899"/>
                  </a:lnTo>
                  <a:lnTo>
                    <a:pt x="928820" y="1303768"/>
                  </a:lnTo>
                  <a:lnTo>
                    <a:pt x="930633" y="1300928"/>
                  </a:lnTo>
                  <a:lnTo>
                    <a:pt x="938210" y="1299457"/>
                  </a:lnTo>
                  <a:lnTo>
                    <a:pt x="946037" y="1299664"/>
                  </a:lnTo>
                  <a:lnTo>
                    <a:pt x="948673" y="1300337"/>
                  </a:lnTo>
                  <a:lnTo>
                    <a:pt x="951420" y="1298100"/>
                  </a:lnTo>
                  <a:lnTo>
                    <a:pt x="956881" y="1302287"/>
                  </a:lnTo>
                  <a:lnTo>
                    <a:pt x="961119" y="1304479"/>
                  </a:lnTo>
                  <a:lnTo>
                    <a:pt x="966794" y="1306207"/>
                  </a:lnTo>
                  <a:lnTo>
                    <a:pt x="972573" y="1306704"/>
                  </a:lnTo>
                  <a:lnTo>
                    <a:pt x="974638" y="1305240"/>
                  </a:lnTo>
                  <a:lnTo>
                    <a:pt x="977199" y="1305504"/>
                  </a:lnTo>
                  <a:lnTo>
                    <a:pt x="980876" y="1300186"/>
                  </a:lnTo>
                  <a:lnTo>
                    <a:pt x="984370" y="1298490"/>
                  </a:lnTo>
                  <a:lnTo>
                    <a:pt x="990901" y="1292553"/>
                  </a:lnTo>
                  <a:lnTo>
                    <a:pt x="998600" y="1289187"/>
                  </a:lnTo>
                  <a:lnTo>
                    <a:pt x="1000594" y="1289578"/>
                  </a:lnTo>
                  <a:lnTo>
                    <a:pt x="1003165" y="1287222"/>
                  </a:lnTo>
                  <a:lnTo>
                    <a:pt x="1009529" y="1289726"/>
                  </a:lnTo>
                  <a:lnTo>
                    <a:pt x="1015139" y="1291284"/>
                  </a:lnTo>
                  <a:lnTo>
                    <a:pt x="1022060" y="1295010"/>
                  </a:lnTo>
                  <a:lnTo>
                    <a:pt x="1023547" y="1297351"/>
                  </a:lnTo>
                  <a:lnTo>
                    <a:pt x="1027110" y="1297706"/>
                  </a:lnTo>
                  <a:lnTo>
                    <a:pt x="1032373" y="1300135"/>
                  </a:lnTo>
                  <a:lnTo>
                    <a:pt x="1039109" y="1301469"/>
                  </a:lnTo>
                  <a:lnTo>
                    <a:pt x="1046075" y="1305729"/>
                  </a:lnTo>
                  <a:lnTo>
                    <a:pt x="1050699" y="1305131"/>
                  </a:lnTo>
                  <a:lnTo>
                    <a:pt x="1055449" y="1306306"/>
                  </a:lnTo>
                  <a:lnTo>
                    <a:pt x="1071402" y="1377458"/>
                  </a:lnTo>
                  <a:lnTo>
                    <a:pt x="1110433" y="1542145"/>
                  </a:lnTo>
                  <a:lnTo>
                    <a:pt x="1173406" y="1785137"/>
                  </a:lnTo>
                  <a:lnTo>
                    <a:pt x="1199234" y="1878221"/>
                  </a:lnTo>
                  <a:lnTo>
                    <a:pt x="1200722" y="1883483"/>
                  </a:lnTo>
                  <a:lnTo>
                    <a:pt x="1215502" y="1884262"/>
                  </a:lnTo>
                  <a:lnTo>
                    <a:pt x="1215754" y="1878388"/>
                  </a:lnTo>
                  <a:lnTo>
                    <a:pt x="1231807" y="1881545"/>
                  </a:lnTo>
                  <a:lnTo>
                    <a:pt x="1237236" y="1869300"/>
                  </a:lnTo>
                  <a:lnTo>
                    <a:pt x="1254265" y="1862326"/>
                  </a:lnTo>
                  <a:lnTo>
                    <a:pt x="1255033" y="1864340"/>
                  </a:lnTo>
                  <a:lnTo>
                    <a:pt x="1256101" y="1879683"/>
                  </a:lnTo>
                  <a:lnTo>
                    <a:pt x="1262265" y="1883780"/>
                  </a:lnTo>
                  <a:lnTo>
                    <a:pt x="1273824" y="1885657"/>
                  </a:lnTo>
                  <a:lnTo>
                    <a:pt x="1277805" y="1892199"/>
                  </a:lnTo>
                  <a:lnTo>
                    <a:pt x="1280275" y="1894026"/>
                  </a:lnTo>
                  <a:lnTo>
                    <a:pt x="1318890" y="1914423"/>
                  </a:lnTo>
                  <a:lnTo>
                    <a:pt x="1327281" y="1928684"/>
                  </a:lnTo>
                  <a:lnTo>
                    <a:pt x="1328133" y="1933788"/>
                  </a:lnTo>
                  <a:lnTo>
                    <a:pt x="1330388" y="1932757"/>
                  </a:lnTo>
                  <a:lnTo>
                    <a:pt x="1333794" y="1925154"/>
                  </a:lnTo>
                  <a:lnTo>
                    <a:pt x="1342607" y="1912508"/>
                  </a:lnTo>
                  <a:lnTo>
                    <a:pt x="1343267" y="1910896"/>
                  </a:lnTo>
                  <a:lnTo>
                    <a:pt x="1350244" y="1907733"/>
                  </a:lnTo>
                  <a:lnTo>
                    <a:pt x="1350849" y="1901004"/>
                  </a:lnTo>
                  <a:lnTo>
                    <a:pt x="1351001" y="1899297"/>
                  </a:lnTo>
                  <a:lnTo>
                    <a:pt x="1346918" y="1888629"/>
                  </a:lnTo>
                  <a:lnTo>
                    <a:pt x="1350580" y="1888186"/>
                  </a:lnTo>
                  <a:lnTo>
                    <a:pt x="1352521" y="1882304"/>
                  </a:lnTo>
                  <a:lnTo>
                    <a:pt x="1351697" y="1880310"/>
                  </a:lnTo>
                  <a:lnTo>
                    <a:pt x="1347576" y="1879170"/>
                  </a:lnTo>
                  <a:lnTo>
                    <a:pt x="1351288" y="1874935"/>
                  </a:lnTo>
                  <a:lnTo>
                    <a:pt x="1357748" y="1870719"/>
                  </a:lnTo>
                  <a:lnTo>
                    <a:pt x="1362683" y="1864313"/>
                  </a:lnTo>
                  <a:lnTo>
                    <a:pt x="1368090" y="1857238"/>
                  </a:lnTo>
                  <a:lnTo>
                    <a:pt x="1377362" y="1860444"/>
                  </a:lnTo>
                  <a:lnTo>
                    <a:pt x="1378575" y="1862193"/>
                  </a:lnTo>
                  <a:lnTo>
                    <a:pt x="1382332" y="1863442"/>
                  </a:lnTo>
                  <a:lnTo>
                    <a:pt x="1386159" y="1865946"/>
                  </a:lnTo>
                  <a:lnTo>
                    <a:pt x="1388204" y="1871204"/>
                  </a:lnTo>
                  <a:lnTo>
                    <a:pt x="1388225" y="1874820"/>
                  </a:lnTo>
                  <a:lnTo>
                    <a:pt x="1390784" y="1876536"/>
                  </a:lnTo>
                  <a:lnTo>
                    <a:pt x="1391048" y="1878892"/>
                  </a:lnTo>
                  <a:lnTo>
                    <a:pt x="1394453" y="1881930"/>
                  </a:lnTo>
                  <a:lnTo>
                    <a:pt x="1402649" y="1880714"/>
                  </a:lnTo>
                  <a:lnTo>
                    <a:pt x="1405282" y="1884183"/>
                  </a:lnTo>
                  <a:lnTo>
                    <a:pt x="1409302" y="1886112"/>
                  </a:lnTo>
                  <a:lnTo>
                    <a:pt x="1411766" y="1885075"/>
                  </a:lnTo>
                  <a:lnTo>
                    <a:pt x="1416851" y="1889309"/>
                  </a:lnTo>
                  <a:lnTo>
                    <a:pt x="1417605" y="1893032"/>
                  </a:lnTo>
                  <a:lnTo>
                    <a:pt x="1420038" y="1892943"/>
                  </a:lnTo>
                  <a:lnTo>
                    <a:pt x="1421009" y="1895470"/>
                  </a:lnTo>
                  <a:lnTo>
                    <a:pt x="1424718" y="1898113"/>
                  </a:lnTo>
                  <a:lnTo>
                    <a:pt x="1439674" y="1900572"/>
                  </a:lnTo>
                  <a:lnTo>
                    <a:pt x="1446638" y="1905847"/>
                  </a:lnTo>
                  <a:lnTo>
                    <a:pt x="1460280" y="1912193"/>
                  </a:lnTo>
                  <a:lnTo>
                    <a:pt x="1458927" y="1915735"/>
                  </a:lnTo>
                  <a:lnTo>
                    <a:pt x="1465154" y="1920888"/>
                  </a:lnTo>
                  <a:lnTo>
                    <a:pt x="1473009" y="1925725"/>
                  </a:lnTo>
                  <a:lnTo>
                    <a:pt x="1479647" y="1933156"/>
                  </a:lnTo>
                  <a:lnTo>
                    <a:pt x="1489638" y="1939496"/>
                  </a:lnTo>
                  <a:lnTo>
                    <a:pt x="1496402" y="1945978"/>
                  </a:lnTo>
                  <a:lnTo>
                    <a:pt x="1502002" y="1950588"/>
                  </a:lnTo>
                  <a:lnTo>
                    <a:pt x="1507319" y="1954939"/>
                  </a:lnTo>
                  <a:lnTo>
                    <a:pt x="1516944" y="1961276"/>
                  </a:lnTo>
                  <a:lnTo>
                    <a:pt x="1523793" y="1967348"/>
                  </a:lnTo>
                  <a:lnTo>
                    <a:pt x="1523291" y="1975992"/>
                  </a:lnTo>
                  <a:lnTo>
                    <a:pt x="1534038" y="1974003"/>
                  </a:lnTo>
                  <a:lnTo>
                    <a:pt x="1536110" y="1984204"/>
                  </a:lnTo>
                  <a:lnTo>
                    <a:pt x="1536324" y="1985259"/>
                  </a:lnTo>
                  <a:lnTo>
                    <a:pt x="1545797" y="1985631"/>
                  </a:lnTo>
                  <a:lnTo>
                    <a:pt x="1546234" y="1989050"/>
                  </a:lnTo>
                  <a:lnTo>
                    <a:pt x="1552183" y="1996801"/>
                  </a:lnTo>
                  <a:lnTo>
                    <a:pt x="1559580" y="1992440"/>
                  </a:lnTo>
                  <a:lnTo>
                    <a:pt x="1564915" y="1994442"/>
                  </a:lnTo>
                  <a:lnTo>
                    <a:pt x="1576460" y="1995798"/>
                  </a:lnTo>
                  <a:lnTo>
                    <a:pt x="1580069" y="1996965"/>
                  </a:lnTo>
                  <a:lnTo>
                    <a:pt x="1589363" y="1994863"/>
                  </a:lnTo>
                  <a:lnTo>
                    <a:pt x="1592245" y="1995408"/>
                  </a:lnTo>
                  <a:lnTo>
                    <a:pt x="1597856" y="1997895"/>
                  </a:lnTo>
                  <a:lnTo>
                    <a:pt x="1603346" y="1997124"/>
                  </a:lnTo>
                  <a:lnTo>
                    <a:pt x="1607298" y="2002134"/>
                  </a:lnTo>
                  <a:lnTo>
                    <a:pt x="1610157" y="2001643"/>
                  </a:lnTo>
                  <a:lnTo>
                    <a:pt x="1613973" y="2001849"/>
                  </a:lnTo>
                  <a:lnTo>
                    <a:pt x="1617773" y="1998512"/>
                  </a:lnTo>
                  <a:lnTo>
                    <a:pt x="1624166" y="2003976"/>
                  </a:lnTo>
                  <a:lnTo>
                    <a:pt x="1626018" y="2008482"/>
                  </a:lnTo>
                  <a:lnTo>
                    <a:pt x="1626387" y="2014839"/>
                  </a:lnTo>
                  <a:lnTo>
                    <a:pt x="1625653" y="2016415"/>
                  </a:lnTo>
                  <a:lnTo>
                    <a:pt x="1626421" y="2019139"/>
                  </a:lnTo>
                  <a:lnTo>
                    <a:pt x="1627048" y="2021364"/>
                  </a:lnTo>
                  <a:lnTo>
                    <a:pt x="1629469" y="2023318"/>
                  </a:lnTo>
                  <a:lnTo>
                    <a:pt x="1632470" y="2030152"/>
                  </a:lnTo>
                  <a:lnTo>
                    <a:pt x="1635542" y="2033710"/>
                  </a:lnTo>
                  <a:lnTo>
                    <a:pt x="1638666" y="2036510"/>
                  </a:lnTo>
                  <a:lnTo>
                    <a:pt x="1641701" y="2041416"/>
                  </a:lnTo>
                  <a:lnTo>
                    <a:pt x="1643982" y="2042809"/>
                  </a:lnTo>
                  <a:lnTo>
                    <a:pt x="1644424" y="2045243"/>
                  </a:lnTo>
                  <a:lnTo>
                    <a:pt x="1643324" y="2051167"/>
                  </a:lnTo>
                  <a:lnTo>
                    <a:pt x="1643631" y="2056932"/>
                  </a:lnTo>
                  <a:lnTo>
                    <a:pt x="1644203" y="2062268"/>
                  </a:lnTo>
                  <a:lnTo>
                    <a:pt x="1643406" y="2070085"/>
                  </a:lnTo>
                  <a:lnTo>
                    <a:pt x="1640498" y="2079379"/>
                  </a:lnTo>
                  <a:lnTo>
                    <a:pt x="1638006" y="2082932"/>
                  </a:lnTo>
                  <a:lnTo>
                    <a:pt x="1639354" y="2085018"/>
                  </a:lnTo>
                  <a:lnTo>
                    <a:pt x="1638137" y="2087217"/>
                  </a:lnTo>
                  <a:lnTo>
                    <a:pt x="1635517" y="2085945"/>
                  </a:lnTo>
                  <a:lnTo>
                    <a:pt x="1632938" y="2085032"/>
                  </a:lnTo>
                  <a:lnTo>
                    <a:pt x="1631817" y="2086934"/>
                  </a:lnTo>
                  <a:lnTo>
                    <a:pt x="1631011" y="2087107"/>
                  </a:lnTo>
                  <a:lnTo>
                    <a:pt x="1627910" y="2085981"/>
                  </a:lnTo>
                  <a:lnTo>
                    <a:pt x="1625270" y="2081666"/>
                  </a:lnTo>
                  <a:lnTo>
                    <a:pt x="1623583" y="2079194"/>
                  </a:lnTo>
                  <a:lnTo>
                    <a:pt x="1622005" y="2077075"/>
                  </a:lnTo>
                  <a:lnTo>
                    <a:pt x="1620262" y="2076434"/>
                  </a:lnTo>
                  <a:lnTo>
                    <a:pt x="1619430" y="2073460"/>
                  </a:lnTo>
                  <a:lnTo>
                    <a:pt x="1617682" y="2071098"/>
                  </a:lnTo>
                  <a:lnTo>
                    <a:pt x="1615698" y="2070102"/>
                  </a:lnTo>
                  <a:lnTo>
                    <a:pt x="1613383" y="2068086"/>
                  </a:lnTo>
                  <a:lnTo>
                    <a:pt x="1612421" y="2066568"/>
                  </a:lnTo>
                  <a:lnTo>
                    <a:pt x="1610170" y="2067248"/>
                  </a:lnTo>
                  <a:lnTo>
                    <a:pt x="1611637" y="2072826"/>
                  </a:lnTo>
                  <a:lnTo>
                    <a:pt x="1613404" y="2076522"/>
                  </a:lnTo>
                  <a:lnTo>
                    <a:pt x="1613091" y="2080453"/>
                  </a:lnTo>
                  <a:lnTo>
                    <a:pt x="1614414" y="2083257"/>
                  </a:lnTo>
                  <a:lnTo>
                    <a:pt x="1616572" y="2083652"/>
                  </a:lnTo>
                  <a:lnTo>
                    <a:pt x="1616160" y="2087589"/>
                  </a:lnTo>
                  <a:lnTo>
                    <a:pt x="1614033" y="2089175"/>
                  </a:lnTo>
                  <a:lnTo>
                    <a:pt x="1609687" y="2088674"/>
                  </a:lnTo>
                  <a:lnTo>
                    <a:pt x="1606949" y="2087632"/>
                  </a:lnTo>
                  <a:lnTo>
                    <a:pt x="1603679" y="2089175"/>
                  </a:lnTo>
                  <a:lnTo>
                    <a:pt x="1602404" y="2088713"/>
                  </a:lnTo>
                  <a:lnTo>
                    <a:pt x="1601768" y="2086510"/>
                  </a:lnTo>
                  <a:lnTo>
                    <a:pt x="1601374" y="2085146"/>
                  </a:lnTo>
                  <a:lnTo>
                    <a:pt x="1599264" y="2083981"/>
                  </a:lnTo>
                  <a:lnTo>
                    <a:pt x="1599631" y="2080052"/>
                  </a:lnTo>
                  <a:lnTo>
                    <a:pt x="1598638" y="2079235"/>
                  </a:lnTo>
                  <a:lnTo>
                    <a:pt x="1595851" y="2079770"/>
                  </a:lnTo>
                  <a:lnTo>
                    <a:pt x="1593581" y="2080203"/>
                  </a:lnTo>
                  <a:lnTo>
                    <a:pt x="1589214" y="2077405"/>
                  </a:lnTo>
                  <a:lnTo>
                    <a:pt x="1585756" y="2072699"/>
                  </a:lnTo>
                  <a:lnTo>
                    <a:pt x="1582525" y="2065008"/>
                  </a:lnTo>
                  <a:lnTo>
                    <a:pt x="1581902" y="2062806"/>
                  </a:lnTo>
                  <a:lnTo>
                    <a:pt x="1576827" y="2062331"/>
                  </a:lnTo>
                  <a:lnTo>
                    <a:pt x="1571001" y="2061447"/>
                  </a:lnTo>
                  <a:lnTo>
                    <a:pt x="1567885" y="2060303"/>
                  </a:lnTo>
                  <a:lnTo>
                    <a:pt x="1566162" y="2057886"/>
                  </a:lnTo>
                  <a:lnTo>
                    <a:pt x="1563652" y="2054358"/>
                  </a:lnTo>
                  <a:lnTo>
                    <a:pt x="1560812" y="2051477"/>
                  </a:lnTo>
                  <a:lnTo>
                    <a:pt x="1563708" y="2046656"/>
                  </a:lnTo>
                  <a:lnTo>
                    <a:pt x="1563999" y="2042060"/>
                  </a:lnTo>
                  <a:lnTo>
                    <a:pt x="1559673" y="2041027"/>
                  </a:lnTo>
                  <a:lnTo>
                    <a:pt x="1556134" y="2042311"/>
                  </a:lnTo>
                  <a:lnTo>
                    <a:pt x="1556683" y="2047154"/>
                  </a:lnTo>
                  <a:lnTo>
                    <a:pt x="1553690" y="2046678"/>
                  </a:lnTo>
                  <a:lnTo>
                    <a:pt x="1550071" y="2042977"/>
                  </a:lnTo>
                  <a:lnTo>
                    <a:pt x="1545908" y="2037228"/>
                  </a:lnTo>
                  <a:lnTo>
                    <a:pt x="1543919" y="2041272"/>
                  </a:lnTo>
                  <a:lnTo>
                    <a:pt x="1538077" y="2037695"/>
                  </a:lnTo>
                  <a:lnTo>
                    <a:pt x="1535088" y="2031719"/>
                  </a:lnTo>
                  <a:lnTo>
                    <a:pt x="1530690" y="2032277"/>
                  </a:lnTo>
                  <a:lnTo>
                    <a:pt x="1529613" y="2032678"/>
                  </a:lnTo>
                  <a:lnTo>
                    <a:pt x="1527444" y="2031876"/>
                  </a:lnTo>
                  <a:lnTo>
                    <a:pt x="1525630" y="2030623"/>
                  </a:lnTo>
                  <a:lnTo>
                    <a:pt x="1523027" y="2030459"/>
                  </a:lnTo>
                  <a:lnTo>
                    <a:pt x="1521402" y="2030142"/>
                  </a:lnTo>
                  <a:lnTo>
                    <a:pt x="1521030" y="2029243"/>
                  </a:lnTo>
                  <a:lnTo>
                    <a:pt x="1521010" y="2028413"/>
                  </a:lnTo>
                  <a:lnTo>
                    <a:pt x="1521516" y="2022520"/>
                  </a:lnTo>
                  <a:lnTo>
                    <a:pt x="1523530" y="2020319"/>
                  </a:lnTo>
                  <a:lnTo>
                    <a:pt x="1526951" y="2019352"/>
                  </a:lnTo>
                  <a:lnTo>
                    <a:pt x="1531629" y="2016225"/>
                  </a:lnTo>
                  <a:lnTo>
                    <a:pt x="1532957" y="2010972"/>
                  </a:lnTo>
                  <a:lnTo>
                    <a:pt x="1534441" y="2007847"/>
                  </a:lnTo>
                  <a:lnTo>
                    <a:pt x="1530173" y="2004686"/>
                  </a:lnTo>
                  <a:lnTo>
                    <a:pt x="1528123" y="2001182"/>
                  </a:lnTo>
                  <a:lnTo>
                    <a:pt x="1527736" y="2000545"/>
                  </a:lnTo>
                  <a:lnTo>
                    <a:pt x="1526294" y="1998174"/>
                  </a:lnTo>
                  <a:lnTo>
                    <a:pt x="1516655" y="1995751"/>
                  </a:lnTo>
                  <a:lnTo>
                    <a:pt x="1510177" y="1989205"/>
                  </a:lnTo>
                  <a:lnTo>
                    <a:pt x="1507428" y="1986619"/>
                  </a:lnTo>
                  <a:lnTo>
                    <a:pt x="1499724" y="1987500"/>
                  </a:lnTo>
                  <a:lnTo>
                    <a:pt x="1495876" y="1985735"/>
                  </a:lnTo>
                  <a:lnTo>
                    <a:pt x="1494212" y="1988162"/>
                  </a:lnTo>
                  <a:lnTo>
                    <a:pt x="1488699" y="1987410"/>
                  </a:lnTo>
                  <a:lnTo>
                    <a:pt x="1484307" y="1983608"/>
                  </a:lnTo>
                  <a:lnTo>
                    <a:pt x="1484428" y="1979210"/>
                  </a:lnTo>
                  <a:lnTo>
                    <a:pt x="1483403" y="1975268"/>
                  </a:lnTo>
                  <a:lnTo>
                    <a:pt x="1479551" y="1969733"/>
                  </a:lnTo>
                  <a:lnTo>
                    <a:pt x="1478010" y="1966446"/>
                  </a:lnTo>
                  <a:lnTo>
                    <a:pt x="1473811" y="1964981"/>
                  </a:lnTo>
                  <a:lnTo>
                    <a:pt x="1471023" y="1963016"/>
                  </a:lnTo>
                  <a:lnTo>
                    <a:pt x="1469527" y="1957551"/>
                  </a:lnTo>
                  <a:lnTo>
                    <a:pt x="1466453" y="1953928"/>
                  </a:lnTo>
                  <a:lnTo>
                    <a:pt x="1466180" y="1953605"/>
                  </a:lnTo>
                  <a:lnTo>
                    <a:pt x="1458399" y="1947131"/>
                  </a:lnTo>
                  <a:lnTo>
                    <a:pt x="1449424" y="1942321"/>
                  </a:lnTo>
                  <a:lnTo>
                    <a:pt x="1446436" y="1937407"/>
                  </a:lnTo>
                  <a:lnTo>
                    <a:pt x="1443298" y="1935527"/>
                  </a:lnTo>
                  <a:lnTo>
                    <a:pt x="1440752" y="1936761"/>
                  </a:lnTo>
                  <a:lnTo>
                    <a:pt x="1436325" y="1937886"/>
                  </a:lnTo>
                  <a:lnTo>
                    <a:pt x="1433260" y="1937918"/>
                  </a:lnTo>
                  <a:lnTo>
                    <a:pt x="1427879" y="1938841"/>
                  </a:lnTo>
                  <a:lnTo>
                    <a:pt x="1421011" y="1931844"/>
                  </a:lnTo>
                  <a:lnTo>
                    <a:pt x="1414013" y="1930267"/>
                  </a:lnTo>
                  <a:lnTo>
                    <a:pt x="1410454" y="1932188"/>
                  </a:lnTo>
                  <a:lnTo>
                    <a:pt x="1409279" y="1932819"/>
                  </a:lnTo>
                  <a:lnTo>
                    <a:pt x="1412060" y="1936816"/>
                  </a:lnTo>
                  <a:lnTo>
                    <a:pt x="1414121" y="1940410"/>
                  </a:lnTo>
                  <a:lnTo>
                    <a:pt x="1412965" y="1942042"/>
                  </a:lnTo>
                  <a:lnTo>
                    <a:pt x="1415486" y="1947346"/>
                  </a:lnTo>
                  <a:lnTo>
                    <a:pt x="1410503" y="1946899"/>
                  </a:lnTo>
                  <a:lnTo>
                    <a:pt x="1408035" y="1947513"/>
                  </a:lnTo>
                  <a:lnTo>
                    <a:pt x="1402757" y="1942831"/>
                  </a:lnTo>
                  <a:lnTo>
                    <a:pt x="1401608" y="1943575"/>
                  </a:lnTo>
                  <a:lnTo>
                    <a:pt x="1399024" y="1945246"/>
                  </a:lnTo>
                  <a:lnTo>
                    <a:pt x="1396030" y="1946867"/>
                  </a:lnTo>
                  <a:lnTo>
                    <a:pt x="1392090" y="1943505"/>
                  </a:lnTo>
                  <a:lnTo>
                    <a:pt x="1386834" y="1946725"/>
                  </a:lnTo>
                  <a:lnTo>
                    <a:pt x="1383195" y="1948268"/>
                  </a:lnTo>
                  <a:lnTo>
                    <a:pt x="1381953" y="1951342"/>
                  </a:lnTo>
                  <a:lnTo>
                    <a:pt x="1378008" y="1954838"/>
                  </a:lnTo>
                  <a:lnTo>
                    <a:pt x="1373191" y="1957579"/>
                  </a:lnTo>
                  <a:lnTo>
                    <a:pt x="1369673" y="1957979"/>
                  </a:lnTo>
                  <a:lnTo>
                    <a:pt x="1369565" y="1960665"/>
                  </a:lnTo>
                  <a:lnTo>
                    <a:pt x="1370543" y="1962519"/>
                  </a:lnTo>
                  <a:lnTo>
                    <a:pt x="1370423" y="1964427"/>
                  </a:lnTo>
                  <a:lnTo>
                    <a:pt x="1367134" y="1965615"/>
                  </a:lnTo>
                  <a:lnTo>
                    <a:pt x="1365489" y="1962568"/>
                  </a:lnTo>
                  <a:lnTo>
                    <a:pt x="1360383" y="1961638"/>
                  </a:lnTo>
                  <a:lnTo>
                    <a:pt x="1357616" y="1959039"/>
                  </a:lnTo>
                  <a:lnTo>
                    <a:pt x="1354674" y="1957875"/>
                  </a:lnTo>
                  <a:lnTo>
                    <a:pt x="1352091" y="1959319"/>
                  </a:lnTo>
                  <a:lnTo>
                    <a:pt x="1346120" y="1957819"/>
                  </a:lnTo>
                  <a:lnTo>
                    <a:pt x="1341851" y="1956778"/>
                  </a:lnTo>
                  <a:lnTo>
                    <a:pt x="1333537" y="1953421"/>
                  </a:lnTo>
                  <a:lnTo>
                    <a:pt x="1330582" y="1953149"/>
                  </a:lnTo>
                  <a:lnTo>
                    <a:pt x="1328756" y="1950564"/>
                  </a:lnTo>
                  <a:lnTo>
                    <a:pt x="1322422" y="1947147"/>
                  </a:lnTo>
                  <a:lnTo>
                    <a:pt x="1318229" y="1945121"/>
                  </a:lnTo>
                  <a:lnTo>
                    <a:pt x="1318062" y="1944076"/>
                  </a:lnTo>
                  <a:lnTo>
                    <a:pt x="1317720" y="1941944"/>
                  </a:lnTo>
                  <a:lnTo>
                    <a:pt x="1316052" y="1939705"/>
                  </a:lnTo>
                  <a:lnTo>
                    <a:pt x="1311241" y="1936655"/>
                  </a:lnTo>
                  <a:lnTo>
                    <a:pt x="1305083" y="1933818"/>
                  </a:lnTo>
                  <a:lnTo>
                    <a:pt x="1300419" y="1932993"/>
                  </a:lnTo>
                  <a:lnTo>
                    <a:pt x="1291030" y="1932228"/>
                  </a:lnTo>
                  <a:lnTo>
                    <a:pt x="1284498" y="1929266"/>
                  </a:lnTo>
                  <a:lnTo>
                    <a:pt x="1280428" y="1928016"/>
                  </a:lnTo>
                  <a:lnTo>
                    <a:pt x="1275243" y="1927227"/>
                  </a:lnTo>
                  <a:lnTo>
                    <a:pt x="1268445" y="1926199"/>
                  </a:lnTo>
                  <a:lnTo>
                    <a:pt x="1263282" y="1925123"/>
                  </a:lnTo>
                  <a:lnTo>
                    <a:pt x="1255560" y="1922360"/>
                  </a:lnTo>
                  <a:lnTo>
                    <a:pt x="1247284" y="1919313"/>
                  </a:lnTo>
                  <a:lnTo>
                    <a:pt x="1249288" y="1913444"/>
                  </a:lnTo>
                  <a:lnTo>
                    <a:pt x="1253481" y="1910753"/>
                  </a:lnTo>
                  <a:lnTo>
                    <a:pt x="1252149" y="1906748"/>
                  </a:lnTo>
                  <a:lnTo>
                    <a:pt x="1249456" y="1900054"/>
                  </a:lnTo>
                  <a:lnTo>
                    <a:pt x="1244382" y="1900968"/>
                  </a:lnTo>
                  <a:lnTo>
                    <a:pt x="1242238" y="1903788"/>
                  </a:lnTo>
                  <a:lnTo>
                    <a:pt x="1237047" y="1908630"/>
                  </a:lnTo>
                  <a:lnTo>
                    <a:pt x="1234647" y="1910790"/>
                  </a:lnTo>
                  <a:lnTo>
                    <a:pt x="1233604" y="1914363"/>
                  </a:lnTo>
                  <a:lnTo>
                    <a:pt x="1228478" y="1915251"/>
                  </a:lnTo>
                  <a:lnTo>
                    <a:pt x="1216914" y="1917042"/>
                  </a:lnTo>
                  <a:lnTo>
                    <a:pt x="1212727" y="1916826"/>
                  </a:lnTo>
                  <a:lnTo>
                    <a:pt x="1204856" y="1915161"/>
                  </a:lnTo>
                  <a:lnTo>
                    <a:pt x="1197029" y="1913818"/>
                  </a:lnTo>
                  <a:lnTo>
                    <a:pt x="1193409" y="1911255"/>
                  </a:lnTo>
                  <a:lnTo>
                    <a:pt x="1189593" y="1909959"/>
                  </a:lnTo>
                  <a:lnTo>
                    <a:pt x="1185520" y="1911198"/>
                  </a:lnTo>
                  <a:lnTo>
                    <a:pt x="1179627" y="1909777"/>
                  </a:lnTo>
                  <a:lnTo>
                    <a:pt x="1175053" y="1910210"/>
                  </a:lnTo>
                  <a:lnTo>
                    <a:pt x="1163754" y="1910382"/>
                  </a:lnTo>
                  <a:lnTo>
                    <a:pt x="1154186" y="1911608"/>
                  </a:lnTo>
                  <a:lnTo>
                    <a:pt x="1149507" y="1913193"/>
                  </a:lnTo>
                  <a:lnTo>
                    <a:pt x="1145227" y="1915847"/>
                  </a:lnTo>
                  <a:lnTo>
                    <a:pt x="1139618" y="1918074"/>
                  </a:lnTo>
                  <a:lnTo>
                    <a:pt x="1129618" y="1922242"/>
                  </a:lnTo>
                  <a:lnTo>
                    <a:pt x="1125456" y="1925155"/>
                  </a:lnTo>
                  <a:lnTo>
                    <a:pt x="1122472" y="1927577"/>
                  </a:lnTo>
                  <a:lnTo>
                    <a:pt x="1118901" y="1926732"/>
                  </a:lnTo>
                  <a:lnTo>
                    <a:pt x="1117115" y="1925295"/>
                  </a:lnTo>
                  <a:lnTo>
                    <a:pt x="1114587" y="1922167"/>
                  </a:lnTo>
                  <a:lnTo>
                    <a:pt x="1112103" y="1921623"/>
                  </a:lnTo>
                  <a:lnTo>
                    <a:pt x="1107779" y="1924461"/>
                  </a:lnTo>
                  <a:lnTo>
                    <a:pt x="1104619" y="1921509"/>
                  </a:lnTo>
                  <a:lnTo>
                    <a:pt x="1100531" y="1920540"/>
                  </a:lnTo>
                  <a:lnTo>
                    <a:pt x="1097261" y="1919624"/>
                  </a:lnTo>
                  <a:lnTo>
                    <a:pt x="1088985" y="1920160"/>
                  </a:lnTo>
                  <a:lnTo>
                    <a:pt x="1087317" y="1916609"/>
                  </a:lnTo>
                  <a:lnTo>
                    <a:pt x="1083078" y="1915550"/>
                  </a:lnTo>
                  <a:lnTo>
                    <a:pt x="1082034" y="1917382"/>
                  </a:lnTo>
                  <a:lnTo>
                    <a:pt x="1078413" y="1917261"/>
                  </a:lnTo>
                  <a:lnTo>
                    <a:pt x="1074225" y="1915540"/>
                  </a:lnTo>
                  <a:lnTo>
                    <a:pt x="1070918" y="1918619"/>
                  </a:lnTo>
                  <a:lnTo>
                    <a:pt x="1067426" y="1920532"/>
                  </a:lnTo>
                  <a:lnTo>
                    <a:pt x="1061228" y="1918800"/>
                  </a:lnTo>
                  <a:lnTo>
                    <a:pt x="1056192" y="1917520"/>
                  </a:lnTo>
                  <a:lnTo>
                    <a:pt x="1053609" y="1919598"/>
                  </a:lnTo>
                  <a:lnTo>
                    <a:pt x="1050672" y="1921373"/>
                  </a:lnTo>
                  <a:lnTo>
                    <a:pt x="1049769" y="1922203"/>
                  </a:lnTo>
                  <a:lnTo>
                    <a:pt x="1045268" y="1923972"/>
                  </a:lnTo>
                  <a:lnTo>
                    <a:pt x="1042857" y="1926660"/>
                  </a:lnTo>
                  <a:lnTo>
                    <a:pt x="1040149" y="1930811"/>
                  </a:lnTo>
                  <a:lnTo>
                    <a:pt x="1038873" y="1930974"/>
                  </a:lnTo>
                  <a:lnTo>
                    <a:pt x="1037158" y="1928936"/>
                  </a:lnTo>
                  <a:lnTo>
                    <a:pt x="1030562" y="1929627"/>
                  </a:lnTo>
                  <a:lnTo>
                    <a:pt x="1028959" y="1933329"/>
                  </a:lnTo>
                  <a:lnTo>
                    <a:pt x="1025385" y="1938627"/>
                  </a:lnTo>
                  <a:lnTo>
                    <a:pt x="1022875" y="1943341"/>
                  </a:lnTo>
                  <a:lnTo>
                    <a:pt x="1020521" y="1949880"/>
                  </a:lnTo>
                  <a:lnTo>
                    <a:pt x="1022249" y="1953081"/>
                  </a:lnTo>
                  <a:lnTo>
                    <a:pt x="1019050" y="1954285"/>
                  </a:lnTo>
                  <a:lnTo>
                    <a:pt x="1019090" y="1957392"/>
                  </a:lnTo>
                  <a:lnTo>
                    <a:pt x="1021746" y="1958746"/>
                  </a:lnTo>
                  <a:lnTo>
                    <a:pt x="1018754" y="1961730"/>
                  </a:lnTo>
                  <a:lnTo>
                    <a:pt x="1014988" y="1964099"/>
                  </a:lnTo>
                  <a:lnTo>
                    <a:pt x="1011739" y="1966205"/>
                  </a:lnTo>
                  <a:lnTo>
                    <a:pt x="1008832" y="1968906"/>
                  </a:lnTo>
                  <a:lnTo>
                    <a:pt x="1007040" y="1967952"/>
                  </a:lnTo>
                  <a:lnTo>
                    <a:pt x="1006885" y="1964473"/>
                  </a:lnTo>
                  <a:lnTo>
                    <a:pt x="1008192" y="1961922"/>
                  </a:lnTo>
                  <a:lnTo>
                    <a:pt x="1004180" y="1956969"/>
                  </a:lnTo>
                  <a:lnTo>
                    <a:pt x="1000015" y="1958233"/>
                  </a:lnTo>
                  <a:lnTo>
                    <a:pt x="995759" y="1960414"/>
                  </a:lnTo>
                  <a:lnTo>
                    <a:pt x="996242" y="1957425"/>
                  </a:lnTo>
                  <a:lnTo>
                    <a:pt x="992851" y="1954302"/>
                  </a:lnTo>
                  <a:lnTo>
                    <a:pt x="990909" y="1958363"/>
                  </a:lnTo>
                  <a:lnTo>
                    <a:pt x="989111" y="1961474"/>
                  </a:lnTo>
                  <a:lnTo>
                    <a:pt x="984749" y="1963624"/>
                  </a:lnTo>
                  <a:lnTo>
                    <a:pt x="984229" y="1963209"/>
                  </a:lnTo>
                  <a:lnTo>
                    <a:pt x="982820" y="1962083"/>
                  </a:lnTo>
                  <a:lnTo>
                    <a:pt x="979444" y="1962183"/>
                  </a:lnTo>
                  <a:lnTo>
                    <a:pt x="978040" y="1964311"/>
                  </a:lnTo>
                  <a:lnTo>
                    <a:pt x="975466" y="1962878"/>
                  </a:lnTo>
                  <a:lnTo>
                    <a:pt x="972644" y="1964137"/>
                  </a:lnTo>
                  <a:lnTo>
                    <a:pt x="969810" y="1962916"/>
                  </a:lnTo>
                  <a:lnTo>
                    <a:pt x="967248" y="1965336"/>
                  </a:lnTo>
                  <a:lnTo>
                    <a:pt x="966491" y="1969853"/>
                  </a:lnTo>
                  <a:lnTo>
                    <a:pt x="963744" y="1972720"/>
                  </a:lnTo>
                  <a:lnTo>
                    <a:pt x="960218" y="1968886"/>
                  </a:lnTo>
                  <a:lnTo>
                    <a:pt x="957783" y="1972685"/>
                  </a:lnTo>
                  <a:lnTo>
                    <a:pt x="957671" y="1976291"/>
                  </a:lnTo>
                  <a:lnTo>
                    <a:pt x="960573" y="1977545"/>
                  </a:lnTo>
                  <a:lnTo>
                    <a:pt x="960615" y="1981748"/>
                  </a:lnTo>
                  <a:lnTo>
                    <a:pt x="957411" y="1980495"/>
                  </a:lnTo>
                  <a:lnTo>
                    <a:pt x="954563" y="1982800"/>
                  </a:lnTo>
                  <a:lnTo>
                    <a:pt x="954846" y="1987296"/>
                  </a:lnTo>
                  <a:lnTo>
                    <a:pt x="951335" y="1983711"/>
                  </a:lnTo>
                  <a:lnTo>
                    <a:pt x="949153" y="1984702"/>
                  </a:lnTo>
                  <a:lnTo>
                    <a:pt x="947306" y="1989035"/>
                  </a:lnTo>
                  <a:lnTo>
                    <a:pt x="944130" y="1994407"/>
                  </a:lnTo>
                  <a:lnTo>
                    <a:pt x="940631" y="2000887"/>
                  </a:lnTo>
                  <a:lnTo>
                    <a:pt x="940559" y="2003661"/>
                  </a:lnTo>
                  <a:lnTo>
                    <a:pt x="938953" y="2005568"/>
                  </a:lnTo>
                  <a:lnTo>
                    <a:pt x="938730" y="2009392"/>
                  </a:lnTo>
                  <a:lnTo>
                    <a:pt x="937372" y="2009520"/>
                  </a:lnTo>
                  <a:lnTo>
                    <a:pt x="935181" y="2004703"/>
                  </a:lnTo>
                  <a:lnTo>
                    <a:pt x="934216" y="2002614"/>
                  </a:lnTo>
                  <a:lnTo>
                    <a:pt x="931863" y="2003714"/>
                  </a:lnTo>
                  <a:lnTo>
                    <a:pt x="931581" y="2007625"/>
                  </a:lnTo>
                  <a:lnTo>
                    <a:pt x="930215" y="2013149"/>
                  </a:lnTo>
                  <a:lnTo>
                    <a:pt x="929113" y="2014196"/>
                  </a:lnTo>
                  <a:lnTo>
                    <a:pt x="925714" y="2012187"/>
                  </a:lnTo>
                  <a:lnTo>
                    <a:pt x="923250" y="2014242"/>
                  </a:lnTo>
                  <a:lnTo>
                    <a:pt x="924351" y="2016520"/>
                  </a:lnTo>
                  <a:lnTo>
                    <a:pt x="923042" y="2019003"/>
                  </a:lnTo>
                  <a:lnTo>
                    <a:pt x="921350" y="2019850"/>
                  </a:lnTo>
                  <a:lnTo>
                    <a:pt x="917715" y="2021332"/>
                  </a:lnTo>
                  <a:lnTo>
                    <a:pt x="912762" y="2021445"/>
                  </a:lnTo>
                  <a:lnTo>
                    <a:pt x="911115" y="2021502"/>
                  </a:lnTo>
                  <a:lnTo>
                    <a:pt x="907046" y="2020756"/>
                  </a:lnTo>
                  <a:lnTo>
                    <a:pt x="909129" y="2027478"/>
                  </a:lnTo>
                  <a:lnTo>
                    <a:pt x="902616" y="2031413"/>
                  </a:lnTo>
                  <a:lnTo>
                    <a:pt x="896223" y="2028734"/>
                  </a:lnTo>
                  <a:lnTo>
                    <a:pt x="893772" y="2023611"/>
                  </a:lnTo>
                  <a:lnTo>
                    <a:pt x="891277" y="2020597"/>
                  </a:lnTo>
                  <a:lnTo>
                    <a:pt x="891348" y="2016245"/>
                  </a:lnTo>
                  <a:lnTo>
                    <a:pt x="893003" y="2011033"/>
                  </a:lnTo>
                  <a:lnTo>
                    <a:pt x="896900" y="2007399"/>
                  </a:lnTo>
                  <a:lnTo>
                    <a:pt x="903195" y="2002892"/>
                  </a:lnTo>
                  <a:lnTo>
                    <a:pt x="908385" y="1998897"/>
                  </a:lnTo>
                  <a:lnTo>
                    <a:pt x="911519" y="1994685"/>
                  </a:lnTo>
                  <a:lnTo>
                    <a:pt x="908207" y="1990805"/>
                  </a:lnTo>
                  <a:lnTo>
                    <a:pt x="904123" y="1994588"/>
                  </a:lnTo>
                  <a:lnTo>
                    <a:pt x="898348" y="1995485"/>
                  </a:lnTo>
                  <a:lnTo>
                    <a:pt x="894928" y="1993387"/>
                  </a:lnTo>
                  <a:lnTo>
                    <a:pt x="890590" y="1988548"/>
                  </a:lnTo>
                  <a:lnTo>
                    <a:pt x="891619" y="1983484"/>
                  </a:lnTo>
                  <a:lnTo>
                    <a:pt x="892661" y="1978535"/>
                  </a:lnTo>
                  <a:lnTo>
                    <a:pt x="893065" y="1972461"/>
                  </a:lnTo>
                  <a:lnTo>
                    <a:pt x="895580" y="1966209"/>
                  </a:lnTo>
                  <a:lnTo>
                    <a:pt x="900052" y="1958150"/>
                  </a:lnTo>
                  <a:lnTo>
                    <a:pt x="900500" y="1952580"/>
                  </a:lnTo>
                  <a:lnTo>
                    <a:pt x="900298" y="1947647"/>
                  </a:lnTo>
                  <a:lnTo>
                    <a:pt x="901944" y="1946454"/>
                  </a:lnTo>
                  <a:lnTo>
                    <a:pt x="901725" y="1939357"/>
                  </a:lnTo>
                  <a:lnTo>
                    <a:pt x="900555" y="1935246"/>
                  </a:lnTo>
                  <a:lnTo>
                    <a:pt x="898580" y="1930722"/>
                  </a:lnTo>
                  <a:lnTo>
                    <a:pt x="896210" y="1926053"/>
                  </a:lnTo>
                  <a:lnTo>
                    <a:pt x="897169" y="1924441"/>
                  </a:lnTo>
                  <a:lnTo>
                    <a:pt x="900011" y="1921662"/>
                  </a:lnTo>
                  <a:lnTo>
                    <a:pt x="905578" y="1919701"/>
                  </a:lnTo>
                  <a:lnTo>
                    <a:pt x="909811" y="1914767"/>
                  </a:lnTo>
                  <a:lnTo>
                    <a:pt x="914508" y="1908514"/>
                  </a:lnTo>
                  <a:lnTo>
                    <a:pt x="919713" y="1903115"/>
                  </a:lnTo>
                  <a:lnTo>
                    <a:pt x="922314" y="1900856"/>
                  </a:lnTo>
                  <a:lnTo>
                    <a:pt x="924137" y="1901358"/>
                  </a:lnTo>
                  <a:lnTo>
                    <a:pt x="929478" y="1908565"/>
                  </a:lnTo>
                  <a:lnTo>
                    <a:pt x="932009" y="1908878"/>
                  </a:lnTo>
                  <a:lnTo>
                    <a:pt x="935663" y="1909025"/>
                  </a:lnTo>
                  <a:lnTo>
                    <a:pt x="937525" y="1904716"/>
                  </a:lnTo>
                  <a:lnTo>
                    <a:pt x="938592" y="1902745"/>
                  </a:lnTo>
                  <a:lnTo>
                    <a:pt x="941272" y="1900077"/>
                  </a:lnTo>
                  <a:lnTo>
                    <a:pt x="942067" y="1899283"/>
                  </a:lnTo>
                  <a:lnTo>
                    <a:pt x="938179" y="1895675"/>
                  </a:lnTo>
                  <a:lnTo>
                    <a:pt x="932671" y="1892490"/>
                  </a:lnTo>
                  <a:lnTo>
                    <a:pt x="930834" y="1891967"/>
                  </a:lnTo>
                  <a:lnTo>
                    <a:pt x="925361" y="1894399"/>
                  </a:lnTo>
                  <a:lnTo>
                    <a:pt x="926096" y="1891973"/>
                  </a:lnTo>
                  <a:lnTo>
                    <a:pt x="926032" y="1889979"/>
                  </a:lnTo>
                  <a:lnTo>
                    <a:pt x="925893" y="1885647"/>
                  </a:lnTo>
                  <a:lnTo>
                    <a:pt x="919785" y="1887527"/>
                  </a:lnTo>
                  <a:lnTo>
                    <a:pt x="916429" y="1886462"/>
                  </a:lnTo>
                  <a:lnTo>
                    <a:pt x="912388" y="1887329"/>
                  </a:lnTo>
                  <a:lnTo>
                    <a:pt x="908533" y="1890366"/>
                  </a:lnTo>
                  <a:lnTo>
                    <a:pt x="905511" y="1891999"/>
                  </a:lnTo>
                  <a:lnTo>
                    <a:pt x="904658" y="1893162"/>
                  </a:lnTo>
                  <a:lnTo>
                    <a:pt x="902846" y="1895627"/>
                  </a:lnTo>
                  <a:lnTo>
                    <a:pt x="901387" y="1900904"/>
                  </a:lnTo>
                  <a:lnTo>
                    <a:pt x="900417" y="1903480"/>
                  </a:lnTo>
                  <a:lnTo>
                    <a:pt x="898023" y="1904244"/>
                  </a:lnTo>
                  <a:lnTo>
                    <a:pt x="895511" y="1906564"/>
                  </a:lnTo>
                  <a:lnTo>
                    <a:pt x="891754" y="1907030"/>
                  </a:lnTo>
                  <a:lnTo>
                    <a:pt x="888692" y="1910421"/>
                  </a:lnTo>
                  <a:lnTo>
                    <a:pt x="885723" y="1914842"/>
                  </a:lnTo>
                  <a:lnTo>
                    <a:pt x="883843" y="1918408"/>
                  </a:lnTo>
                  <a:lnTo>
                    <a:pt x="884842" y="1921104"/>
                  </a:lnTo>
                  <a:lnTo>
                    <a:pt x="887578" y="1925849"/>
                  </a:lnTo>
                  <a:lnTo>
                    <a:pt x="887391" y="1927313"/>
                  </a:lnTo>
                  <a:lnTo>
                    <a:pt x="882068" y="1927285"/>
                  </a:lnTo>
                  <a:lnTo>
                    <a:pt x="878463" y="1931770"/>
                  </a:lnTo>
                  <a:lnTo>
                    <a:pt x="876296" y="1937424"/>
                  </a:lnTo>
                  <a:lnTo>
                    <a:pt x="872972" y="1940486"/>
                  </a:lnTo>
                  <a:lnTo>
                    <a:pt x="871435" y="1944918"/>
                  </a:lnTo>
                  <a:lnTo>
                    <a:pt x="872740" y="1948630"/>
                  </a:lnTo>
                  <a:lnTo>
                    <a:pt x="874869" y="1949697"/>
                  </a:lnTo>
                  <a:lnTo>
                    <a:pt x="871084" y="1953339"/>
                  </a:lnTo>
                  <a:lnTo>
                    <a:pt x="870514" y="1957193"/>
                  </a:lnTo>
                  <a:lnTo>
                    <a:pt x="867103" y="1960644"/>
                  </a:lnTo>
                  <a:lnTo>
                    <a:pt x="866340" y="1963043"/>
                  </a:lnTo>
                  <a:lnTo>
                    <a:pt x="866502" y="1965418"/>
                  </a:lnTo>
                  <a:lnTo>
                    <a:pt x="867763" y="1968940"/>
                  </a:lnTo>
                  <a:lnTo>
                    <a:pt x="867523" y="1973256"/>
                  </a:lnTo>
                  <a:lnTo>
                    <a:pt x="865056" y="1978812"/>
                  </a:lnTo>
                  <a:lnTo>
                    <a:pt x="864782" y="1981972"/>
                  </a:lnTo>
                  <a:lnTo>
                    <a:pt x="860388" y="1985466"/>
                  </a:lnTo>
                  <a:lnTo>
                    <a:pt x="857192" y="1985421"/>
                  </a:lnTo>
                  <a:lnTo>
                    <a:pt x="856325" y="1988853"/>
                  </a:lnTo>
                  <a:lnTo>
                    <a:pt x="856690" y="1994017"/>
                  </a:lnTo>
                  <a:lnTo>
                    <a:pt x="856080" y="1997988"/>
                  </a:lnTo>
                  <a:lnTo>
                    <a:pt x="853271" y="2000751"/>
                  </a:lnTo>
                  <a:lnTo>
                    <a:pt x="850896" y="2002457"/>
                  </a:lnTo>
                  <a:lnTo>
                    <a:pt x="848893" y="2003124"/>
                  </a:lnTo>
                  <a:lnTo>
                    <a:pt x="845819" y="2002771"/>
                  </a:lnTo>
                  <a:lnTo>
                    <a:pt x="841896" y="2003600"/>
                  </a:lnTo>
                  <a:lnTo>
                    <a:pt x="841807" y="2005783"/>
                  </a:lnTo>
                  <a:lnTo>
                    <a:pt x="841355" y="2008520"/>
                  </a:lnTo>
                  <a:lnTo>
                    <a:pt x="838176" y="2009066"/>
                  </a:lnTo>
                  <a:lnTo>
                    <a:pt x="835953" y="2009920"/>
                  </a:lnTo>
                  <a:lnTo>
                    <a:pt x="838366" y="2014890"/>
                  </a:lnTo>
                  <a:lnTo>
                    <a:pt x="837154" y="2017241"/>
                  </a:lnTo>
                  <a:lnTo>
                    <a:pt x="833743" y="2017960"/>
                  </a:lnTo>
                  <a:lnTo>
                    <a:pt x="831976" y="2019378"/>
                  </a:lnTo>
                  <a:lnTo>
                    <a:pt x="829915" y="2020933"/>
                  </a:lnTo>
                  <a:lnTo>
                    <a:pt x="829327" y="2024769"/>
                  </a:lnTo>
                  <a:lnTo>
                    <a:pt x="826822" y="2027602"/>
                  </a:lnTo>
                  <a:lnTo>
                    <a:pt x="826732" y="2032260"/>
                  </a:lnTo>
                  <a:lnTo>
                    <a:pt x="826065" y="2035214"/>
                  </a:lnTo>
                  <a:lnTo>
                    <a:pt x="826156" y="2038430"/>
                  </a:lnTo>
                  <a:lnTo>
                    <a:pt x="830046" y="2041384"/>
                  </a:lnTo>
                  <a:lnTo>
                    <a:pt x="834071" y="2041590"/>
                  </a:lnTo>
                  <a:lnTo>
                    <a:pt x="838219" y="2040583"/>
                  </a:lnTo>
                  <a:lnTo>
                    <a:pt x="841180" y="2040098"/>
                  </a:lnTo>
                  <a:lnTo>
                    <a:pt x="844714" y="2044546"/>
                  </a:lnTo>
                  <a:lnTo>
                    <a:pt x="848288" y="2044472"/>
                  </a:lnTo>
                  <a:lnTo>
                    <a:pt x="851251" y="2047033"/>
                  </a:lnTo>
                  <a:lnTo>
                    <a:pt x="853710" y="2049586"/>
                  </a:lnTo>
                  <a:lnTo>
                    <a:pt x="855703" y="2052018"/>
                  </a:lnTo>
                  <a:lnTo>
                    <a:pt x="854971" y="2052900"/>
                  </a:lnTo>
                  <a:lnTo>
                    <a:pt x="852938" y="2055346"/>
                  </a:lnTo>
                  <a:lnTo>
                    <a:pt x="852515" y="2060545"/>
                  </a:lnTo>
                  <a:lnTo>
                    <a:pt x="851462" y="2062845"/>
                  </a:lnTo>
                  <a:lnTo>
                    <a:pt x="848330" y="2064645"/>
                  </a:lnTo>
                  <a:lnTo>
                    <a:pt x="847482" y="2067823"/>
                  </a:lnTo>
                  <a:lnTo>
                    <a:pt x="843437" y="2070353"/>
                  </a:lnTo>
                  <a:lnTo>
                    <a:pt x="839713" y="2070515"/>
                  </a:lnTo>
                  <a:lnTo>
                    <a:pt x="838276" y="2073985"/>
                  </a:lnTo>
                  <a:lnTo>
                    <a:pt x="838100" y="2078176"/>
                  </a:lnTo>
                  <a:lnTo>
                    <a:pt x="835936" y="2078740"/>
                  </a:lnTo>
                  <a:lnTo>
                    <a:pt x="834186" y="2082348"/>
                  </a:lnTo>
                  <a:lnTo>
                    <a:pt x="837167" y="2085256"/>
                  </a:lnTo>
                  <a:lnTo>
                    <a:pt x="834696" y="2088016"/>
                  </a:lnTo>
                  <a:lnTo>
                    <a:pt x="834304" y="2092804"/>
                  </a:lnTo>
                  <a:lnTo>
                    <a:pt x="833497" y="2097420"/>
                  </a:lnTo>
                  <a:lnTo>
                    <a:pt x="831653" y="2102740"/>
                  </a:lnTo>
                  <a:lnTo>
                    <a:pt x="828271" y="2105808"/>
                  </a:lnTo>
                  <a:lnTo>
                    <a:pt x="824250" y="2108730"/>
                  </a:lnTo>
                  <a:lnTo>
                    <a:pt x="821245" y="2111188"/>
                  </a:lnTo>
                  <a:lnTo>
                    <a:pt x="815610" y="2112741"/>
                  </a:lnTo>
                  <a:lnTo>
                    <a:pt x="811976" y="2111504"/>
                  </a:lnTo>
                  <a:lnTo>
                    <a:pt x="807485" y="2113769"/>
                  </a:lnTo>
                  <a:lnTo>
                    <a:pt x="804887" y="2116968"/>
                  </a:lnTo>
                  <a:lnTo>
                    <a:pt x="806986" y="2120031"/>
                  </a:lnTo>
                  <a:lnTo>
                    <a:pt x="806131" y="2122658"/>
                  </a:lnTo>
                  <a:lnTo>
                    <a:pt x="800877" y="2125822"/>
                  </a:lnTo>
                  <a:lnTo>
                    <a:pt x="800900" y="2130092"/>
                  </a:lnTo>
                  <a:lnTo>
                    <a:pt x="799013" y="2133098"/>
                  </a:lnTo>
                  <a:lnTo>
                    <a:pt x="793928" y="2130526"/>
                  </a:lnTo>
                  <a:lnTo>
                    <a:pt x="790592" y="2129700"/>
                  </a:lnTo>
                  <a:lnTo>
                    <a:pt x="790952" y="2135539"/>
                  </a:lnTo>
                  <a:lnTo>
                    <a:pt x="790682" y="2137636"/>
                  </a:lnTo>
                  <a:lnTo>
                    <a:pt x="787846" y="2139361"/>
                  </a:lnTo>
                  <a:lnTo>
                    <a:pt x="788080" y="2144823"/>
                  </a:lnTo>
                  <a:lnTo>
                    <a:pt x="782391" y="2146204"/>
                  </a:lnTo>
                  <a:lnTo>
                    <a:pt x="778283" y="2147138"/>
                  </a:lnTo>
                  <a:lnTo>
                    <a:pt x="779793" y="2151893"/>
                  </a:lnTo>
                  <a:lnTo>
                    <a:pt x="777359" y="2152829"/>
                  </a:lnTo>
                  <a:lnTo>
                    <a:pt x="773252" y="2152765"/>
                  </a:lnTo>
                  <a:lnTo>
                    <a:pt x="768999" y="2155995"/>
                  </a:lnTo>
                  <a:lnTo>
                    <a:pt x="770175" y="2160130"/>
                  </a:lnTo>
                  <a:lnTo>
                    <a:pt x="770466" y="2165873"/>
                  </a:lnTo>
                  <a:lnTo>
                    <a:pt x="771114" y="2170133"/>
                  </a:lnTo>
                  <a:lnTo>
                    <a:pt x="770894" y="2170439"/>
                  </a:lnTo>
                  <a:lnTo>
                    <a:pt x="767998" y="2174456"/>
                  </a:lnTo>
                  <a:lnTo>
                    <a:pt x="767132" y="2177863"/>
                  </a:lnTo>
                  <a:lnTo>
                    <a:pt x="765314" y="2183470"/>
                  </a:lnTo>
                  <a:lnTo>
                    <a:pt x="762456" y="2183049"/>
                  </a:lnTo>
                  <a:lnTo>
                    <a:pt x="760362" y="2183631"/>
                  </a:lnTo>
                  <a:lnTo>
                    <a:pt x="756936" y="2189701"/>
                  </a:lnTo>
                  <a:lnTo>
                    <a:pt x="753285" y="2188456"/>
                  </a:lnTo>
                  <a:lnTo>
                    <a:pt x="750287" y="2190965"/>
                  </a:lnTo>
                  <a:lnTo>
                    <a:pt x="749278" y="2194046"/>
                  </a:lnTo>
                  <a:lnTo>
                    <a:pt x="746085" y="2198764"/>
                  </a:lnTo>
                  <a:lnTo>
                    <a:pt x="742449" y="2196633"/>
                  </a:lnTo>
                  <a:lnTo>
                    <a:pt x="738676" y="2198561"/>
                  </a:lnTo>
                  <a:lnTo>
                    <a:pt x="734944" y="2200364"/>
                  </a:lnTo>
                  <a:lnTo>
                    <a:pt x="734123" y="2203702"/>
                  </a:lnTo>
                  <a:lnTo>
                    <a:pt x="738039" y="2207443"/>
                  </a:lnTo>
                  <a:lnTo>
                    <a:pt x="736733" y="2209235"/>
                  </a:lnTo>
                  <a:lnTo>
                    <a:pt x="733185" y="2209126"/>
                  </a:lnTo>
                  <a:lnTo>
                    <a:pt x="730993" y="2210008"/>
                  </a:lnTo>
                  <a:lnTo>
                    <a:pt x="729340" y="2207234"/>
                  </a:lnTo>
                  <a:lnTo>
                    <a:pt x="726898" y="2206196"/>
                  </a:lnTo>
                  <a:lnTo>
                    <a:pt x="722922" y="2208182"/>
                  </a:lnTo>
                  <a:lnTo>
                    <a:pt x="724858" y="2213092"/>
                  </a:lnTo>
                  <a:lnTo>
                    <a:pt x="726801" y="2216448"/>
                  </a:lnTo>
                  <a:lnTo>
                    <a:pt x="725407" y="2220285"/>
                  </a:lnTo>
                  <a:lnTo>
                    <a:pt x="721971" y="2219122"/>
                  </a:lnTo>
                  <a:lnTo>
                    <a:pt x="716974" y="2220380"/>
                  </a:lnTo>
                  <a:lnTo>
                    <a:pt x="713084" y="2220190"/>
                  </a:lnTo>
                  <a:lnTo>
                    <a:pt x="711763" y="2219261"/>
                  </a:lnTo>
                  <a:lnTo>
                    <a:pt x="708983" y="2220269"/>
                  </a:lnTo>
                  <a:lnTo>
                    <a:pt x="706990" y="2222953"/>
                  </a:lnTo>
                  <a:lnTo>
                    <a:pt x="705691" y="2228608"/>
                  </a:lnTo>
                  <a:lnTo>
                    <a:pt x="708147" y="2228887"/>
                  </a:lnTo>
                  <a:lnTo>
                    <a:pt x="712378" y="2230045"/>
                  </a:lnTo>
                  <a:lnTo>
                    <a:pt x="715125" y="2231358"/>
                  </a:lnTo>
                  <a:lnTo>
                    <a:pt x="718353" y="2235390"/>
                  </a:lnTo>
                  <a:lnTo>
                    <a:pt x="713196" y="2239370"/>
                  </a:lnTo>
                  <a:lnTo>
                    <a:pt x="710380" y="2242015"/>
                  </a:lnTo>
                  <a:lnTo>
                    <a:pt x="710019" y="2246600"/>
                  </a:lnTo>
                  <a:lnTo>
                    <a:pt x="709135" y="2251237"/>
                  </a:lnTo>
                  <a:lnTo>
                    <a:pt x="706618" y="2252302"/>
                  </a:lnTo>
                  <a:lnTo>
                    <a:pt x="702319" y="2251465"/>
                  </a:lnTo>
                  <a:lnTo>
                    <a:pt x="701982" y="2253843"/>
                  </a:lnTo>
                  <a:lnTo>
                    <a:pt x="698833" y="2253900"/>
                  </a:lnTo>
                  <a:lnTo>
                    <a:pt x="693934" y="2254599"/>
                  </a:lnTo>
                  <a:lnTo>
                    <a:pt x="687545" y="2257160"/>
                  </a:lnTo>
                  <a:lnTo>
                    <a:pt x="688197" y="2262376"/>
                  </a:lnTo>
                  <a:lnTo>
                    <a:pt x="678454" y="2270478"/>
                  </a:lnTo>
                  <a:lnTo>
                    <a:pt x="674013" y="2273098"/>
                  </a:lnTo>
                  <a:lnTo>
                    <a:pt x="673194" y="2275442"/>
                  </a:lnTo>
                  <a:lnTo>
                    <a:pt x="672888" y="2276315"/>
                  </a:lnTo>
                  <a:lnTo>
                    <a:pt x="668944" y="2279953"/>
                  </a:lnTo>
                  <a:lnTo>
                    <a:pt x="667718" y="2280193"/>
                  </a:lnTo>
                  <a:lnTo>
                    <a:pt x="666673" y="2277247"/>
                  </a:lnTo>
                  <a:lnTo>
                    <a:pt x="669224" y="2274535"/>
                  </a:lnTo>
                  <a:lnTo>
                    <a:pt x="669078" y="2268307"/>
                  </a:lnTo>
                  <a:lnTo>
                    <a:pt x="670404" y="2264856"/>
                  </a:lnTo>
                  <a:lnTo>
                    <a:pt x="668545" y="2262562"/>
                  </a:lnTo>
                  <a:lnTo>
                    <a:pt x="665505" y="2261721"/>
                  </a:lnTo>
                  <a:lnTo>
                    <a:pt x="663128" y="2265024"/>
                  </a:lnTo>
                  <a:lnTo>
                    <a:pt x="660155" y="2265014"/>
                  </a:lnTo>
                  <a:lnTo>
                    <a:pt x="657239" y="2265772"/>
                  </a:lnTo>
                  <a:lnTo>
                    <a:pt x="656405" y="2270408"/>
                  </a:lnTo>
                  <a:lnTo>
                    <a:pt x="654148" y="2273075"/>
                  </a:lnTo>
                  <a:lnTo>
                    <a:pt x="649315" y="2275744"/>
                  </a:lnTo>
                  <a:lnTo>
                    <a:pt x="645686" y="2278301"/>
                  </a:lnTo>
                  <a:lnTo>
                    <a:pt x="643512" y="2282873"/>
                  </a:lnTo>
                  <a:lnTo>
                    <a:pt x="643645" y="2284616"/>
                  </a:lnTo>
                  <a:lnTo>
                    <a:pt x="641789" y="2286738"/>
                  </a:lnTo>
                  <a:lnTo>
                    <a:pt x="637248" y="2284249"/>
                  </a:lnTo>
                  <a:lnTo>
                    <a:pt x="636974" y="2287714"/>
                  </a:lnTo>
                  <a:lnTo>
                    <a:pt x="633176" y="2288241"/>
                  </a:lnTo>
                  <a:lnTo>
                    <a:pt x="631271" y="2286839"/>
                  </a:lnTo>
                  <a:lnTo>
                    <a:pt x="626608" y="2286855"/>
                  </a:lnTo>
                  <a:lnTo>
                    <a:pt x="623305" y="2291055"/>
                  </a:lnTo>
                  <a:lnTo>
                    <a:pt x="617641" y="2294471"/>
                  </a:lnTo>
                  <a:lnTo>
                    <a:pt x="609871" y="2294169"/>
                  </a:lnTo>
                  <a:lnTo>
                    <a:pt x="608874" y="2292455"/>
                  </a:lnTo>
                  <a:lnTo>
                    <a:pt x="609950" y="2288835"/>
                  </a:lnTo>
                  <a:lnTo>
                    <a:pt x="610127" y="2285145"/>
                  </a:lnTo>
                  <a:lnTo>
                    <a:pt x="613066" y="2280389"/>
                  </a:lnTo>
                  <a:lnTo>
                    <a:pt x="612388" y="2276546"/>
                  </a:lnTo>
                  <a:lnTo>
                    <a:pt x="609406" y="2276133"/>
                  </a:lnTo>
                  <a:lnTo>
                    <a:pt x="605950" y="2276999"/>
                  </a:lnTo>
                  <a:lnTo>
                    <a:pt x="603704" y="2280880"/>
                  </a:lnTo>
                  <a:lnTo>
                    <a:pt x="602405" y="2283884"/>
                  </a:lnTo>
                  <a:lnTo>
                    <a:pt x="603073" y="2290878"/>
                  </a:lnTo>
                  <a:lnTo>
                    <a:pt x="600195" y="2295996"/>
                  </a:lnTo>
                  <a:lnTo>
                    <a:pt x="597445" y="2300045"/>
                  </a:lnTo>
                  <a:lnTo>
                    <a:pt x="599174" y="2306016"/>
                  </a:lnTo>
                  <a:lnTo>
                    <a:pt x="602534" y="2307538"/>
                  </a:lnTo>
                  <a:lnTo>
                    <a:pt x="607421" y="2310910"/>
                  </a:lnTo>
                  <a:lnTo>
                    <a:pt x="608395" y="2313422"/>
                  </a:lnTo>
                  <a:lnTo>
                    <a:pt x="603652" y="2312522"/>
                  </a:lnTo>
                  <a:lnTo>
                    <a:pt x="600277" y="2314192"/>
                  </a:lnTo>
                  <a:lnTo>
                    <a:pt x="596334" y="2310970"/>
                  </a:lnTo>
                  <a:lnTo>
                    <a:pt x="594623" y="2310160"/>
                  </a:lnTo>
                  <a:lnTo>
                    <a:pt x="591445" y="2312590"/>
                  </a:lnTo>
                  <a:lnTo>
                    <a:pt x="589188" y="2310657"/>
                  </a:lnTo>
                  <a:lnTo>
                    <a:pt x="586846" y="2312964"/>
                  </a:lnTo>
                  <a:lnTo>
                    <a:pt x="585939" y="2315440"/>
                  </a:lnTo>
                  <a:lnTo>
                    <a:pt x="585509" y="2319790"/>
                  </a:lnTo>
                  <a:lnTo>
                    <a:pt x="585621" y="2325111"/>
                  </a:lnTo>
                  <a:lnTo>
                    <a:pt x="584136" y="2327731"/>
                  </a:lnTo>
                  <a:lnTo>
                    <a:pt x="581899" y="2328015"/>
                  </a:lnTo>
                  <a:lnTo>
                    <a:pt x="579126" y="2324043"/>
                  </a:lnTo>
                  <a:lnTo>
                    <a:pt x="578824" y="2321813"/>
                  </a:lnTo>
                  <a:lnTo>
                    <a:pt x="579386" y="2314777"/>
                  </a:lnTo>
                  <a:lnTo>
                    <a:pt x="577414" y="2313713"/>
                  </a:lnTo>
                  <a:lnTo>
                    <a:pt x="574190" y="2316732"/>
                  </a:lnTo>
                  <a:lnTo>
                    <a:pt x="573610" y="2318856"/>
                  </a:lnTo>
                  <a:lnTo>
                    <a:pt x="569567" y="2319622"/>
                  </a:lnTo>
                  <a:lnTo>
                    <a:pt x="565368" y="2321564"/>
                  </a:lnTo>
                  <a:lnTo>
                    <a:pt x="562658" y="2319931"/>
                  </a:lnTo>
                  <a:lnTo>
                    <a:pt x="560970" y="2317026"/>
                  </a:lnTo>
                  <a:lnTo>
                    <a:pt x="557563" y="2321331"/>
                  </a:lnTo>
                  <a:lnTo>
                    <a:pt x="554774" y="2323872"/>
                  </a:lnTo>
                  <a:lnTo>
                    <a:pt x="551276" y="2326824"/>
                  </a:lnTo>
                  <a:lnTo>
                    <a:pt x="547977" y="2328577"/>
                  </a:lnTo>
                  <a:lnTo>
                    <a:pt x="550434" y="2330879"/>
                  </a:lnTo>
                  <a:lnTo>
                    <a:pt x="553723" y="2331131"/>
                  </a:lnTo>
                  <a:lnTo>
                    <a:pt x="557706" y="2335380"/>
                  </a:lnTo>
                  <a:lnTo>
                    <a:pt x="558849" y="2339735"/>
                  </a:lnTo>
                  <a:lnTo>
                    <a:pt x="552516" y="2337529"/>
                  </a:lnTo>
                  <a:lnTo>
                    <a:pt x="546799" y="2338505"/>
                  </a:lnTo>
                  <a:lnTo>
                    <a:pt x="540713" y="2340559"/>
                  </a:lnTo>
                  <a:lnTo>
                    <a:pt x="532852" y="2339312"/>
                  </a:lnTo>
                  <a:lnTo>
                    <a:pt x="524893" y="2339679"/>
                  </a:lnTo>
                  <a:lnTo>
                    <a:pt x="517466" y="2342691"/>
                  </a:lnTo>
                  <a:lnTo>
                    <a:pt x="514763" y="2345727"/>
                  </a:lnTo>
                  <a:lnTo>
                    <a:pt x="514264" y="2349600"/>
                  </a:lnTo>
                  <a:lnTo>
                    <a:pt x="510737" y="2352366"/>
                  </a:lnTo>
                  <a:lnTo>
                    <a:pt x="504470" y="2353870"/>
                  </a:lnTo>
                  <a:lnTo>
                    <a:pt x="500940" y="2353442"/>
                  </a:lnTo>
                  <a:lnTo>
                    <a:pt x="496938" y="2350729"/>
                  </a:lnTo>
                  <a:lnTo>
                    <a:pt x="495500" y="2346158"/>
                  </a:lnTo>
                  <a:lnTo>
                    <a:pt x="494129" y="2343840"/>
                  </a:lnTo>
                  <a:lnTo>
                    <a:pt x="494001" y="2340733"/>
                  </a:lnTo>
                  <a:lnTo>
                    <a:pt x="496875" y="2338272"/>
                  </a:lnTo>
                  <a:lnTo>
                    <a:pt x="501032" y="2336886"/>
                  </a:lnTo>
                  <a:lnTo>
                    <a:pt x="503307" y="2333266"/>
                  </a:lnTo>
                  <a:lnTo>
                    <a:pt x="506630" y="2325439"/>
                  </a:lnTo>
                  <a:lnTo>
                    <a:pt x="506661" y="2320775"/>
                  </a:lnTo>
                  <a:lnTo>
                    <a:pt x="511410" y="2318583"/>
                  </a:lnTo>
                  <a:lnTo>
                    <a:pt x="514499" y="2321340"/>
                  </a:lnTo>
                  <a:lnTo>
                    <a:pt x="519164" y="2319169"/>
                  </a:lnTo>
                  <a:lnTo>
                    <a:pt x="522042" y="2316818"/>
                  </a:lnTo>
                  <a:lnTo>
                    <a:pt x="526243" y="2316134"/>
                  </a:lnTo>
                  <a:lnTo>
                    <a:pt x="529569" y="2312636"/>
                  </a:lnTo>
                  <a:lnTo>
                    <a:pt x="533612" y="2311747"/>
                  </a:lnTo>
                  <a:lnTo>
                    <a:pt x="541919" y="2313130"/>
                  </a:lnTo>
                  <a:lnTo>
                    <a:pt x="545266" y="2318947"/>
                  </a:lnTo>
                  <a:lnTo>
                    <a:pt x="548139" y="2317777"/>
                  </a:lnTo>
                  <a:lnTo>
                    <a:pt x="550207" y="2314014"/>
                  </a:lnTo>
                  <a:lnTo>
                    <a:pt x="548989" y="2307821"/>
                  </a:lnTo>
                  <a:lnTo>
                    <a:pt x="555067" y="2304564"/>
                  </a:lnTo>
                  <a:lnTo>
                    <a:pt x="558417" y="2305186"/>
                  </a:lnTo>
                  <a:lnTo>
                    <a:pt x="564111" y="2303671"/>
                  </a:lnTo>
                  <a:lnTo>
                    <a:pt x="562761" y="2300064"/>
                  </a:lnTo>
                  <a:lnTo>
                    <a:pt x="565610" y="2297075"/>
                  </a:lnTo>
                  <a:lnTo>
                    <a:pt x="571228" y="2291139"/>
                  </a:lnTo>
                  <a:lnTo>
                    <a:pt x="573675" y="2286333"/>
                  </a:lnTo>
                  <a:lnTo>
                    <a:pt x="580140" y="2277469"/>
                  </a:lnTo>
                  <a:lnTo>
                    <a:pt x="584827" y="2270610"/>
                  </a:lnTo>
                  <a:lnTo>
                    <a:pt x="588035" y="2268178"/>
                  </a:lnTo>
                  <a:lnTo>
                    <a:pt x="590294" y="2265484"/>
                  </a:lnTo>
                  <a:lnTo>
                    <a:pt x="595235" y="2262796"/>
                  </a:lnTo>
                  <a:lnTo>
                    <a:pt x="598143" y="2259011"/>
                  </a:lnTo>
                  <a:lnTo>
                    <a:pt x="601270" y="2258263"/>
                  </a:lnTo>
                  <a:lnTo>
                    <a:pt x="609800" y="2255094"/>
                  </a:lnTo>
                  <a:lnTo>
                    <a:pt x="619338" y="2251408"/>
                  </a:lnTo>
                  <a:lnTo>
                    <a:pt x="625629" y="2250693"/>
                  </a:lnTo>
                  <a:lnTo>
                    <a:pt x="630810" y="2250698"/>
                  </a:lnTo>
                  <a:lnTo>
                    <a:pt x="630873" y="2255734"/>
                  </a:lnTo>
                  <a:lnTo>
                    <a:pt x="631616" y="2259756"/>
                  </a:lnTo>
                  <a:lnTo>
                    <a:pt x="639242" y="2261213"/>
                  </a:lnTo>
                  <a:lnTo>
                    <a:pt x="641062" y="2260837"/>
                  </a:lnTo>
                  <a:lnTo>
                    <a:pt x="642618" y="2257693"/>
                  </a:lnTo>
                  <a:lnTo>
                    <a:pt x="639977" y="2254899"/>
                  </a:lnTo>
                  <a:lnTo>
                    <a:pt x="638074" y="2253388"/>
                  </a:lnTo>
                  <a:lnTo>
                    <a:pt x="641136" y="2247204"/>
                  </a:lnTo>
                  <a:lnTo>
                    <a:pt x="643496" y="2238621"/>
                  </a:lnTo>
                  <a:lnTo>
                    <a:pt x="643953" y="2233912"/>
                  </a:lnTo>
                  <a:lnTo>
                    <a:pt x="649091" y="2229480"/>
                  </a:lnTo>
                  <a:lnTo>
                    <a:pt x="651438" y="2225968"/>
                  </a:lnTo>
                  <a:lnTo>
                    <a:pt x="656524" y="2222672"/>
                  </a:lnTo>
                  <a:lnTo>
                    <a:pt x="661363" y="2216441"/>
                  </a:lnTo>
                  <a:lnTo>
                    <a:pt x="670607" y="2210888"/>
                  </a:lnTo>
                  <a:lnTo>
                    <a:pt x="680418" y="2203288"/>
                  </a:lnTo>
                  <a:lnTo>
                    <a:pt x="688031" y="2196379"/>
                  </a:lnTo>
                  <a:lnTo>
                    <a:pt x="690704" y="2198459"/>
                  </a:lnTo>
                  <a:lnTo>
                    <a:pt x="692065" y="2199514"/>
                  </a:lnTo>
                  <a:lnTo>
                    <a:pt x="695564" y="2199249"/>
                  </a:lnTo>
                  <a:lnTo>
                    <a:pt x="698351" y="2198187"/>
                  </a:lnTo>
                  <a:lnTo>
                    <a:pt x="698515" y="2195759"/>
                  </a:lnTo>
                  <a:lnTo>
                    <a:pt x="696997" y="2191576"/>
                  </a:lnTo>
                  <a:lnTo>
                    <a:pt x="696925" y="2186528"/>
                  </a:lnTo>
                  <a:lnTo>
                    <a:pt x="701117" y="2176992"/>
                  </a:lnTo>
                  <a:lnTo>
                    <a:pt x="707272" y="2166994"/>
                  </a:lnTo>
                  <a:lnTo>
                    <a:pt x="709988" y="2164276"/>
                  </a:lnTo>
                  <a:lnTo>
                    <a:pt x="714490" y="2161768"/>
                  </a:lnTo>
                  <a:lnTo>
                    <a:pt x="718825" y="2153796"/>
                  </a:lnTo>
                  <a:lnTo>
                    <a:pt x="723562" y="2148952"/>
                  </a:lnTo>
                  <a:lnTo>
                    <a:pt x="726449" y="2147720"/>
                  </a:lnTo>
                  <a:lnTo>
                    <a:pt x="726079" y="2144719"/>
                  </a:lnTo>
                  <a:lnTo>
                    <a:pt x="725089" y="2141654"/>
                  </a:lnTo>
                  <a:lnTo>
                    <a:pt x="725491" y="2135333"/>
                  </a:lnTo>
                  <a:lnTo>
                    <a:pt x="726294" y="2127759"/>
                  </a:lnTo>
                  <a:lnTo>
                    <a:pt x="726798" y="2113335"/>
                  </a:lnTo>
                  <a:lnTo>
                    <a:pt x="727796" y="2109374"/>
                  </a:lnTo>
                  <a:lnTo>
                    <a:pt x="729883" y="2104764"/>
                  </a:lnTo>
                  <a:lnTo>
                    <a:pt x="727553" y="2100931"/>
                  </a:lnTo>
                  <a:lnTo>
                    <a:pt x="727337" y="2094407"/>
                  </a:lnTo>
                  <a:lnTo>
                    <a:pt x="728756" y="2087565"/>
                  </a:lnTo>
                  <a:lnTo>
                    <a:pt x="733579" y="2081818"/>
                  </a:lnTo>
                  <a:lnTo>
                    <a:pt x="735766" y="2078379"/>
                  </a:lnTo>
                  <a:lnTo>
                    <a:pt x="738546" y="2073994"/>
                  </a:lnTo>
                  <a:lnTo>
                    <a:pt x="740549" y="2069997"/>
                  </a:lnTo>
                  <a:lnTo>
                    <a:pt x="742233" y="2063583"/>
                  </a:lnTo>
                  <a:lnTo>
                    <a:pt x="741432" y="2061877"/>
                  </a:lnTo>
                  <a:lnTo>
                    <a:pt x="739001" y="2061795"/>
                  </a:lnTo>
                  <a:lnTo>
                    <a:pt x="738343" y="2061772"/>
                  </a:lnTo>
                  <a:lnTo>
                    <a:pt x="735996" y="2063081"/>
                  </a:lnTo>
                  <a:lnTo>
                    <a:pt x="730304" y="2066237"/>
                  </a:lnTo>
                  <a:lnTo>
                    <a:pt x="724898" y="2070050"/>
                  </a:lnTo>
                  <a:lnTo>
                    <a:pt x="718791" y="2073421"/>
                  </a:lnTo>
                  <a:lnTo>
                    <a:pt x="707996" y="2079607"/>
                  </a:lnTo>
                  <a:lnTo>
                    <a:pt x="705158" y="2079382"/>
                  </a:lnTo>
                  <a:lnTo>
                    <a:pt x="701950" y="2076509"/>
                  </a:lnTo>
                  <a:lnTo>
                    <a:pt x="700318" y="2071138"/>
                  </a:lnTo>
                  <a:lnTo>
                    <a:pt x="698816" y="2069754"/>
                  </a:lnTo>
                  <a:lnTo>
                    <a:pt x="694413" y="2067722"/>
                  </a:lnTo>
                  <a:lnTo>
                    <a:pt x="695610" y="2064126"/>
                  </a:lnTo>
                  <a:lnTo>
                    <a:pt x="692431" y="2060674"/>
                  </a:lnTo>
                  <a:lnTo>
                    <a:pt x="688054" y="2063846"/>
                  </a:lnTo>
                  <a:lnTo>
                    <a:pt x="687526" y="2067761"/>
                  </a:lnTo>
                  <a:lnTo>
                    <a:pt x="687978" y="2071089"/>
                  </a:lnTo>
                  <a:lnTo>
                    <a:pt x="685659" y="2074957"/>
                  </a:lnTo>
                  <a:lnTo>
                    <a:pt x="686871" y="2079462"/>
                  </a:lnTo>
                  <a:lnTo>
                    <a:pt x="691088" y="2088778"/>
                  </a:lnTo>
                  <a:lnTo>
                    <a:pt x="688496" y="2093740"/>
                  </a:lnTo>
                  <a:lnTo>
                    <a:pt x="685904" y="2094938"/>
                  </a:lnTo>
                  <a:lnTo>
                    <a:pt x="680186" y="2092930"/>
                  </a:lnTo>
                  <a:lnTo>
                    <a:pt x="674648" y="2081232"/>
                  </a:lnTo>
                  <a:lnTo>
                    <a:pt x="668704" y="2070130"/>
                  </a:lnTo>
                  <a:lnTo>
                    <a:pt x="664840" y="2066238"/>
                  </a:lnTo>
                  <a:lnTo>
                    <a:pt x="661431" y="2065517"/>
                  </a:lnTo>
                  <a:lnTo>
                    <a:pt x="662621" y="2062909"/>
                  </a:lnTo>
                  <a:lnTo>
                    <a:pt x="662097" y="2059835"/>
                  </a:lnTo>
                  <a:lnTo>
                    <a:pt x="659186" y="2059996"/>
                  </a:lnTo>
                  <a:lnTo>
                    <a:pt x="658188" y="2063522"/>
                  </a:lnTo>
                  <a:lnTo>
                    <a:pt x="656922" y="2066931"/>
                  </a:lnTo>
                  <a:lnTo>
                    <a:pt x="653481" y="2069839"/>
                  </a:lnTo>
                  <a:lnTo>
                    <a:pt x="651225" y="2066195"/>
                  </a:lnTo>
                  <a:lnTo>
                    <a:pt x="645968" y="2064195"/>
                  </a:lnTo>
                  <a:lnTo>
                    <a:pt x="643418" y="2061890"/>
                  </a:lnTo>
                  <a:lnTo>
                    <a:pt x="640611" y="2058413"/>
                  </a:lnTo>
                  <a:lnTo>
                    <a:pt x="642569" y="2055759"/>
                  </a:lnTo>
                  <a:lnTo>
                    <a:pt x="640621" y="2050763"/>
                  </a:lnTo>
                  <a:lnTo>
                    <a:pt x="634681" y="2054617"/>
                  </a:lnTo>
                  <a:lnTo>
                    <a:pt x="628271" y="2060472"/>
                  </a:lnTo>
                  <a:lnTo>
                    <a:pt x="625545" y="2066487"/>
                  </a:lnTo>
                  <a:lnTo>
                    <a:pt x="624028" y="2063227"/>
                  </a:lnTo>
                  <a:lnTo>
                    <a:pt x="620128" y="2065062"/>
                  </a:lnTo>
                  <a:lnTo>
                    <a:pt x="619213" y="2065697"/>
                  </a:lnTo>
                  <a:lnTo>
                    <a:pt x="617936" y="2066582"/>
                  </a:lnTo>
                  <a:lnTo>
                    <a:pt x="613458" y="2069675"/>
                  </a:lnTo>
                  <a:lnTo>
                    <a:pt x="609942" y="2071895"/>
                  </a:lnTo>
                  <a:lnTo>
                    <a:pt x="609895" y="2072129"/>
                  </a:lnTo>
                  <a:lnTo>
                    <a:pt x="608934" y="2076918"/>
                  </a:lnTo>
                  <a:lnTo>
                    <a:pt x="603512" y="2080412"/>
                  </a:lnTo>
                  <a:lnTo>
                    <a:pt x="597365" y="2084155"/>
                  </a:lnTo>
                  <a:lnTo>
                    <a:pt x="595819" y="2080134"/>
                  </a:lnTo>
                  <a:lnTo>
                    <a:pt x="588936" y="2080271"/>
                  </a:lnTo>
                  <a:lnTo>
                    <a:pt x="584532" y="2077398"/>
                  </a:lnTo>
                  <a:lnTo>
                    <a:pt x="589939" y="2074922"/>
                  </a:lnTo>
                  <a:lnTo>
                    <a:pt x="595135" y="2072073"/>
                  </a:lnTo>
                  <a:lnTo>
                    <a:pt x="596931" y="2064778"/>
                  </a:lnTo>
                  <a:lnTo>
                    <a:pt x="595742" y="2055173"/>
                  </a:lnTo>
                  <a:lnTo>
                    <a:pt x="592549" y="2048377"/>
                  </a:lnTo>
                  <a:lnTo>
                    <a:pt x="589964" y="2042986"/>
                  </a:lnTo>
                  <a:lnTo>
                    <a:pt x="588442" y="2037664"/>
                  </a:lnTo>
                  <a:lnTo>
                    <a:pt x="590144" y="2032181"/>
                  </a:lnTo>
                  <a:lnTo>
                    <a:pt x="594479" y="2026131"/>
                  </a:lnTo>
                  <a:lnTo>
                    <a:pt x="596238" y="2023837"/>
                  </a:lnTo>
                  <a:lnTo>
                    <a:pt x="598862" y="2022423"/>
                  </a:lnTo>
                  <a:lnTo>
                    <a:pt x="596788" y="2017403"/>
                  </a:lnTo>
                  <a:lnTo>
                    <a:pt x="593827" y="2011829"/>
                  </a:lnTo>
                  <a:lnTo>
                    <a:pt x="593509" y="2008600"/>
                  </a:lnTo>
                  <a:lnTo>
                    <a:pt x="588851" y="1998475"/>
                  </a:lnTo>
                  <a:lnTo>
                    <a:pt x="587077" y="1993771"/>
                  </a:lnTo>
                  <a:lnTo>
                    <a:pt x="586112" y="1990613"/>
                  </a:lnTo>
                  <a:lnTo>
                    <a:pt x="583699" y="1984667"/>
                  </a:lnTo>
                  <a:lnTo>
                    <a:pt x="579622" y="1977202"/>
                  </a:lnTo>
                  <a:lnTo>
                    <a:pt x="577328" y="1976615"/>
                  </a:lnTo>
                  <a:lnTo>
                    <a:pt x="576020" y="1979461"/>
                  </a:lnTo>
                  <a:lnTo>
                    <a:pt x="575912" y="1982838"/>
                  </a:lnTo>
                  <a:lnTo>
                    <a:pt x="576080" y="1986198"/>
                  </a:lnTo>
                  <a:lnTo>
                    <a:pt x="575206" y="1989578"/>
                  </a:lnTo>
                  <a:lnTo>
                    <a:pt x="572055" y="1989720"/>
                  </a:lnTo>
                  <a:lnTo>
                    <a:pt x="568689" y="1989527"/>
                  </a:lnTo>
                  <a:lnTo>
                    <a:pt x="566550" y="1991946"/>
                  </a:lnTo>
                  <a:lnTo>
                    <a:pt x="562971" y="1993468"/>
                  </a:lnTo>
                  <a:lnTo>
                    <a:pt x="555714" y="1997226"/>
                  </a:lnTo>
                  <a:lnTo>
                    <a:pt x="547256" y="1999041"/>
                  </a:lnTo>
                  <a:lnTo>
                    <a:pt x="537989" y="1999390"/>
                  </a:lnTo>
                  <a:lnTo>
                    <a:pt x="533348" y="1998527"/>
                  </a:lnTo>
                  <a:lnTo>
                    <a:pt x="527506" y="1995346"/>
                  </a:lnTo>
                  <a:lnTo>
                    <a:pt x="525546" y="1989324"/>
                  </a:lnTo>
                  <a:lnTo>
                    <a:pt x="526491" y="1987587"/>
                  </a:lnTo>
                  <a:lnTo>
                    <a:pt x="527941" y="1985753"/>
                  </a:lnTo>
                  <a:lnTo>
                    <a:pt x="523981" y="1981815"/>
                  </a:lnTo>
                  <a:lnTo>
                    <a:pt x="520109" y="1978105"/>
                  </a:lnTo>
                  <a:lnTo>
                    <a:pt x="517329" y="1971142"/>
                  </a:lnTo>
                  <a:lnTo>
                    <a:pt x="514493" y="1968560"/>
                  </a:lnTo>
                  <a:lnTo>
                    <a:pt x="512403" y="1964319"/>
                  </a:lnTo>
                  <a:lnTo>
                    <a:pt x="510131" y="1964286"/>
                  </a:lnTo>
                  <a:lnTo>
                    <a:pt x="504352" y="1960055"/>
                  </a:lnTo>
                  <a:lnTo>
                    <a:pt x="500500" y="1954145"/>
                  </a:lnTo>
                  <a:lnTo>
                    <a:pt x="502319" y="1952513"/>
                  </a:lnTo>
                  <a:lnTo>
                    <a:pt x="503925" y="1951964"/>
                  </a:lnTo>
                  <a:lnTo>
                    <a:pt x="505811" y="1948396"/>
                  </a:lnTo>
                  <a:lnTo>
                    <a:pt x="505002" y="1947357"/>
                  </a:lnTo>
                  <a:lnTo>
                    <a:pt x="501898" y="1947768"/>
                  </a:lnTo>
                  <a:lnTo>
                    <a:pt x="498999" y="1949740"/>
                  </a:lnTo>
                  <a:lnTo>
                    <a:pt x="496584" y="1949440"/>
                  </a:lnTo>
                  <a:lnTo>
                    <a:pt x="494091" y="1948677"/>
                  </a:lnTo>
                  <a:lnTo>
                    <a:pt x="492631" y="1945624"/>
                  </a:lnTo>
                  <a:lnTo>
                    <a:pt x="494265" y="1943764"/>
                  </a:lnTo>
                  <a:lnTo>
                    <a:pt x="498990" y="1942296"/>
                  </a:lnTo>
                  <a:lnTo>
                    <a:pt x="503091" y="1937778"/>
                  </a:lnTo>
                  <a:lnTo>
                    <a:pt x="505469" y="1937030"/>
                  </a:lnTo>
                  <a:lnTo>
                    <a:pt x="505114" y="1933950"/>
                  </a:lnTo>
                  <a:lnTo>
                    <a:pt x="504360" y="1932032"/>
                  </a:lnTo>
                  <a:lnTo>
                    <a:pt x="504924" y="1927749"/>
                  </a:lnTo>
                  <a:lnTo>
                    <a:pt x="503676" y="1922611"/>
                  </a:lnTo>
                  <a:lnTo>
                    <a:pt x="503066" y="1921703"/>
                  </a:lnTo>
                  <a:lnTo>
                    <a:pt x="500821" y="1918348"/>
                  </a:lnTo>
                  <a:lnTo>
                    <a:pt x="502701" y="1916051"/>
                  </a:lnTo>
                  <a:lnTo>
                    <a:pt x="505048" y="1913059"/>
                  </a:lnTo>
                  <a:lnTo>
                    <a:pt x="502892" y="1910650"/>
                  </a:lnTo>
                  <a:lnTo>
                    <a:pt x="501331" y="1906691"/>
                  </a:lnTo>
                  <a:lnTo>
                    <a:pt x="497997" y="1905102"/>
                  </a:lnTo>
                  <a:lnTo>
                    <a:pt x="495914" y="1910849"/>
                  </a:lnTo>
                  <a:lnTo>
                    <a:pt x="493856" y="1910385"/>
                  </a:lnTo>
                  <a:lnTo>
                    <a:pt x="491203" y="1909497"/>
                  </a:lnTo>
                  <a:lnTo>
                    <a:pt x="489025" y="1906254"/>
                  </a:lnTo>
                  <a:lnTo>
                    <a:pt x="489661" y="1900348"/>
                  </a:lnTo>
                  <a:lnTo>
                    <a:pt x="490170" y="1897050"/>
                  </a:lnTo>
                  <a:lnTo>
                    <a:pt x="485745" y="1894472"/>
                  </a:lnTo>
                  <a:lnTo>
                    <a:pt x="484504" y="1894559"/>
                  </a:lnTo>
                  <a:lnTo>
                    <a:pt x="482493" y="1887929"/>
                  </a:lnTo>
                  <a:lnTo>
                    <a:pt x="483862" y="1886215"/>
                  </a:lnTo>
                  <a:lnTo>
                    <a:pt x="486345" y="1885245"/>
                  </a:lnTo>
                  <a:lnTo>
                    <a:pt x="487785" y="1882780"/>
                  </a:lnTo>
                  <a:lnTo>
                    <a:pt x="484714" y="1879401"/>
                  </a:lnTo>
                  <a:lnTo>
                    <a:pt x="483529" y="1877862"/>
                  </a:lnTo>
                  <a:lnTo>
                    <a:pt x="481035" y="1878676"/>
                  </a:lnTo>
                  <a:lnTo>
                    <a:pt x="478687" y="1881517"/>
                  </a:lnTo>
                  <a:lnTo>
                    <a:pt x="476743" y="1879941"/>
                  </a:lnTo>
                  <a:lnTo>
                    <a:pt x="475546" y="1873472"/>
                  </a:lnTo>
                  <a:lnTo>
                    <a:pt x="478060" y="1866047"/>
                  </a:lnTo>
                  <a:lnTo>
                    <a:pt x="480841" y="1863553"/>
                  </a:lnTo>
                  <a:lnTo>
                    <a:pt x="479913" y="1860306"/>
                  </a:lnTo>
                  <a:lnTo>
                    <a:pt x="484309" y="1858468"/>
                  </a:lnTo>
                  <a:lnTo>
                    <a:pt x="487933" y="1860432"/>
                  </a:lnTo>
                  <a:lnTo>
                    <a:pt x="492552" y="1859522"/>
                  </a:lnTo>
                  <a:lnTo>
                    <a:pt x="492402" y="1857701"/>
                  </a:lnTo>
                  <a:lnTo>
                    <a:pt x="490312" y="1851596"/>
                  </a:lnTo>
                  <a:lnTo>
                    <a:pt x="490518" y="1845407"/>
                  </a:lnTo>
                  <a:lnTo>
                    <a:pt x="493203" y="1840122"/>
                  </a:lnTo>
                  <a:lnTo>
                    <a:pt x="499742" y="1831328"/>
                  </a:lnTo>
                  <a:lnTo>
                    <a:pt x="505595" y="1822343"/>
                  </a:lnTo>
                  <a:lnTo>
                    <a:pt x="510731" y="1816552"/>
                  </a:lnTo>
                  <a:lnTo>
                    <a:pt x="512291" y="1811679"/>
                  </a:lnTo>
                  <a:lnTo>
                    <a:pt x="514993" y="1807964"/>
                  </a:lnTo>
                  <a:lnTo>
                    <a:pt x="518458" y="1806509"/>
                  </a:lnTo>
                  <a:lnTo>
                    <a:pt x="518076" y="1802041"/>
                  </a:lnTo>
                  <a:lnTo>
                    <a:pt x="518047" y="1798441"/>
                  </a:lnTo>
                  <a:lnTo>
                    <a:pt x="520198" y="1792170"/>
                  </a:lnTo>
                  <a:lnTo>
                    <a:pt x="524168" y="1784705"/>
                  </a:lnTo>
                  <a:lnTo>
                    <a:pt x="526667" y="1778924"/>
                  </a:lnTo>
                  <a:lnTo>
                    <a:pt x="531445" y="1773415"/>
                  </a:lnTo>
                  <a:lnTo>
                    <a:pt x="537787" y="1770748"/>
                  </a:lnTo>
                  <a:lnTo>
                    <a:pt x="541573" y="1770358"/>
                  </a:lnTo>
                  <a:lnTo>
                    <a:pt x="546171" y="1773387"/>
                  </a:lnTo>
                  <a:lnTo>
                    <a:pt x="550138" y="1774304"/>
                  </a:lnTo>
                  <a:lnTo>
                    <a:pt x="552906" y="1779285"/>
                  </a:lnTo>
                  <a:lnTo>
                    <a:pt x="555159" y="1779840"/>
                  </a:lnTo>
                  <a:lnTo>
                    <a:pt x="560433" y="1786679"/>
                  </a:lnTo>
                  <a:lnTo>
                    <a:pt x="567450" y="1785799"/>
                  </a:lnTo>
                  <a:lnTo>
                    <a:pt x="571215" y="1781960"/>
                  </a:lnTo>
                  <a:lnTo>
                    <a:pt x="573315" y="1779845"/>
                  </a:lnTo>
                  <a:lnTo>
                    <a:pt x="574105" y="1776500"/>
                  </a:lnTo>
                  <a:lnTo>
                    <a:pt x="576692" y="1776064"/>
                  </a:lnTo>
                  <a:lnTo>
                    <a:pt x="580086" y="1772136"/>
                  </a:lnTo>
                  <a:lnTo>
                    <a:pt x="582215" y="1769662"/>
                  </a:lnTo>
                  <a:lnTo>
                    <a:pt x="585259" y="1763734"/>
                  </a:lnTo>
                  <a:lnTo>
                    <a:pt x="587211" y="1760870"/>
                  </a:lnTo>
                  <a:lnTo>
                    <a:pt x="581998" y="1755095"/>
                  </a:lnTo>
                  <a:lnTo>
                    <a:pt x="578344" y="1752201"/>
                  </a:lnTo>
                  <a:lnTo>
                    <a:pt x="581627" y="1749264"/>
                  </a:lnTo>
                  <a:lnTo>
                    <a:pt x="586499" y="1748937"/>
                  </a:lnTo>
                  <a:lnTo>
                    <a:pt x="590085" y="1755242"/>
                  </a:lnTo>
                  <a:lnTo>
                    <a:pt x="594681" y="1757326"/>
                  </a:lnTo>
                  <a:lnTo>
                    <a:pt x="596874" y="1761880"/>
                  </a:lnTo>
                  <a:lnTo>
                    <a:pt x="604925" y="1761016"/>
                  </a:lnTo>
                  <a:lnTo>
                    <a:pt x="611604" y="1761607"/>
                  </a:lnTo>
                  <a:lnTo>
                    <a:pt x="617689" y="1759859"/>
                  </a:lnTo>
                  <a:lnTo>
                    <a:pt x="620906" y="1755254"/>
                  </a:lnTo>
                  <a:lnTo>
                    <a:pt x="628820" y="1742919"/>
                  </a:lnTo>
                  <a:lnTo>
                    <a:pt x="629414" y="1737949"/>
                  </a:lnTo>
                  <a:lnTo>
                    <a:pt x="626258" y="1726700"/>
                  </a:lnTo>
                  <a:lnTo>
                    <a:pt x="625354" y="1722200"/>
                  </a:lnTo>
                  <a:lnTo>
                    <a:pt x="625150" y="1712046"/>
                  </a:lnTo>
                  <a:lnTo>
                    <a:pt x="619945" y="1703772"/>
                  </a:lnTo>
                  <a:lnTo>
                    <a:pt x="617906" y="1700099"/>
                  </a:lnTo>
                  <a:lnTo>
                    <a:pt x="611860" y="1698212"/>
                  </a:lnTo>
                  <a:lnTo>
                    <a:pt x="613002" y="1692762"/>
                  </a:lnTo>
                  <a:lnTo>
                    <a:pt x="615114" y="1690134"/>
                  </a:lnTo>
                  <a:lnTo>
                    <a:pt x="619816" y="1693692"/>
                  </a:lnTo>
                  <a:lnTo>
                    <a:pt x="625105" y="1690945"/>
                  </a:lnTo>
                  <a:lnTo>
                    <a:pt x="630314" y="1685984"/>
                  </a:lnTo>
                  <a:lnTo>
                    <a:pt x="630788" y="1679564"/>
                  </a:lnTo>
                  <a:lnTo>
                    <a:pt x="627224" y="1672526"/>
                  </a:lnTo>
                  <a:lnTo>
                    <a:pt x="623761" y="1669298"/>
                  </a:lnTo>
                  <a:lnTo>
                    <a:pt x="622510" y="1667364"/>
                  </a:lnTo>
                  <a:lnTo>
                    <a:pt x="620461" y="1668265"/>
                  </a:lnTo>
                  <a:lnTo>
                    <a:pt x="617466" y="1671664"/>
                  </a:lnTo>
                  <a:lnTo>
                    <a:pt x="616076" y="1675346"/>
                  </a:lnTo>
                  <a:lnTo>
                    <a:pt x="612488" y="1676493"/>
                  </a:lnTo>
                  <a:lnTo>
                    <a:pt x="609378" y="1674823"/>
                  </a:lnTo>
                  <a:lnTo>
                    <a:pt x="606107" y="1676458"/>
                  </a:lnTo>
                  <a:lnTo>
                    <a:pt x="603341" y="1678942"/>
                  </a:lnTo>
                  <a:lnTo>
                    <a:pt x="598732" y="1679795"/>
                  </a:lnTo>
                  <a:lnTo>
                    <a:pt x="595460" y="1680965"/>
                  </a:lnTo>
                  <a:lnTo>
                    <a:pt x="594108" y="1684389"/>
                  </a:lnTo>
                  <a:lnTo>
                    <a:pt x="586105" y="1689747"/>
                  </a:lnTo>
                  <a:lnTo>
                    <a:pt x="584317" y="1693004"/>
                  </a:lnTo>
                  <a:lnTo>
                    <a:pt x="583222" y="1699152"/>
                  </a:lnTo>
                  <a:lnTo>
                    <a:pt x="579574" y="1702366"/>
                  </a:lnTo>
                  <a:lnTo>
                    <a:pt x="578265" y="1695464"/>
                  </a:lnTo>
                  <a:lnTo>
                    <a:pt x="577994" y="1691279"/>
                  </a:lnTo>
                  <a:lnTo>
                    <a:pt x="576079" y="1688331"/>
                  </a:lnTo>
                  <a:lnTo>
                    <a:pt x="573659" y="1689689"/>
                  </a:lnTo>
                  <a:lnTo>
                    <a:pt x="573635" y="1692421"/>
                  </a:lnTo>
                  <a:lnTo>
                    <a:pt x="571843" y="1694951"/>
                  </a:lnTo>
                  <a:lnTo>
                    <a:pt x="570551" y="1698553"/>
                  </a:lnTo>
                  <a:lnTo>
                    <a:pt x="567954" y="1693446"/>
                  </a:lnTo>
                  <a:lnTo>
                    <a:pt x="564149" y="1688609"/>
                  </a:lnTo>
                  <a:lnTo>
                    <a:pt x="557503" y="1685177"/>
                  </a:lnTo>
                  <a:lnTo>
                    <a:pt x="553944" y="1684470"/>
                  </a:lnTo>
                  <a:lnTo>
                    <a:pt x="550203" y="1685709"/>
                  </a:lnTo>
                  <a:lnTo>
                    <a:pt x="545950" y="1684455"/>
                  </a:lnTo>
                  <a:lnTo>
                    <a:pt x="541927" y="1684286"/>
                  </a:lnTo>
                  <a:lnTo>
                    <a:pt x="535647" y="1686652"/>
                  </a:lnTo>
                  <a:lnTo>
                    <a:pt x="528758" y="1690429"/>
                  </a:lnTo>
                  <a:lnTo>
                    <a:pt x="523796" y="1690942"/>
                  </a:lnTo>
                  <a:lnTo>
                    <a:pt x="516833" y="1687073"/>
                  </a:lnTo>
                  <a:lnTo>
                    <a:pt x="504050" y="1681627"/>
                  </a:lnTo>
                  <a:lnTo>
                    <a:pt x="493978" y="1677472"/>
                  </a:lnTo>
                  <a:lnTo>
                    <a:pt x="490090" y="1672446"/>
                  </a:lnTo>
                  <a:lnTo>
                    <a:pt x="489177" y="1665388"/>
                  </a:lnTo>
                  <a:lnTo>
                    <a:pt x="489589" y="1662643"/>
                  </a:lnTo>
                  <a:lnTo>
                    <a:pt x="491773" y="1659246"/>
                  </a:lnTo>
                  <a:lnTo>
                    <a:pt x="491396" y="1657134"/>
                  </a:lnTo>
                  <a:lnTo>
                    <a:pt x="488190" y="1651853"/>
                  </a:lnTo>
                  <a:lnTo>
                    <a:pt x="485740" y="1649142"/>
                  </a:lnTo>
                  <a:lnTo>
                    <a:pt x="485068" y="1646620"/>
                  </a:lnTo>
                  <a:lnTo>
                    <a:pt x="481620" y="1639547"/>
                  </a:lnTo>
                  <a:lnTo>
                    <a:pt x="482338" y="1638794"/>
                  </a:lnTo>
                  <a:lnTo>
                    <a:pt x="488357" y="1640505"/>
                  </a:lnTo>
                  <a:lnTo>
                    <a:pt x="492437" y="1638301"/>
                  </a:lnTo>
                  <a:lnTo>
                    <a:pt x="493664" y="1633863"/>
                  </a:lnTo>
                  <a:lnTo>
                    <a:pt x="496507" y="1631564"/>
                  </a:lnTo>
                  <a:lnTo>
                    <a:pt x="494616" y="1628456"/>
                  </a:lnTo>
                  <a:lnTo>
                    <a:pt x="490953" y="1626805"/>
                  </a:lnTo>
                  <a:lnTo>
                    <a:pt x="487223" y="1626487"/>
                  </a:lnTo>
                  <a:lnTo>
                    <a:pt x="483865" y="1624169"/>
                  </a:lnTo>
                  <a:lnTo>
                    <a:pt x="480033" y="1621971"/>
                  </a:lnTo>
                  <a:lnTo>
                    <a:pt x="473400" y="1620117"/>
                  </a:lnTo>
                  <a:lnTo>
                    <a:pt x="470529" y="1618679"/>
                  </a:lnTo>
                  <a:lnTo>
                    <a:pt x="466191" y="1612874"/>
                  </a:lnTo>
                  <a:lnTo>
                    <a:pt x="462670" y="1609008"/>
                  </a:lnTo>
                  <a:lnTo>
                    <a:pt x="458294" y="1606205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h37"/>
            <p:cNvSpPr/>
            <p:nvPr/>
          </p:nvSpPr>
          <p:spPr>
            <a:xfrm>
              <a:off x="1278431" y="4314599"/>
              <a:ext cx="511263" cy="1602294"/>
            </a:xfrm>
            <a:custGeom>
              <a:avLst/>
              <a:pathLst>
                <a:path w="511263" h="1602294">
                  <a:moveTo>
                    <a:pt x="457199" y="1600200"/>
                  </a:moveTo>
                  <a:lnTo>
                    <a:pt x="466003" y="1594161"/>
                  </a:lnTo>
                  <a:lnTo>
                    <a:pt x="469100" y="1591737"/>
                  </a:lnTo>
                  <a:lnTo>
                    <a:pt x="472760" y="1586937"/>
                  </a:lnTo>
                  <a:lnTo>
                    <a:pt x="475487" y="1585396"/>
                  </a:lnTo>
                  <a:lnTo>
                    <a:pt x="475004" y="1580350"/>
                  </a:lnTo>
                  <a:lnTo>
                    <a:pt x="476624" y="1576393"/>
                  </a:lnTo>
                  <a:lnTo>
                    <a:pt x="483215" y="1570368"/>
                  </a:lnTo>
                  <a:lnTo>
                    <a:pt x="487916" y="1572379"/>
                  </a:lnTo>
                  <a:lnTo>
                    <a:pt x="488914" y="1568694"/>
                  </a:lnTo>
                  <a:lnTo>
                    <a:pt x="489979" y="1563847"/>
                  </a:lnTo>
                  <a:lnTo>
                    <a:pt x="492022" y="1558912"/>
                  </a:lnTo>
                  <a:lnTo>
                    <a:pt x="495729" y="1556328"/>
                  </a:lnTo>
                  <a:lnTo>
                    <a:pt x="503132" y="1554524"/>
                  </a:lnTo>
                  <a:lnTo>
                    <a:pt x="506926" y="1557634"/>
                  </a:lnTo>
                  <a:lnTo>
                    <a:pt x="511263" y="1558368"/>
                  </a:lnTo>
                  <a:lnTo>
                    <a:pt x="510511" y="1561295"/>
                  </a:lnTo>
                  <a:lnTo>
                    <a:pt x="508726" y="1564087"/>
                  </a:lnTo>
                  <a:lnTo>
                    <a:pt x="509142" y="1566928"/>
                  </a:lnTo>
                  <a:lnTo>
                    <a:pt x="504991" y="1569404"/>
                  </a:lnTo>
                  <a:lnTo>
                    <a:pt x="500252" y="1572386"/>
                  </a:lnTo>
                  <a:lnTo>
                    <a:pt x="493003" y="1575547"/>
                  </a:lnTo>
                  <a:lnTo>
                    <a:pt x="491237" y="1579089"/>
                  </a:lnTo>
                  <a:lnTo>
                    <a:pt x="488671" y="1582740"/>
                  </a:lnTo>
                  <a:lnTo>
                    <a:pt x="486982" y="1586167"/>
                  </a:lnTo>
                  <a:lnTo>
                    <a:pt x="481381" y="1588575"/>
                  </a:lnTo>
                  <a:lnTo>
                    <a:pt x="478667" y="1591037"/>
                  </a:lnTo>
                  <a:lnTo>
                    <a:pt x="476167" y="1594621"/>
                  </a:lnTo>
                  <a:lnTo>
                    <a:pt x="472821" y="1594143"/>
                  </a:lnTo>
                  <a:lnTo>
                    <a:pt x="467209" y="1598575"/>
                  </a:lnTo>
                  <a:lnTo>
                    <a:pt x="461255" y="1601303"/>
                  </a:lnTo>
                  <a:lnTo>
                    <a:pt x="457982" y="1602294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h38"/>
            <p:cNvSpPr/>
            <p:nvPr/>
          </p:nvSpPr>
          <p:spPr>
            <a:xfrm>
              <a:off x="1277383" y="4057631"/>
              <a:ext cx="468489" cy="1607805"/>
            </a:xfrm>
            <a:custGeom>
              <a:avLst/>
              <a:pathLst>
                <a:path w="468489" h="1607805">
                  <a:moveTo>
                    <a:pt x="457200" y="1600200"/>
                  </a:moveTo>
                  <a:lnTo>
                    <a:pt x="463626" y="1601978"/>
                  </a:lnTo>
                  <a:lnTo>
                    <a:pt x="468063" y="1602528"/>
                  </a:lnTo>
                  <a:lnTo>
                    <a:pt x="468489" y="1605366"/>
                  </a:lnTo>
                  <a:lnTo>
                    <a:pt x="464136" y="1607805"/>
                  </a:lnTo>
                  <a:lnTo>
                    <a:pt x="460870" y="160709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h39"/>
            <p:cNvSpPr/>
            <p:nvPr/>
          </p:nvSpPr>
          <p:spPr>
            <a:xfrm>
              <a:off x="1247429" y="4309975"/>
              <a:ext cx="475566" cy="1605019"/>
            </a:xfrm>
            <a:custGeom>
              <a:avLst/>
              <a:pathLst>
                <a:path w="475566" h="1605019">
                  <a:moveTo>
                    <a:pt x="457200" y="1600200"/>
                  </a:moveTo>
                  <a:lnTo>
                    <a:pt x="460442" y="1591741"/>
                  </a:lnTo>
                  <a:lnTo>
                    <a:pt x="462836" y="1590411"/>
                  </a:lnTo>
                  <a:lnTo>
                    <a:pt x="468599" y="1593719"/>
                  </a:lnTo>
                  <a:lnTo>
                    <a:pt x="472153" y="1589624"/>
                  </a:lnTo>
                  <a:lnTo>
                    <a:pt x="470463" y="1583456"/>
                  </a:lnTo>
                  <a:lnTo>
                    <a:pt x="473089" y="1582093"/>
                  </a:lnTo>
                  <a:lnTo>
                    <a:pt x="475234" y="1586286"/>
                  </a:lnTo>
                  <a:lnTo>
                    <a:pt x="475566" y="1591885"/>
                  </a:lnTo>
                  <a:lnTo>
                    <a:pt x="475129" y="1597640"/>
                  </a:lnTo>
                  <a:lnTo>
                    <a:pt x="473531" y="1603212"/>
                  </a:lnTo>
                  <a:lnTo>
                    <a:pt x="469559" y="1601656"/>
                  </a:lnTo>
                  <a:lnTo>
                    <a:pt x="464890" y="1601145"/>
                  </a:lnTo>
                  <a:lnTo>
                    <a:pt x="460222" y="1604971"/>
                  </a:lnTo>
                  <a:lnTo>
                    <a:pt x="455614" y="1605019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h40"/>
            <p:cNvSpPr/>
            <p:nvPr/>
          </p:nvSpPr>
          <p:spPr>
            <a:xfrm>
              <a:off x="1262095" y="4016128"/>
              <a:ext cx="465985" cy="1606534"/>
            </a:xfrm>
            <a:custGeom>
              <a:avLst/>
              <a:pathLst>
                <a:path w="465985" h="1606534">
                  <a:moveTo>
                    <a:pt x="457200" y="1600200"/>
                  </a:moveTo>
                  <a:lnTo>
                    <a:pt x="461004" y="1599191"/>
                  </a:lnTo>
                  <a:lnTo>
                    <a:pt x="465985" y="1599745"/>
                  </a:lnTo>
                  <a:lnTo>
                    <a:pt x="465905" y="1603858"/>
                  </a:lnTo>
                  <a:lnTo>
                    <a:pt x="460808" y="1606534"/>
                  </a:lnTo>
                  <a:lnTo>
                    <a:pt x="456798" y="1603602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h41"/>
            <p:cNvSpPr/>
            <p:nvPr/>
          </p:nvSpPr>
          <p:spPr>
            <a:xfrm>
              <a:off x="1224161" y="4316110"/>
              <a:ext cx="467400" cy="1606721"/>
            </a:xfrm>
            <a:custGeom>
              <a:avLst/>
              <a:pathLst>
                <a:path w="467400" h="1606721">
                  <a:moveTo>
                    <a:pt x="457200" y="1600200"/>
                  </a:moveTo>
                  <a:lnTo>
                    <a:pt x="462586" y="1596972"/>
                  </a:lnTo>
                  <a:lnTo>
                    <a:pt x="467400" y="1598973"/>
                  </a:lnTo>
                  <a:lnTo>
                    <a:pt x="465180" y="1604803"/>
                  </a:lnTo>
                  <a:lnTo>
                    <a:pt x="461609" y="1604612"/>
                  </a:lnTo>
                  <a:lnTo>
                    <a:pt x="457837" y="1606721"/>
                  </a:lnTo>
                  <a:lnTo>
                    <a:pt x="456033" y="160522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h42"/>
            <p:cNvSpPr/>
            <p:nvPr/>
          </p:nvSpPr>
          <p:spPr>
            <a:xfrm>
              <a:off x="1206175" y="4322547"/>
              <a:ext cx="461328" cy="1604647"/>
            </a:xfrm>
            <a:custGeom>
              <a:avLst/>
              <a:pathLst>
                <a:path w="461328" h="1604647">
                  <a:moveTo>
                    <a:pt x="457200" y="1600200"/>
                  </a:moveTo>
                  <a:lnTo>
                    <a:pt x="459320" y="1598228"/>
                  </a:lnTo>
                  <a:lnTo>
                    <a:pt x="461328" y="1600485"/>
                  </a:lnTo>
                  <a:lnTo>
                    <a:pt x="459958" y="1604647"/>
                  </a:lnTo>
                  <a:lnTo>
                    <a:pt x="457302" y="160313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h43"/>
            <p:cNvSpPr/>
            <p:nvPr/>
          </p:nvSpPr>
          <p:spPr>
            <a:xfrm>
              <a:off x="1281069" y="3590177"/>
              <a:ext cx="534795" cy="1653152"/>
            </a:xfrm>
            <a:custGeom>
              <a:avLst/>
              <a:pathLst>
                <a:path w="534795" h="1653152">
                  <a:moveTo>
                    <a:pt x="457200" y="1600200"/>
                  </a:moveTo>
                  <a:lnTo>
                    <a:pt x="458992" y="1596813"/>
                  </a:lnTo>
                  <a:lnTo>
                    <a:pt x="459856" y="1590480"/>
                  </a:lnTo>
                  <a:lnTo>
                    <a:pt x="462137" y="1586467"/>
                  </a:lnTo>
                  <a:lnTo>
                    <a:pt x="465419" y="1587079"/>
                  </a:lnTo>
                  <a:lnTo>
                    <a:pt x="465356" y="1591803"/>
                  </a:lnTo>
                  <a:lnTo>
                    <a:pt x="465538" y="1595204"/>
                  </a:lnTo>
                  <a:lnTo>
                    <a:pt x="471146" y="1599540"/>
                  </a:lnTo>
                  <a:lnTo>
                    <a:pt x="479626" y="1604859"/>
                  </a:lnTo>
                  <a:lnTo>
                    <a:pt x="482139" y="1604217"/>
                  </a:lnTo>
                  <a:lnTo>
                    <a:pt x="489453" y="1599975"/>
                  </a:lnTo>
                  <a:lnTo>
                    <a:pt x="492691" y="1599021"/>
                  </a:lnTo>
                  <a:lnTo>
                    <a:pt x="496282" y="1599927"/>
                  </a:lnTo>
                  <a:lnTo>
                    <a:pt x="498043" y="1601531"/>
                  </a:lnTo>
                  <a:lnTo>
                    <a:pt x="499823" y="1605297"/>
                  </a:lnTo>
                  <a:lnTo>
                    <a:pt x="501733" y="1606543"/>
                  </a:lnTo>
                  <a:lnTo>
                    <a:pt x="502157" y="1611685"/>
                  </a:lnTo>
                  <a:lnTo>
                    <a:pt x="502566" y="1615995"/>
                  </a:lnTo>
                  <a:lnTo>
                    <a:pt x="506079" y="1618941"/>
                  </a:lnTo>
                  <a:lnTo>
                    <a:pt x="511086" y="1620713"/>
                  </a:lnTo>
                  <a:lnTo>
                    <a:pt x="512987" y="1623853"/>
                  </a:lnTo>
                  <a:lnTo>
                    <a:pt x="515377" y="1626206"/>
                  </a:lnTo>
                  <a:lnTo>
                    <a:pt x="524822" y="1629239"/>
                  </a:lnTo>
                  <a:lnTo>
                    <a:pt x="528629" y="1630393"/>
                  </a:lnTo>
                  <a:lnTo>
                    <a:pt x="534795" y="1633972"/>
                  </a:lnTo>
                  <a:lnTo>
                    <a:pt x="532389" y="1638839"/>
                  </a:lnTo>
                  <a:lnTo>
                    <a:pt x="529489" y="1642654"/>
                  </a:lnTo>
                  <a:lnTo>
                    <a:pt x="526818" y="1643279"/>
                  </a:lnTo>
                  <a:lnTo>
                    <a:pt x="523661" y="1640029"/>
                  </a:lnTo>
                  <a:lnTo>
                    <a:pt x="519597" y="1639622"/>
                  </a:lnTo>
                  <a:lnTo>
                    <a:pt x="513709" y="1642552"/>
                  </a:lnTo>
                  <a:lnTo>
                    <a:pt x="510795" y="1644660"/>
                  </a:lnTo>
                  <a:lnTo>
                    <a:pt x="509259" y="1647568"/>
                  </a:lnTo>
                  <a:lnTo>
                    <a:pt x="509018" y="1650906"/>
                  </a:lnTo>
                  <a:lnTo>
                    <a:pt x="506818" y="1653152"/>
                  </a:lnTo>
                  <a:lnTo>
                    <a:pt x="503940" y="1651087"/>
                  </a:lnTo>
                  <a:lnTo>
                    <a:pt x="503928" y="1645484"/>
                  </a:lnTo>
                  <a:lnTo>
                    <a:pt x="502138" y="1640897"/>
                  </a:lnTo>
                  <a:lnTo>
                    <a:pt x="498361" y="1636275"/>
                  </a:lnTo>
                  <a:lnTo>
                    <a:pt x="495019" y="1634382"/>
                  </a:lnTo>
                  <a:lnTo>
                    <a:pt x="493023" y="1634151"/>
                  </a:lnTo>
                  <a:lnTo>
                    <a:pt x="492588" y="1630033"/>
                  </a:lnTo>
                  <a:lnTo>
                    <a:pt x="490114" y="1624412"/>
                  </a:lnTo>
                  <a:lnTo>
                    <a:pt x="484816" y="1619128"/>
                  </a:lnTo>
                  <a:lnTo>
                    <a:pt x="479339" y="1615147"/>
                  </a:lnTo>
                  <a:lnTo>
                    <a:pt x="475053" y="1613761"/>
                  </a:lnTo>
                  <a:lnTo>
                    <a:pt x="470692" y="1614813"/>
                  </a:lnTo>
                  <a:lnTo>
                    <a:pt x="468868" y="1616360"/>
                  </a:lnTo>
                  <a:lnTo>
                    <a:pt x="464437" y="1619383"/>
                  </a:lnTo>
                  <a:lnTo>
                    <a:pt x="462222" y="1617704"/>
                  </a:lnTo>
                  <a:lnTo>
                    <a:pt x="459046" y="1614856"/>
                  </a:lnTo>
                  <a:lnTo>
                    <a:pt x="456981" y="1612647"/>
                  </a:lnTo>
                  <a:lnTo>
                    <a:pt x="455922" y="160535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h44"/>
            <p:cNvSpPr/>
            <p:nvPr/>
          </p:nvSpPr>
          <p:spPr>
            <a:xfrm>
              <a:off x="1159576" y="4326253"/>
              <a:ext cx="468248" cy="1604261"/>
            </a:xfrm>
            <a:custGeom>
              <a:avLst/>
              <a:pathLst>
                <a:path w="468248" h="1604261">
                  <a:moveTo>
                    <a:pt x="457200" y="1600200"/>
                  </a:moveTo>
                  <a:lnTo>
                    <a:pt x="459838" y="1597300"/>
                  </a:lnTo>
                  <a:lnTo>
                    <a:pt x="463423" y="1595759"/>
                  </a:lnTo>
                  <a:lnTo>
                    <a:pt x="467562" y="1598250"/>
                  </a:lnTo>
                  <a:lnTo>
                    <a:pt x="468248" y="1600836"/>
                  </a:lnTo>
                  <a:lnTo>
                    <a:pt x="463993" y="1603573"/>
                  </a:lnTo>
                  <a:lnTo>
                    <a:pt x="459873" y="1604261"/>
                  </a:lnTo>
                  <a:lnTo>
                    <a:pt x="455884" y="1604105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h45"/>
            <p:cNvSpPr/>
            <p:nvPr/>
          </p:nvSpPr>
          <p:spPr>
            <a:xfrm>
              <a:off x="1215326" y="3769802"/>
              <a:ext cx="476536" cy="1632339"/>
            </a:xfrm>
            <a:custGeom>
              <a:avLst/>
              <a:pathLst>
                <a:path w="476536" h="1632339">
                  <a:moveTo>
                    <a:pt x="457200" y="1600200"/>
                  </a:moveTo>
                  <a:lnTo>
                    <a:pt x="460568" y="1607886"/>
                  </a:lnTo>
                  <a:lnTo>
                    <a:pt x="461425" y="1614058"/>
                  </a:lnTo>
                  <a:lnTo>
                    <a:pt x="468716" y="1622910"/>
                  </a:lnTo>
                  <a:lnTo>
                    <a:pt x="473026" y="1625916"/>
                  </a:lnTo>
                  <a:lnTo>
                    <a:pt x="476536" y="1629857"/>
                  </a:lnTo>
                  <a:lnTo>
                    <a:pt x="475701" y="1632339"/>
                  </a:lnTo>
                  <a:lnTo>
                    <a:pt x="471317" y="1630180"/>
                  </a:lnTo>
                  <a:lnTo>
                    <a:pt x="465535" y="1627434"/>
                  </a:lnTo>
                  <a:lnTo>
                    <a:pt x="459348" y="1618074"/>
                  </a:lnTo>
                  <a:lnTo>
                    <a:pt x="455245" y="1613529"/>
                  </a:lnTo>
                  <a:lnTo>
                    <a:pt x="455554" y="1602918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h46"/>
            <p:cNvSpPr/>
            <p:nvPr/>
          </p:nvSpPr>
          <p:spPr>
            <a:xfrm>
              <a:off x="1063653" y="4321496"/>
              <a:ext cx="540198" cy="1618355"/>
            </a:xfrm>
            <a:custGeom>
              <a:avLst/>
              <a:pathLst>
                <a:path w="540198" h="1618355">
                  <a:moveTo>
                    <a:pt x="457200" y="1600200"/>
                  </a:moveTo>
                  <a:lnTo>
                    <a:pt x="466928" y="1600151"/>
                  </a:lnTo>
                  <a:lnTo>
                    <a:pt x="472233" y="1598980"/>
                  </a:lnTo>
                  <a:lnTo>
                    <a:pt x="478241" y="1600521"/>
                  </a:lnTo>
                  <a:lnTo>
                    <a:pt x="484094" y="1599686"/>
                  </a:lnTo>
                  <a:lnTo>
                    <a:pt x="487673" y="1596973"/>
                  </a:lnTo>
                  <a:lnTo>
                    <a:pt x="488629" y="1590387"/>
                  </a:lnTo>
                  <a:lnTo>
                    <a:pt x="493449" y="1587472"/>
                  </a:lnTo>
                  <a:lnTo>
                    <a:pt x="498789" y="1585724"/>
                  </a:lnTo>
                  <a:lnTo>
                    <a:pt x="502680" y="1588478"/>
                  </a:lnTo>
                  <a:lnTo>
                    <a:pt x="505086" y="1593942"/>
                  </a:lnTo>
                  <a:lnTo>
                    <a:pt x="502381" y="1598820"/>
                  </a:lnTo>
                  <a:lnTo>
                    <a:pt x="502552" y="1605786"/>
                  </a:lnTo>
                  <a:lnTo>
                    <a:pt x="506898" y="1606349"/>
                  </a:lnTo>
                  <a:lnTo>
                    <a:pt x="515561" y="1607857"/>
                  </a:lnTo>
                  <a:lnTo>
                    <a:pt x="520017" y="1607945"/>
                  </a:lnTo>
                  <a:lnTo>
                    <a:pt x="525144" y="1612500"/>
                  </a:lnTo>
                  <a:lnTo>
                    <a:pt x="532323" y="1612813"/>
                  </a:lnTo>
                  <a:lnTo>
                    <a:pt x="540198" y="1615729"/>
                  </a:lnTo>
                  <a:lnTo>
                    <a:pt x="538809" y="1618355"/>
                  </a:lnTo>
                  <a:lnTo>
                    <a:pt x="532011" y="1618295"/>
                  </a:lnTo>
                  <a:lnTo>
                    <a:pt x="524005" y="1617614"/>
                  </a:lnTo>
                  <a:lnTo>
                    <a:pt x="519786" y="1616929"/>
                  </a:lnTo>
                  <a:lnTo>
                    <a:pt x="513551" y="1613541"/>
                  </a:lnTo>
                  <a:lnTo>
                    <a:pt x="509062" y="1613355"/>
                  </a:lnTo>
                  <a:lnTo>
                    <a:pt x="506273" y="1612317"/>
                  </a:lnTo>
                  <a:lnTo>
                    <a:pt x="499434" y="1609238"/>
                  </a:lnTo>
                  <a:lnTo>
                    <a:pt x="493286" y="1606645"/>
                  </a:lnTo>
                  <a:lnTo>
                    <a:pt x="489570" y="1606307"/>
                  </a:lnTo>
                  <a:lnTo>
                    <a:pt x="488183" y="1610638"/>
                  </a:lnTo>
                  <a:lnTo>
                    <a:pt x="483166" y="1607836"/>
                  </a:lnTo>
                  <a:lnTo>
                    <a:pt x="476631" y="1608265"/>
                  </a:lnTo>
                  <a:lnTo>
                    <a:pt x="471259" y="1606124"/>
                  </a:lnTo>
                  <a:lnTo>
                    <a:pt x="466872" y="1605909"/>
                  </a:lnTo>
                  <a:lnTo>
                    <a:pt x="461970" y="1604388"/>
                  </a:lnTo>
                  <a:lnTo>
                    <a:pt x="456070" y="160318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h47"/>
            <p:cNvSpPr/>
            <p:nvPr/>
          </p:nvSpPr>
          <p:spPr>
            <a:xfrm>
              <a:off x="1002933" y="4330358"/>
              <a:ext cx="512966" cy="1606880"/>
            </a:xfrm>
            <a:custGeom>
              <a:avLst/>
              <a:pathLst>
                <a:path w="512966" h="1606880">
                  <a:moveTo>
                    <a:pt x="457200" y="1600200"/>
                  </a:moveTo>
                  <a:lnTo>
                    <a:pt x="459332" y="1593263"/>
                  </a:lnTo>
                  <a:lnTo>
                    <a:pt x="464365" y="1592266"/>
                  </a:lnTo>
                  <a:lnTo>
                    <a:pt x="465354" y="1590118"/>
                  </a:lnTo>
                  <a:lnTo>
                    <a:pt x="464206" y="1585748"/>
                  </a:lnTo>
                  <a:lnTo>
                    <a:pt x="465818" y="1583549"/>
                  </a:lnTo>
                  <a:lnTo>
                    <a:pt x="468424" y="1584379"/>
                  </a:lnTo>
                  <a:lnTo>
                    <a:pt x="472899" y="1582977"/>
                  </a:lnTo>
                  <a:lnTo>
                    <a:pt x="473559" y="1586416"/>
                  </a:lnTo>
                  <a:lnTo>
                    <a:pt x="472969" y="1589375"/>
                  </a:lnTo>
                  <a:lnTo>
                    <a:pt x="471628" y="1593616"/>
                  </a:lnTo>
                  <a:lnTo>
                    <a:pt x="476846" y="1593764"/>
                  </a:lnTo>
                  <a:lnTo>
                    <a:pt x="481139" y="1594165"/>
                  </a:lnTo>
                  <a:lnTo>
                    <a:pt x="486037" y="1594808"/>
                  </a:lnTo>
                  <a:lnTo>
                    <a:pt x="486765" y="1590535"/>
                  </a:lnTo>
                  <a:lnTo>
                    <a:pt x="486689" y="1587046"/>
                  </a:lnTo>
                  <a:lnTo>
                    <a:pt x="486262" y="1582444"/>
                  </a:lnTo>
                  <a:lnTo>
                    <a:pt x="488854" y="1579540"/>
                  </a:lnTo>
                  <a:lnTo>
                    <a:pt x="492039" y="1580947"/>
                  </a:lnTo>
                  <a:lnTo>
                    <a:pt x="493364" y="1584247"/>
                  </a:lnTo>
                  <a:lnTo>
                    <a:pt x="496969" y="1590043"/>
                  </a:lnTo>
                  <a:lnTo>
                    <a:pt x="499708" y="1591136"/>
                  </a:lnTo>
                  <a:lnTo>
                    <a:pt x="504759" y="1592167"/>
                  </a:lnTo>
                  <a:lnTo>
                    <a:pt x="512383" y="1592844"/>
                  </a:lnTo>
                  <a:lnTo>
                    <a:pt x="512966" y="1595738"/>
                  </a:lnTo>
                  <a:lnTo>
                    <a:pt x="505141" y="1596360"/>
                  </a:lnTo>
                  <a:lnTo>
                    <a:pt x="499798" y="1595946"/>
                  </a:lnTo>
                  <a:lnTo>
                    <a:pt x="493120" y="1599162"/>
                  </a:lnTo>
                  <a:lnTo>
                    <a:pt x="491516" y="1601781"/>
                  </a:lnTo>
                  <a:lnTo>
                    <a:pt x="485649" y="1602440"/>
                  </a:lnTo>
                  <a:lnTo>
                    <a:pt x="480804" y="1602990"/>
                  </a:lnTo>
                  <a:lnTo>
                    <a:pt x="474467" y="1602288"/>
                  </a:lnTo>
                  <a:lnTo>
                    <a:pt x="471535" y="1603388"/>
                  </a:lnTo>
                  <a:lnTo>
                    <a:pt x="467260" y="1604964"/>
                  </a:lnTo>
                  <a:lnTo>
                    <a:pt x="464849" y="1606880"/>
                  </a:lnTo>
                  <a:lnTo>
                    <a:pt x="461529" y="1606238"/>
                  </a:lnTo>
                  <a:lnTo>
                    <a:pt x="456750" y="1606617"/>
                  </a:lnTo>
                  <a:lnTo>
                    <a:pt x="455189" y="1605088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h48"/>
            <p:cNvSpPr/>
            <p:nvPr/>
          </p:nvSpPr>
          <p:spPr>
            <a:xfrm>
              <a:off x="978311" y="4319306"/>
              <a:ext cx="480403" cy="1608397"/>
            </a:xfrm>
            <a:custGeom>
              <a:avLst/>
              <a:pathLst>
                <a:path w="480403" h="1608397">
                  <a:moveTo>
                    <a:pt x="457200" y="1600200"/>
                  </a:moveTo>
                  <a:lnTo>
                    <a:pt x="463654" y="1600269"/>
                  </a:lnTo>
                  <a:lnTo>
                    <a:pt x="469965" y="1601578"/>
                  </a:lnTo>
                  <a:lnTo>
                    <a:pt x="473162" y="1600757"/>
                  </a:lnTo>
                  <a:lnTo>
                    <a:pt x="475136" y="1594038"/>
                  </a:lnTo>
                  <a:lnTo>
                    <a:pt x="476074" y="1592054"/>
                  </a:lnTo>
                  <a:lnTo>
                    <a:pt x="478859" y="1593341"/>
                  </a:lnTo>
                  <a:lnTo>
                    <a:pt x="480403" y="1596352"/>
                  </a:lnTo>
                  <a:lnTo>
                    <a:pt x="477912" y="1600357"/>
                  </a:lnTo>
                  <a:lnTo>
                    <a:pt x="476688" y="1607555"/>
                  </a:lnTo>
                  <a:lnTo>
                    <a:pt x="473526" y="1608159"/>
                  </a:lnTo>
                  <a:lnTo>
                    <a:pt x="470397" y="1608397"/>
                  </a:lnTo>
                  <a:lnTo>
                    <a:pt x="467997" y="1606602"/>
                  </a:lnTo>
                  <a:lnTo>
                    <a:pt x="463117" y="1606146"/>
                  </a:lnTo>
                  <a:lnTo>
                    <a:pt x="457004" y="1606302"/>
                  </a:lnTo>
                  <a:lnTo>
                    <a:pt x="455505" y="1602446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h49"/>
            <p:cNvSpPr/>
            <p:nvPr/>
          </p:nvSpPr>
          <p:spPr>
            <a:xfrm>
              <a:off x="961604" y="4303077"/>
              <a:ext cx="476876" cy="1623573"/>
            </a:xfrm>
            <a:custGeom>
              <a:avLst/>
              <a:pathLst>
                <a:path w="476876" h="1623573">
                  <a:moveTo>
                    <a:pt x="457200" y="1600200"/>
                  </a:moveTo>
                  <a:lnTo>
                    <a:pt x="461022" y="1600423"/>
                  </a:lnTo>
                  <a:lnTo>
                    <a:pt x="465778" y="1602160"/>
                  </a:lnTo>
                  <a:lnTo>
                    <a:pt x="467387" y="1607082"/>
                  </a:lnTo>
                  <a:lnTo>
                    <a:pt x="471862" y="1608699"/>
                  </a:lnTo>
                  <a:lnTo>
                    <a:pt x="476876" y="1609649"/>
                  </a:lnTo>
                  <a:lnTo>
                    <a:pt x="475188" y="1612799"/>
                  </a:lnTo>
                  <a:lnTo>
                    <a:pt x="471232" y="1613606"/>
                  </a:lnTo>
                  <a:lnTo>
                    <a:pt x="468125" y="1616842"/>
                  </a:lnTo>
                  <a:lnTo>
                    <a:pt x="466402" y="1618568"/>
                  </a:lnTo>
                  <a:lnTo>
                    <a:pt x="464169" y="1623573"/>
                  </a:lnTo>
                  <a:lnTo>
                    <a:pt x="459731" y="1619927"/>
                  </a:lnTo>
                  <a:lnTo>
                    <a:pt x="457684" y="1616014"/>
                  </a:lnTo>
                  <a:lnTo>
                    <a:pt x="460143" y="1614917"/>
                  </a:lnTo>
                  <a:lnTo>
                    <a:pt x="462795" y="1614982"/>
                  </a:lnTo>
                  <a:lnTo>
                    <a:pt x="462965" y="1610502"/>
                  </a:lnTo>
                  <a:lnTo>
                    <a:pt x="460073" y="1607792"/>
                  </a:lnTo>
                  <a:lnTo>
                    <a:pt x="455855" y="1602576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h50"/>
            <p:cNvSpPr/>
            <p:nvPr/>
          </p:nvSpPr>
          <p:spPr>
            <a:xfrm>
              <a:off x="934079" y="4317548"/>
              <a:ext cx="469356" cy="1604017"/>
            </a:xfrm>
            <a:custGeom>
              <a:avLst/>
              <a:pathLst>
                <a:path w="469356" h="1604017">
                  <a:moveTo>
                    <a:pt x="457200" y="1600200"/>
                  </a:moveTo>
                  <a:lnTo>
                    <a:pt x="465115" y="1598901"/>
                  </a:lnTo>
                  <a:lnTo>
                    <a:pt x="469356" y="1601340"/>
                  </a:lnTo>
                  <a:lnTo>
                    <a:pt x="467726" y="1604017"/>
                  </a:lnTo>
                  <a:lnTo>
                    <a:pt x="462292" y="1603771"/>
                  </a:lnTo>
                  <a:lnTo>
                    <a:pt x="459162" y="1602439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h51"/>
            <p:cNvSpPr/>
            <p:nvPr/>
          </p:nvSpPr>
          <p:spPr>
            <a:xfrm>
              <a:off x="937325" y="4300117"/>
              <a:ext cx="461591" cy="1607174"/>
            </a:xfrm>
            <a:custGeom>
              <a:avLst/>
              <a:pathLst>
                <a:path w="461591" h="1607174">
                  <a:moveTo>
                    <a:pt x="457200" y="1600200"/>
                  </a:moveTo>
                  <a:lnTo>
                    <a:pt x="460699" y="1600389"/>
                  </a:lnTo>
                  <a:lnTo>
                    <a:pt x="461591" y="1605344"/>
                  </a:lnTo>
                  <a:lnTo>
                    <a:pt x="459151" y="1607174"/>
                  </a:lnTo>
                  <a:lnTo>
                    <a:pt x="455918" y="1603839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h52"/>
            <p:cNvSpPr/>
            <p:nvPr/>
          </p:nvSpPr>
          <p:spPr>
            <a:xfrm>
              <a:off x="921104" y="4333445"/>
              <a:ext cx="467113" cy="1604630"/>
            </a:xfrm>
            <a:custGeom>
              <a:avLst/>
              <a:pathLst>
                <a:path w="467113" h="1604630">
                  <a:moveTo>
                    <a:pt x="457200" y="1600200"/>
                  </a:moveTo>
                  <a:lnTo>
                    <a:pt x="464851" y="1593341"/>
                  </a:lnTo>
                  <a:lnTo>
                    <a:pt x="466928" y="1596144"/>
                  </a:lnTo>
                  <a:lnTo>
                    <a:pt x="467113" y="1599175"/>
                  </a:lnTo>
                  <a:lnTo>
                    <a:pt x="460472" y="1603209"/>
                  </a:lnTo>
                  <a:lnTo>
                    <a:pt x="458240" y="160463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h53"/>
            <p:cNvSpPr/>
            <p:nvPr/>
          </p:nvSpPr>
          <p:spPr>
            <a:xfrm>
              <a:off x="2005437" y="2835318"/>
              <a:ext cx="1108548" cy="1839637"/>
            </a:xfrm>
            <a:custGeom>
              <a:avLst/>
              <a:pathLst>
                <a:path w="1108548" h="1839637">
                  <a:moveTo>
                    <a:pt x="457200" y="1600200"/>
                  </a:moveTo>
                  <a:lnTo>
                    <a:pt x="456639" y="1597144"/>
                  </a:lnTo>
                  <a:lnTo>
                    <a:pt x="461840" y="1593995"/>
                  </a:lnTo>
                  <a:lnTo>
                    <a:pt x="467826" y="1586313"/>
                  </a:lnTo>
                  <a:lnTo>
                    <a:pt x="469691" y="1583768"/>
                  </a:lnTo>
                  <a:lnTo>
                    <a:pt x="473499" y="1585357"/>
                  </a:lnTo>
                  <a:lnTo>
                    <a:pt x="478975" y="1585422"/>
                  </a:lnTo>
                  <a:lnTo>
                    <a:pt x="483741" y="1585476"/>
                  </a:lnTo>
                  <a:lnTo>
                    <a:pt x="487391" y="1582658"/>
                  </a:lnTo>
                  <a:lnTo>
                    <a:pt x="488412" y="1581869"/>
                  </a:lnTo>
                  <a:lnTo>
                    <a:pt x="496051" y="1575304"/>
                  </a:lnTo>
                  <a:lnTo>
                    <a:pt x="497704" y="1568452"/>
                  </a:lnTo>
                  <a:lnTo>
                    <a:pt x="496715" y="1565547"/>
                  </a:lnTo>
                  <a:lnTo>
                    <a:pt x="497132" y="1559525"/>
                  </a:lnTo>
                  <a:lnTo>
                    <a:pt x="494997" y="1552692"/>
                  </a:lnTo>
                  <a:lnTo>
                    <a:pt x="494387" y="1552428"/>
                  </a:lnTo>
                  <a:lnTo>
                    <a:pt x="488675" y="1549952"/>
                  </a:lnTo>
                  <a:lnTo>
                    <a:pt x="483106" y="1549676"/>
                  </a:lnTo>
                  <a:lnTo>
                    <a:pt x="478864" y="1548064"/>
                  </a:lnTo>
                  <a:lnTo>
                    <a:pt x="476498" y="1539173"/>
                  </a:lnTo>
                  <a:lnTo>
                    <a:pt x="480276" y="1533012"/>
                  </a:lnTo>
                  <a:lnTo>
                    <a:pt x="481743" y="1524357"/>
                  </a:lnTo>
                  <a:lnTo>
                    <a:pt x="482591" y="1521320"/>
                  </a:lnTo>
                  <a:lnTo>
                    <a:pt x="478206" y="1516463"/>
                  </a:lnTo>
                  <a:lnTo>
                    <a:pt x="480445" y="1512405"/>
                  </a:lnTo>
                  <a:lnTo>
                    <a:pt x="481517" y="1505892"/>
                  </a:lnTo>
                  <a:lnTo>
                    <a:pt x="480221" y="1502086"/>
                  </a:lnTo>
                  <a:lnTo>
                    <a:pt x="485732" y="1501382"/>
                  </a:lnTo>
                  <a:lnTo>
                    <a:pt x="489779" y="1501532"/>
                  </a:lnTo>
                  <a:lnTo>
                    <a:pt x="490602" y="1500313"/>
                  </a:lnTo>
                  <a:lnTo>
                    <a:pt x="494941" y="1493878"/>
                  </a:lnTo>
                  <a:lnTo>
                    <a:pt x="503533" y="1487616"/>
                  </a:lnTo>
                  <a:lnTo>
                    <a:pt x="504089" y="1480860"/>
                  </a:lnTo>
                  <a:lnTo>
                    <a:pt x="505530" y="1474194"/>
                  </a:lnTo>
                  <a:lnTo>
                    <a:pt x="508185" y="1470695"/>
                  </a:lnTo>
                  <a:lnTo>
                    <a:pt x="509537" y="1467638"/>
                  </a:lnTo>
                  <a:lnTo>
                    <a:pt x="509468" y="1462425"/>
                  </a:lnTo>
                  <a:lnTo>
                    <a:pt x="509148" y="1453893"/>
                  </a:lnTo>
                  <a:lnTo>
                    <a:pt x="511347" y="1449677"/>
                  </a:lnTo>
                  <a:lnTo>
                    <a:pt x="511721" y="1445163"/>
                  </a:lnTo>
                  <a:lnTo>
                    <a:pt x="509574" y="1441282"/>
                  </a:lnTo>
                  <a:lnTo>
                    <a:pt x="512704" y="1438202"/>
                  </a:lnTo>
                  <a:lnTo>
                    <a:pt x="519286" y="1432576"/>
                  </a:lnTo>
                  <a:lnTo>
                    <a:pt x="521845" y="1429032"/>
                  </a:lnTo>
                  <a:lnTo>
                    <a:pt x="523079" y="1424671"/>
                  </a:lnTo>
                  <a:lnTo>
                    <a:pt x="523550" y="1423008"/>
                  </a:lnTo>
                  <a:lnTo>
                    <a:pt x="526145" y="1421093"/>
                  </a:lnTo>
                  <a:lnTo>
                    <a:pt x="532453" y="1419290"/>
                  </a:lnTo>
                  <a:lnTo>
                    <a:pt x="538664" y="1416290"/>
                  </a:lnTo>
                  <a:lnTo>
                    <a:pt x="545444" y="1414902"/>
                  </a:lnTo>
                  <a:lnTo>
                    <a:pt x="551671" y="1409282"/>
                  </a:lnTo>
                  <a:lnTo>
                    <a:pt x="555988" y="1407549"/>
                  </a:lnTo>
                  <a:lnTo>
                    <a:pt x="556617" y="1402168"/>
                  </a:lnTo>
                  <a:lnTo>
                    <a:pt x="556658" y="1401824"/>
                  </a:lnTo>
                  <a:lnTo>
                    <a:pt x="554149" y="1396482"/>
                  </a:lnTo>
                  <a:lnTo>
                    <a:pt x="545941" y="1387992"/>
                  </a:lnTo>
                  <a:lnTo>
                    <a:pt x="539669" y="1380785"/>
                  </a:lnTo>
                  <a:lnTo>
                    <a:pt x="535279" y="1379988"/>
                  </a:lnTo>
                  <a:lnTo>
                    <a:pt x="536593" y="1371882"/>
                  </a:lnTo>
                  <a:lnTo>
                    <a:pt x="533351" y="1363236"/>
                  </a:lnTo>
                  <a:lnTo>
                    <a:pt x="531132" y="1348929"/>
                  </a:lnTo>
                  <a:lnTo>
                    <a:pt x="529183" y="1344350"/>
                  </a:lnTo>
                  <a:lnTo>
                    <a:pt x="522317" y="1331752"/>
                  </a:lnTo>
                  <a:lnTo>
                    <a:pt x="517606" y="1323665"/>
                  </a:lnTo>
                  <a:lnTo>
                    <a:pt x="519428" y="1315139"/>
                  </a:lnTo>
                  <a:lnTo>
                    <a:pt x="520195" y="1307856"/>
                  </a:lnTo>
                  <a:lnTo>
                    <a:pt x="522332" y="1299829"/>
                  </a:lnTo>
                  <a:lnTo>
                    <a:pt x="523881" y="1293397"/>
                  </a:lnTo>
                  <a:lnTo>
                    <a:pt x="525951" y="1293833"/>
                  </a:lnTo>
                  <a:lnTo>
                    <a:pt x="528934" y="1292127"/>
                  </a:lnTo>
                  <a:lnTo>
                    <a:pt x="529892" y="1276699"/>
                  </a:lnTo>
                  <a:lnTo>
                    <a:pt x="528761" y="1257941"/>
                  </a:lnTo>
                  <a:lnTo>
                    <a:pt x="525816" y="1252376"/>
                  </a:lnTo>
                  <a:lnTo>
                    <a:pt x="527424" y="1243196"/>
                  </a:lnTo>
                  <a:lnTo>
                    <a:pt x="529379" y="1235527"/>
                  </a:lnTo>
                  <a:lnTo>
                    <a:pt x="530081" y="1232775"/>
                  </a:lnTo>
                  <a:lnTo>
                    <a:pt x="527298" y="1227157"/>
                  </a:lnTo>
                  <a:lnTo>
                    <a:pt x="528133" y="1216920"/>
                  </a:lnTo>
                  <a:lnTo>
                    <a:pt x="529093" y="1206878"/>
                  </a:lnTo>
                  <a:lnTo>
                    <a:pt x="533463" y="1201277"/>
                  </a:lnTo>
                  <a:lnTo>
                    <a:pt x="531156" y="1196237"/>
                  </a:lnTo>
                  <a:lnTo>
                    <a:pt x="528931" y="1190522"/>
                  </a:lnTo>
                  <a:lnTo>
                    <a:pt x="529090" y="1182211"/>
                  </a:lnTo>
                  <a:lnTo>
                    <a:pt x="530151" y="1175331"/>
                  </a:lnTo>
                  <a:lnTo>
                    <a:pt x="530238" y="1174766"/>
                  </a:lnTo>
                  <a:lnTo>
                    <a:pt x="531619" y="1170739"/>
                  </a:lnTo>
                  <a:lnTo>
                    <a:pt x="538756" y="1170367"/>
                  </a:lnTo>
                  <a:lnTo>
                    <a:pt x="543045" y="1168137"/>
                  </a:lnTo>
                  <a:lnTo>
                    <a:pt x="548769" y="1167807"/>
                  </a:lnTo>
                  <a:lnTo>
                    <a:pt x="554714" y="1168933"/>
                  </a:lnTo>
                  <a:lnTo>
                    <a:pt x="556732" y="1172007"/>
                  </a:lnTo>
                  <a:lnTo>
                    <a:pt x="560467" y="1173036"/>
                  </a:lnTo>
                  <a:lnTo>
                    <a:pt x="563977" y="1171205"/>
                  </a:lnTo>
                  <a:lnTo>
                    <a:pt x="568358" y="1172300"/>
                  </a:lnTo>
                  <a:lnTo>
                    <a:pt x="571123" y="1177205"/>
                  </a:lnTo>
                  <a:lnTo>
                    <a:pt x="572349" y="1183082"/>
                  </a:lnTo>
                  <a:lnTo>
                    <a:pt x="576322" y="1187221"/>
                  </a:lnTo>
                  <a:lnTo>
                    <a:pt x="581577" y="1190659"/>
                  </a:lnTo>
                  <a:lnTo>
                    <a:pt x="587886" y="1190609"/>
                  </a:lnTo>
                  <a:lnTo>
                    <a:pt x="589770" y="1187324"/>
                  </a:lnTo>
                  <a:lnTo>
                    <a:pt x="594868" y="1179556"/>
                  </a:lnTo>
                  <a:lnTo>
                    <a:pt x="601489" y="1171549"/>
                  </a:lnTo>
                  <a:lnTo>
                    <a:pt x="602772" y="1162336"/>
                  </a:lnTo>
                  <a:lnTo>
                    <a:pt x="603912" y="1155381"/>
                  </a:lnTo>
                  <a:lnTo>
                    <a:pt x="609030" y="1121132"/>
                  </a:lnTo>
                  <a:lnTo>
                    <a:pt x="613539" y="1091744"/>
                  </a:lnTo>
                  <a:lnTo>
                    <a:pt x="616513" y="1072413"/>
                  </a:lnTo>
                  <a:lnTo>
                    <a:pt x="624787" y="1073862"/>
                  </a:lnTo>
                  <a:lnTo>
                    <a:pt x="722639" y="1089760"/>
                  </a:lnTo>
                  <a:lnTo>
                    <a:pt x="729236" y="1090779"/>
                  </a:lnTo>
                  <a:lnTo>
                    <a:pt x="736070" y="1091830"/>
                  </a:lnTo>
                  <a:lnTo>
                    <a:pt x="763971" y="1096056"/>
                  </a:lnTo>
                  <a:lnTo>
                    <a:pt x="764611" y="1096152"/>
                  </a:lnTo>
                  <a:lnTo>
                    <a:pt x="782366" y="1098782"/>
                  </a:lnTo>
                  <a:lnTo>
                    <a:pt x="875190" y="1112013"/>
                  </a:lnTo>
                  <a:lnTo>
                    <a:pt x="875892" y="1112109"/>
                  </a:lnTo>
                  <a:lnTo>
                    <a:pt x="888426" y="1113947"/>
                  </a:lnTo>
                  <a:lnTo>
                    <a:pt x="891138" y="1114283"/>
                  </a:lnTo>
                  <a:lnTo>
                    <a:pt x="909295" y="1116511"/>
                  </a:lnTo>
                  <a:lnTo>
                    <a:pt x="940396" y="1120488"/>
                  </a:lnTo>
                  <a:lnTo>
                    <a:pt x="967951" y="1124653"/>
                  </a:lnTo>
                  <a:lnTo>
                    <a:pt x="1014233" y="1130346"/>
                  </a:lnTo>
                  <a:lnTo>
                    <a:pt x="1064104" y="1136037"/>
                  </a:lnTo>
                  <a:lnTo>
                    <a:pt x="1108548" y="1140980"/>
                  </a:lnTo>
                  <a:lnTo>
                    <a:pt x="1106987" y="1156355"/>
                  </a:lnTo>
                  <a:lnTo>
                    <a:pt x="1097653" y="1249903"/>
                  </a:lnTo>
                  <a:lnTo>
                    <a:pt x="1096244" y="1264017"/>
                  </a:lnTo>
                  <a:lnTo>
                    <a:pt x="1094732" y="1279188"/>
                  </a:lnTo>
                  <a:lnTo>
                    <a:pt x="1091481" y="1311964"/>
                  </a:lnTo>
                  <a:lnTo>
                    <a:pt x="1088399" y="1342894"/>
                  </a:lnTo>
                  <a:lnTo>
                    <a:pt x="1086177" y="1366111"/>
                  </a:lnTo>
                  <a:lnTo>
                    <a:pt x="1083637" y="1392742"/>
                  </a:lnTo>
                  <a:lnTo>
                    <a:pt x="1079060" y="1439671"/>
                  </a:lnTo>
                  <a:lnTo>
                    <a:pt x="1078378" y="1446689"/>
                  </a:lnTo>
                  <a:lnTo>
                    <a:pt x="1070686" y="1526516"/>
                  </a:lnTo>
                  <a:lnTo>
                    <a:pt x="1069518" y="1538552"/>
                  </a:lnTo>
                  <a:lnTo>
                    <a:pt x="1065135" y="1583860"/>
                  </a:lnTo>
                  <a:lnTo>
                    <a:pt x="1062797" y="1608618"/>
                  </a:lnTo>
                  <a:lnTo>
                    <a:pt x="1057801" y="1661762"/>
                  </a:lnTo>
                  <a:lnTo>
                    <a:pt x="1053698" y="1705013"/>
                  </a:lnTo>
                  <a:lnTo>
                    <a:pt x="1049701" y="1747153"/>
                  </a:lnTo>
                  <a:lnTo>
                    <a:pt x="1046326" y="1782540"/>
                  </a:lnTo>
                  <a:lnTo>
                    <a:pt x="1040976" y="1839637"/>
                  </a:lnTo>
                  <a:lnTo>
                    <a:pt x="993810" y="1834418"/>
                  </a:lnTo>
                  <a:lnTo>
                    <a:pt x="958261" y="1830321"/>
                  </a:lnTo>
                  <a:lnTo>
                    <a:pt x="891466" y="1822512"/>
                  </a:lnTo>
                  <a:lnTo>
                    <a:pt x="826329" y="1814414"/>
                  </a:lnTo>
                  <a:lnTo>
                    <a:pt x="796755" y="1798989"/>
                  </a:lnTo>
                  <a:lnTo>
                    <a:pt x="696293" y="1745485"/>
                  </a:lnTo>
                  <a:lnTo>
                    <a:pt x="599662" y="1693413"/>
                  </a:lnTo>
                  <a:lnTo>
                    <a:pt x="558367" y="1670662"/>
                  </a:lnTo>
                  <a:lnTo>
                    <a:pt x="453886" y="1612119"/>
                  </a:lnTo>
                  <a:lnTo>
                    <a:pt x="454639" y="1608658"/>
                  </a:lnTo>
                  <a:lnTo>
                    <a:pt x="456814" y="1605501"/>
                  </a:lnTo>
                  <a:lnTo>
                    <a:pt x="455156" y="1603469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h54"/>
            <p:cNvSpPr/>
            <p:nvPr/>
          </p:nvSpPr>
          <p:spPr>
            <a:xfrm>
              <a:off x="4093174" y="2469248"/>
              <a:ext cx="960783" cy="2026450"/>
            </a:xfrm>
            <a:custGeom>
              <a:avLst/>
              <a:pathLst>
                <a:path w="960783" h="2026450">
                  <a:moveTo>
                    <a:pt x="457200" y="1600200"/>
                  </a:moveTo>
                  <a:lnTo>
                    <a:pt x="482845" y="1598493"/>
                  </a:lnTo>
                  <a:lnTo>
                    <a:pt x="511226" y="1596616"/>
                  </a:lnTo>
                  <a:lnTo>
                    <a:pt x="523001" y="1595809"/>
                  </a:lnTo>
                  <a:lnTo>
                    <a:pt x="532236" y="1595120"/>
                  </a:lnTo>
                  <a:lnTo>
                    <a:pt x="548857" y="1593855"/>
                  </a:lnTo>
                  <a:lnTo>
                    <a:pt x="560429" y="1593007"/>
                  </a:lnTo>
                  <a:lnTo>
                    <a:pt x="576128" y="1591831"/>
                  </a:lnTo>
                  <a:lnTo>
                    <a:pt x="587273" y="1590984"/>
                  </a:lnTo>
                  <a:lnTo>
                    <a:pt x="589494" y="1590813"/>
                  </a:lnTo>
                  <a:lnTo>
                    <a:pt x="606169" y="1589514"/>
                  </a:lnTo>
                  <a:lnTo>
                    <a:pt x="633293" y="1587224"/>
                  </a:lnTo>
                  <a:lnTo>
                    <a:pt x="634802" y="1587094"/>
                  </a:lnTo>
                  <a:lnTo>
                    <a:pt x="641437" y="1586518"/>
                  </a:lnTo>
                  <a:lnTo>
                    <a:pt x="662182" y="1584684"/>
                  </a:lnTo>
                  <a:lnTo>
                    <a:pt x="665682" y="1584382"/>
                  </a:lnTo>
                  <a:lnTo>
                    <a:pt x="683513" y="1582820"/>
                  </a:lnTo>
                  <a:lnTo>
                    <a:pt x="703436" y="1580932"/>
                  </a:lnTo>
                  <a:lnTo>
                    <a:pt x="706416" y="1580646"/>
                  </a:lnTo>
                  <a:lnTo>
                    <a:pt x="719821" y="1579344"/>
                  </a:lnTo>
                  <a:lnTo>
                    <a:pt x="751029" y="1576195"/>
                  </a:lnTo>
                  <a:lnTo>
                    <a:pt x="753989" y="1575890"/>
                  </a:lnTo>
                  <a:lnTo>
                    <a:pt x="773179" y="1574175"/>
                  </a:lnTo>
                  <a:lnTo>
                    <a:pt x="777479" y="1573785"/>
                  </a:lnTo>
                  <a:lnTo>
                    <a:pt x="777674" y="1573767"/>
                  </a:lnTo>
                  <a:lnTo>
                    <a:pt x="805365" y="1570791"/>
                  </a:lnTo>
                  <a:lnTo>
                    <a:pt x="816162" y="1569606"/>
                  </a:lnTo>
                  <a:lnTo>
                    <a:pt x="839422" y="1567024"/>
                  </a:lnTo>
                  <a:lnTo>
                    <a:pt x="841247" y="1566819"/>
                  </a:lnTo>
                  <a:lnTo>
                    <a:pt x="860085" y="1564727"/>
                  </a:lnTo>
                  <a:lnTo>
                    <a:pt x="868196" y="1563813"/>
                  </a:lnTo>
                  <a:lnTo>
                    <a:pt x="895435" y="1560973"/>
                  </a:lnTo>
                  <a:lnTo>
                    <a:pt x="902086" y="1560265"/>
                  </a:lnTo>
                  <a:lnTo>
                    <a:pt x="903800" y="1564496"/>
                  </a:lnTo>
                  <a:lnTo>
                    <a:pt x="905429" y="1569904"/>
                  </a:lnTo>
                  <a:lnTo>
                    <a:pt x="912270" y="1572692"/>
                  </a:lnTo>
                  <a:lnTo>
                    <a:pt x="912925" y="1576284"/>
                  </a:lnTo>
                  <a:lnTo>
                    <a:pt x="913605" y="1582937"/>
                  </a:lnTo>
                  <a:lnTo>
                    <a:pt x="909033" y="1588159"/>
                  </a:lnTo>
                  <a:lnTo>
                    <a:pt x="905633" y="1594998"/>
                  </a:lnTo>
                  <a:lnTo>
                    <a:pt x="902525" y="1597247"/>
                  </a:lnTo>
                  <a:lnTo>
                    <a:pt x="899589" y="1599370"/>
                  </a:lnTo>
                  <a:lnTo>
                    <a:pt x="898674" y="1605135"/>
                  </a:lnTo>
                  <a:lnTo>
                    <a:pt x="893141" y="1609092"/>
                  </a:lnTo>
                  <a:lnTo>
                    <a:pt x="889520" y="1617735"/>
                  </a:lnTo>
                  <a:lnTo>
                    <a:pt x="887249" y="1624404"/>
                  </a:lnTo>
                  <a:lnTo>
                    <a:pt x="895207" y="1623397"/>
                  </a:lnTo>
                  <a:lnTo>
                    <a:pt x="913710" y="1621027"/>
                  </a:lnTo>
                  <a:lnTo>
                    <a:pt x="928142" y="1619199"/>
                  </a:lnTo>
                  <a:lnTo>
                    <a:pt x="933954" y="1618455"/>
                  </a:lnTo>
                  <a:lnTo>
                    <a:pt x="950735" y="1616257"/>
                  </a:lnTo>
                  <a:lnTo>
                    <a:pt x="956083" y="1622213"/>
                  </a:lnTo>
                  <a:lnTo>
                    <a:pt x="959913" y="1625023"/>
                  </a:lnTo>
                  <a:lnTo>
                    <a:pt x="960462" y="1627049"/>
                  </a:lnTo>
                  <a:lnTo>
                    <a:pt x="960783" y="1628234"/>
                  </a:lnTo>
                  <a:lnTo>
                    <a:pt x="953536" y="1631778"/>
                  </a:lnTo>
                  <a:lnTo>
                    <a:pt x="953207" y="1635080"/>
                  </a:lnTo>
                  <a:lnTo>
                    <a:pt x="954345" y="1639722"/>
                  </a:lnTo>
                  <a:lnTo>
                    <a:pt x="947335" y="1643921"/>
                  </a:lnTo>
                  <a:lnTo>
                    <a:pt x="941114" y="1649058"/>
                  </a:lnTo>
                  <a:lnTo>
                    <a:pt x="935839" y="1648779"/>
                  </a:lnTo>
                  <a:lnTo>
                    <a:pt x="932518" y="1656604"/>
                  </a:lnTo>
                  <a:lnTo>
                    <a:pt x="938910" y="1661407"/>
                  </a:lnTo>
                  <a:lnTo>
                    <a:pt x="941485" y="1664127"/>
                  </a:lnTo>
                  <a:lnTo>
                    <a:pt x="936118" y="1667121"/>
                  </a:lnTo>
                  <a:lnTo>
                    <a:pt x="935526" y="1673134"/>
                  </a:lnTo>
                  <a:lnTo>
                    <a:pt x="934394" y="1675594"/>
                  </a:lnTo>
                  <a:lnTo>
                    <a:pt x="926321" y="1675479"/>
                  </a:lnTo>
                  <a:lnTo>
                    <a:pt x="926214" y="1682212"/>
                  </a:lnTo>
                  <a:lnTo>
                    <a:pt x="929125" y="1686757"/>
                  </a:lnTo>
                  <a:lnTo>
                    <a:pt x="927342" y="1692208"/>
                  </a:lnTo>
                  <a:lnTo>
                    <a:pt x="924695" y="1691540"/>
                  </a:lnTo>
                  <a:lnTo>
                    <a:pt x="920641" y="1693660"/>
                  </a:lnTo>
                  <a:lnTo>
                    <a:pt x="923740" y="1699149"/>
                  </a:lnTo>
                  <a:lnTo>
                    <a:pt x="921089" y="1706796"/>
                  </a:lnTo>
                  <a:lnTo>
                    <a:pt x="916967" y="1711020"/>
                  </a:lnTo>
                  <a:lnTo>
                    <a:pt x="924222" y="1713240"/>
                  </a:lnTo>
                  <a:lnTo>
                    <a:pt x="925309" y="1718943"/>
                  </a:lnTo>
                  <a:lnTo>
                    <a:pt x="925164" y="1723806"/>
                  </a:lnTo>
                  <a:lnTo>
                    <a:pt x="926699" y="1729392"/>
                  </a:lnTo>
                  <a:lnTo>
                    <a:pt x="919535" y="1728918"/>
                  </a:lnTo>
                  <a:lnTo>
                    <a:pt x="917865" y="1733786"/>
                  </a:lnTo>
                  <a:lnTo>
                    <a:pt x="916800" y="1738987"/>
                  </a:lnTo>
                  <a:lnTo>
                    <a:pt x="910032" y="1741076"/>
                  </a:lnTo>
                  <a:lnTo>
                    <a:pt x="906594" y="1742909"/>
                  </a:lnTo>
                  <a:lnTo>
                    <a:pt x="906148" y="1747091"/>
                  </a:lnTo>
                  <a:lnTo>
                    <a:pt x="913470" y="1753496"/>
                  </a:lnTo>
                  <a:lnTo>
                    <a:pt x="913291" y="1757296"/>
                  </a:lnTo>
                  <a:lnTo>
                    <a:pt x="907507" y="1762267"/>
                  </a:lnTo>
                  <a:lnTo>
                    <a:pt x="907316" y="1762431"/>
                  </a:lnTo>
                  <a:lnTo>
                    <a:pt x="898827" y="1767945"/>
                  </a:lnTo>
                  <a:lnTo>
                    <a:pt x="898182" y="1768023"/>
                  </a:lnTo>
                  <a:lnTo>
                    <a:pt x="892516" y="1768709"/>
                  </a:lnTo>
                  <a:lnTo>
                    <a:pt x="892108" y="1774505"/>
                  </a:lnTo>
                  <a:lnTo>
                    <a:pt x="889162" y="1777865"/>
                  </a:lnTo>
                  <a:lnTo>
                    <a:pt x="885818" y="1786036"/>
                  </a:lnTo>
                  <a:lnTo>
                    <a:pt x="885881" y="1790847"/>
                  </a:lnTo>
                  <a:lnTo>
                    <a:pt x="883761" y="1795049"/>
                  </a:lnTo>
                  <a:lnTo>
                    <a:pt x="882699" y="1797153"/>
                  </a:lnTo>
                  <a:lnTo>
                    <a:pt x="887162" y="1802594"/>
                  </a:lnTo>
                  <a:lnTo>
                    <a:pt x="885644" y="1808220"/>
                  </a:lnTo>
                  <a:lnTo>
                    <a:pt x="885001" y="1816461"/>
                  </a:lnTo>
                  <a:lnTo>
                    <a:pt x="886398" y="1821751"/>
                  </a:lnTo>
                  <a:lnTo>
                    <a:pt x="880032" y="1826360"/>
                  </a:lnTo>
                  <a:lnTo>
                    <a:pt x="878679" y="1832508"/>
                  </a:lnTo>
                  <a:lnTo>
                    <a:pt x="871302" y="1829775"/>
                  </a:lnTo>
                  <a:lnTo>
                    <a:pt x="867875" y="1832816"/>
                  </a:lnTo>
                  <a:lnTo>
                    <a:pt x="869803" y="1839280"/>
                  </a:lnTo>
                  <a:lnTo>
                    <a:pt x="863764" y="1841164"/>
                  </a:lnTo>
                  <a:lnTo>
                    <a:pt x="861504" y="1846808"/>
                  </a:lnTo>
                  <a:lnTo>
                    <a:pt x="856051" y="1848860"/>
                  </a:lnTo>
                  <a:lnTo>
                    <a:pt x="857744" y="1853663"/>
                  </a:lnTo>
                  <a:lnTo>
                    <a:pt x="856825" y="1856679"/>
                  </a:lnTo>
                  <a:lnTo>
                    <a:pt x="852490" y="1858665"/>
                  </a:lnTo>
                  <a:lnTo>
                    <a:pt x="852213" y="1862269"/>
                  </a:lnTo>
                  <a:lnTo>
                    <a:pt x="852178" y="1862727"/>
                  </a:lnTo>
                  <a:lnTo>
                    <a:pt x="852109" y="1863612"/>
                  </a:lnTo>
                  <a:lnTo>
                    <a:pt x="856922" y="1864927"/>
                  </a:lnTo>
                  <a:lnTo>
                    <a:pt x="859921" y="1867423"/>
                  </a:lnTo>
                  <a:lnTo>
                    <a:pt x="858623" y="1873192"/>
                  </a:lnTo>
                  <a:lnTo>
                    <a:pt x="853566" y="1874832"/>
                  </a:lnTo>
                  <a:lnTo>
                    <a:pt x="849946" y="1877455"/>
                  </a:lnTo>
                  <a:lnTo>
                    <a:pt x="847643" y="1880576"/>
                  </a:lnTo>
                  <a:lnTo>
                    <a:pt x="843088" y="1880055"/>
                  </a:lnTo>
                  <a:lnTo>
                    <a:pt x="839218" y="1883420"/>
                  </a:lnTo>
                  <a:lnTo>
                    <a:pt x="844847" y="1885015"/>
                  </a:lnTo>
                  <a:lnTo>
                    <a:pt x="846251" y="1889322"/>
                  </a:lnTo>
                  <a:lnTo>
                    <a:pt x="843017" y="1893459"/>
                  </a:lnTo>
                  <a:lnTo>
                    <a:pt x="844506" y="1899942"/>
                  </a:lnTo>
                  <a:lnTo>
                    <a:pt x="847567" y="1901888"/>
                  </a:lnTo>
                  <a:lnTo>
                    <a:pt x="847895" y="1907122"/>
                  </a:lnTo>
                  <a:lnTo>
                    <a:pt x="841692" y="1906187"/>
                  </a:lnTo>
                  <a:lnTo>
                    <a:pt x="839035" y="1906696"/>
                  </a:lnTo>
                  <a:lnTo>
                    <a:pt x="836073" y="1910421"/>
                  </a:lnTo>
                  <a:lnTo>
                    <a:pt x="843455" y="1913722"/>
                  </a:lnTo>
                  <a:lnTo>
                    <a:pt x="841437" y="1920639"/>
                  </a:lnTo>
                  <a:lnTo>
                    <a:pt x="833560" y="1922638"/>
                  </a:lnTo>
                  <a:lnTo>
                    <a:pt x="838918" y="1927082"/>
                  </a:lnTo>
                  <a:lnTo>
                    <a:pt x="833318" y="1931985"/>
                  </a:lnTo>
                  <a:lnTo>
                    <a:pt x="831860" y="1935944"/>
                  </a:lnTo>
                  <a:lnTo>
                    <a:pt x="831089" y="1938043"/>
                  </a:lnTo>
                  <a:lnTo>
                    <a:pt x="834223" y="1942249"/>
                  </a:lnTo>
                  <a:lnTo>
                    <a:pt x="836392" y="1945839"/>
                  </a:lnTo>
                  <a:lnTo>
                    <a:pt x="839293" y="1949914"/>
                  </a:lnTo>
                  <a:lnTo>
                    <a:pt x="843194" y="1953744"/>
                  </a:lnTo>
                  <a:lnTo>
                    <a:pt x="840751" y="1959493"/>
                  </a:lnTo>
                  <a:lnTo>
                    <a:pt x="843267" y="1967784"/>
                  </a:lnTo>
                  <a:lnTo>
                    <a:pt x="847430" y="1968169"/>
                  </a:lnTo>
                  <a:lnTo>
                    <a:pt x="849707" y="1972997"/>
                  </a:lnTo>
                  <a:lnTo>
                    <a:pt x="848680" y="1979586"/>
                  </a:lnTo>
                  <a:lnTo>
                    <a:pt x="847172" y="1985874"/>
                  </a:lnTo>
                  <a:lnTo>
                    <a:pt x="842071" y="1985972"/>
                  </a:lnTo>
                  <a:lnTo>
                    <a:pt x="839596" y="1990799"/>
                  </a:lnTo>
                  <a:lnTo>
                    <a:pt x="846382" y="1995546"/>
                  </a:lnTo>
                  <a:lnTo>
                    <a:pt x="842793" y="2001306"/>
                  </a:lnTo>
                  <a:lnTo>
                    <a:pt x="842201" y="2002255"/>
                  </a:lnTo>
                  <a:lnTo>
                    <a:pt x="831940" y="2003237"/>
                  </a:lnTo>
                  <a:lnTo>
                    <a:pt x="814084" y="2004917"/>
                  </a:lnTo>
                  <a:lnTo>
                    <a:pt x="811536" y="2005153"/>
                  </a:lnTo>
                  <a:lnTo>
                    <a:pt x="808535" y="2005431"/>
                  </a:lnTo>
                  <a:lnTo>
                    <a:pt x="768312" y="2009172"/>
                  </a:lnTo>
                  <a:lnTo>
                    <a:pt x="748098" y="2010986"/>
                  </a:lnTo>
                  <a:lnTo>
                    <a:pt x="732059" y="2012391"/>
                  </a:lnTo>
                  <a:lnTo>
                    <a:pt x="702985" y="2014617"/>
                  </a:lnTo>
                  <a:lnTo>
                    <a:pt x="679669" y="2016369"/>
                  </a:lnTo>
                  <a:lnTo>
                    <a:pt x="653938" y="2018176"/>
                  </a:lnTo>
                  <a:lnTo>
                    <a:pt x="652097" y="2018320"/>
                  </a:lnTo>
                  <a:lnTo>
                    <a:pt x="630321" y="2019999"/>
                  </a:lnTo>
                  <a:lnTo>
                    <a:pt x="626016" y="2020333"/>
                  </a:lnTo>
                  <a:lnTo>
                    <a:pt x="611559" y="2021441"/>
                  </a:lnTo>
                  <a:lnTo>
                    <a:pt x="599715" y="2022304"/>
                  </a:lnTo>
                  <a:lnTo>
                    <a:pt x="596537" y="2022533"/>
                  </a:lnTo>
                  <a:lnTo>
                    <a:pt x="575411" y="2024025"/>
                  </a:lnTo>
                  <a:lnTo>
                    <a:pt x="566655" y="2024673"/>
                  </a:lnTo>
                  <a:lnTo>
                    <a:pt x="565875" y="2024730"/>
                  </a:lnTo>
                  <a:lnTo>
                    <a:pt x="542025" y="2026450"/>
                  </a:lnTo>
                  <a:lnTo>
                    <a:pt x="540970" y="2009034"/>
                  </a:lnTo>
                  <a:lnTo>
                    <a:pt x="540095" y="1995339"/>
                  </a:lnTo>
                  <a:lnTo>
                    <a:pt x="539627" y="1988025"/>
                  </a:lnTo>
                  <a:lnTo>
                    <a:pt x="538824" y="1975020"/>
                  </a:lnTo>
                  <a:lnTo>
                    <a:pt x="537887" y="1960749"/>
                  </a:lnTo>
                  <a:lnTo>
                    <a:pt x="534693" y="1958391"/>
                  </a:lnTo>
                  <a:lnTo>
                    <a:pt x="527352" y="1958219"/>
                  </a:lnTo>
                  <a:lnTo>
                    <a:pt x="523055" y="1956717"/>
                  </a:lnTo>
                  <a:lnTo>
                    <a:pt x="520083" y="1959597"/>
                  </a:lnTo>
                  <a:lnTo>
                    <a:pt x="517416" y="1959022"/>
                  </a:lnTo>
                  <a:lnTo>
                    <a:pt x="510775" y="1960986"/>
                  </a:lnTo>
                  <a:lnTo>
                    <a:pt x="507157" y="1960906"/>
                  </a:lnTo>
                  <a:lnTo>
                    <a:pt x="505601" y="1962327"/>
                  </a:lnTo>
                  <a:lnTo>
                    <a:pt x="502018" y="1961441"/>
                  </a:lnTo>
                  <a:lnTo>
                    <a:pt x="498715" y="1960207"/>
                  </a:lnTo>
                  <a:lnTo>
                    <a:pt x="491347" y="1953168"/>
                  </a:lnTo>
                  <a:lnTo>
                    <a:pt x="490682" y="1934471"/>
                  </a:lnTo>
                  <a:lnTo>
                    <a:pt x="490063" y="1915685"/>
                  </a:lnTo>
                  <a:lnTo>
                    <a:pt x="489740" y="1905930"/>
                  </a:lnTo>
                  <a:lnTo>
                    <a:pt x="488997" y="1884828"/>
                  </a:lnTo>
                  <a:lnTo>
                    <a:pt x="488254" y="1863866"/>
                  </a:lnTo>
                  <a:lnTo>
                    <a:pt x="487615" y="1845557"/>
                  </a:lnTo>
                  <a:lnTo>
                    <a:pt x="487060" y="1829774"/>
                  </a:lnTo>
                  <a:lnTo>
                    <a:pt x="486690" y="1818134"/>
                  </a:lnTo>
                  <a:lnTo>
                    <a:pt x="486049" y="1798118"/>
                  </a:lnTo>
                  <a:lnTo>
                    <a:pt x="485888" y="1792728"/>
                  </a:lnTo>
                  <a:lnTo>
                    <a:pt x="484714" y="1753996"/>
                  </a:lnTo>
                  <a:lnTo>
                    <a:pt x="484603" y="1750379"/>
                  </a:lnTo>
                  <a:lnTo>
                    <a:pt x="484294" y="1738766"/>
                  </a:lnTo>
                  <a:lnTo>
                    <a:pt x="483901" y="1736572"/>
                  </a:lnTo>
                  <a:lnTo>
                    <a:pt x="483788" y="1735940"/>
                  </a:lnTo>
                  <a:lnTo>
                    <a:pt x="481507" y="1723165"/>
                  </a:lnTo>
                  <a:lnTo>
                    <a:pt x="478086" y="1705777"/>
                  </a:lnTo>
                  <a:lnTo>
                    <a:pt x="475180" y="1690978"/>
                  </a:lnTo>
                  <a:lnTo>
                    <a:pt x="474962" y="1689867"/>
                  </a:lnTo>
                  <a:lnTo>
                    <a:pt x="469561" y="1662951"/>
                  </a:lnTo>
                  <a:lnTo>
                    <a:pt x="466728" y="1648941"/>
                  </a:lnTo>
                  <a:lnTo>
                    <a:pt x="465246" y="1641602"/>
                  </a:lnTo>
                  <a:lnTo>
                    <a:pt x="461833" y="162468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h55"/>
            <p:cNvSpPr/>
            <p:nvPr/>
          </p:nvSpPr>
          <p:spPr>
            <a:xfrm>
              <a:off x="1636058" y="2651044"/>
              <a:ext cx="485606" cy="1626758"/>
            </a:xfrm>
            <a:custGeom>
              <a:avLst/>
              <a:pathLst>
                <a:path w="485606" h="1626758">
                  <a:moveTo>
                    <a:pt x="457200" y="1600199"/>
                  </a:moveTo>
                  <a:lnTo>
                    <a:pt x="468729" y="1600190"/>
                  </a:lnTo>
                  <a:lnTo>
                    <a:pt x="478454" y="1612301"/>
                  </a:lnTo>
                  <a:lnTo>
                    <a:pt x="485606" y="1621236"/>
                  </a:lnTo>
                  <a:lnTo>
                    <a:pt x="480415" y="1626758"/>
                  </a:lnTo>
                  <a:lnTo>
                    <a:pt x="475889" y="1623089"/>
                  </a:lnTo>
                  <a:lnTo>
                    <a:pt x="466845" y="1620322"/>
                  </a:lnTo>
                  <a:lnTo>
                    <a:pt x="466143" y="1614583"/>
                  </a:lnTo>
                  <a:lnTo>
                    <a:pt x="459500" y="1604894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h56"/>
            <p:cNvSpPr/>
            <p:nvPr/>
          </p:nvSpPr>
          <p:spPr>
            <a:xfrm>
              <a:off x="1625726" y="2703645"/>
              <a:ext cx="476640" cy="1632721"/>
            </a:xfrm>
            <a:custGeom>
              <a:avLst/>
              <a:pathLst>
                <a:path w="476640" h="1632721">
                  <a:moveTo>
                    <a:pt x="457200" y="1600200"/>
                  </a:moveTo>
                  <a:lnTo>
                    <a:pt x="461380" y="1608135"/>
                  </a:lnTo>
                  <a:lnTo>
                    <a:pt x="468857" y="1620676"/>
                  </a:lnTo>
                  <a:lnTo>
                    <a:pt x="476640" y="1631738"/>
                  </a:lnTo>
                  <a:lnTo>
                    <a:pt x="468776" y="1632721"/>
                  </a:lnTo>
                  <a:lnTo>
                    <a:pt x="463462" y="1625947"/>
                  </a:lnTo>
                  <a:lnTo>
                    <a:pt x="455989" y="1613203"/>
                  </a:lnTo>
                  <a:lnTo>
                    <a:pt x="451914" y="1601413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h57"/>
            <p:cNvSpPr/>
            <p:nvPr/>
          </p:nvSpPr>
          <p:spPr>
            <a:xfrm>
              <a:off x="1531833" y="2651115"/>
              <a:ext cx="472225" cy="1610617"/>
            </a:xfrm>
            <a:custGeom>
              <a:avLst/>
              <a:pathLst>
                <a:path w="472225" h="1610617">
                  <a:moveTo>
                    <a:pt x="457200" y="1600199"/>
                  </a:moveTo>
                  <a:lnTo>
                    <a:pt x="464838" y="1598342"/>
                  </a:lnTo>
                  <a:lnTo>
                    <a:pt x="472225" y="1605345"/>
                  </a:lnTo>
                  <a:lnTo>
                    <a:pt x="471037" y="1609900"/>
                  </a:lnTo>
                  <a:lnTo>
                    <a:pt x="467160" y="1610617"/>
                  </a:lnTo>
                  <a:lnTo>
                    <a:pt x="459403" y="1606497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h58"/>
            <p:cNvSpPr/>
            <p:nvPr/>
          </p:nvSpPr>
          <p:spPr>
            <a:xfrm>
              <a:off x="1517898" y="2548065"/>
              <a:ext cx="512223" cy="1620460"/>
            </a:xfrm>
            <a:custGeom>
              <a:avLst/>
              <a:pathLst>
                <a:path w="512223" h="1620460">
                  <a:moveTo>
                    <a:pt x="457200" y="1600200"/>
                  </a:moveTo>
                  <a:lnTo>
                    <a:pt x="463423" y="1600043"/>
                  </a:lnTo>
                  <a:lnTo>
                    <a:pt x="474634" y="1605549"/>
                  </a:lnTo>
                  <a:lnTo>
                    <a:pt x="492023" y="1609158"/>
                  </a:lnTo>
                  <a:lnTo>
                    <a:pt x="501640" y="1611362"/>
                  </a:lnTo>
                  <a:lnTo>
                    <a:pt x="504455" y="1612005"/>
                  </a:lnTo>
                  <a:lnTo>
                    <a:pt x="512223" y="1614260"/>
                  </a:lnTo>
                  <a:lnTo>
                    <a:pt x="511069" y="1620410"/>
                  </a:lnTo>
                  <a:lnTo>
                    <a:pt x="508062" y="1620460"/>
                  </a:lnTo>
                  <a:lnTo>
                    <a:pt x="498480" y="1617965"/>
                  </a:lnTo>
                  <a:lnTo>
                    <a:pt x="491828" y="1616226"/>
                  </a:lnTo>
                  <a:lnTo>
                    <a:pt x="480674" y="1615103"/>
                  </a:lnTo>
                  <a:lnTo>
                    <a:pt x="474155" y="1616912"/>
                  </a:lnTo>
                  <a:lnTo>
                    <a:pt x="466759" y="1614714"/>
                  </a:lnTo>
                  <a:lnTo>
                    <a:pt x="459462" y="1610727"/>
                  </a:lnTo>
                  <a:lnTo>
                    <a:pt x="460224" y="1605387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h59"/>
            <p:cNvSpPr/>
            <p:nvPr/>
          </p:nvSpPr>
          <p:spPr>
            <a:xfrm>
              <a:off x="1473242" y="2534828"/>
              <a:ext cx="493113" cy="1628245"/>
            </a:xfrm>
            <a:custGeom>
              <a:avLst/>
              <a:pathLst>
                <a:path w="493113" h="1628245">
                  <a:moveTo>
                    <a:pt x="457199" y="1600200"/>
                  </a:moveTo>
                  <a:lnTo>
                    <a:pt x="469241" y="1605642"/>
                  </a:lnTo>
                  <a:lnTo>
                    <a:pt x="479069" y="1612034"/>
                  </a:lnTo>
                  <a:lnTo>
                    <a:pt x="487441" y="1612584"/>
                  </a:lnTo>
                  <a:lnTo>
                    <a:pt x="493113" y="1620849"/>
                  </a:lnTo>
                  <a:lnTo>
                    <a:pt x="493097" y="1626154"/>
                  </a:lnTo>
                  <a:lnTo>
                    <a:pt x="484766" y="1627708"/>
                  </a:lnTo>
                  <a:lnTo>
                    <a:pt x="477055" y="1628245"/>
                  </a:lnTo>
                  <a:lnTo>
                    <a:pt x="472176" y="1622917"/>
                  </a:lnTo>
                  <a:lnTo>
                    <a:pt x="470833" y="1618883"/>
                  </a:lnTo>
                  <a:lnTo>
                    <a:pt x="455294" y="1610587"/>
                  </a:lnTo>
                  <a:lnTo>
                    <a:pt x="447347" y="1603962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h60"/>
            <p:cNvSpPr/>
            <p:nvPr/>
          </p:nvSpPr>
          <p:spPr>
            <a:xfrm>
              <a:off x="1290164" y="1650381"/>
              <a:ext cx="1271931" cy="2771249"/>
            </a:xfrm>
            <a:custGeom>
              <a:avLst/>
              <a:pathLst>
                <a:path w="1271931" h="2771249">
                  <a:moveTo>
                    <a:pt x="457200" y="1600200"/>
                  </a:moveTo>
                  <a:lnTo>
                    <a:pt x="470259" y="1583934"/>
                  </a:lnTo>
                  <a:lnTo>
                    <a:pt x="487786" y="1565193"/>
                  </a:lnTo>
                  <a:lnTo>
                    <a:pt x="498068" y="1549244"/>
                  </a:lnTo>
                  <a:lnTo>
                    <a:pt x="499483" y="1541906"/>
                  </a:lnTo>
                  <a:lnTo>
                    <a:pt x="498253" y="1536456"/>
                  </a:lnTo>
                  <a:lnTo>
                    <a:pt x="499213" y="1529991"/>
                  </a:lnTo>
                  <a:lnTo>
                    <a:pt x="504656" y="1524966"/>
                  </a:lnTo>
                  <a:lnTo>
                    <a:pt x="510768" y="1513988"/>
                  </a:lnTo>
                  <a:lnTo>
                    <a:pt x="518655" y="1496480"/>
                  </a:lnTo>
                  <a:lnTo>
                    <a:pt x="519147" y="1493330"/>
                  </a:lnTo>
                  <a:lnTo>
                    <a:pt x="520774" y="1482935"/>
                  </a:lnTo>
                  <a:lnTo>
                    <a:pt x="520622" y="1472245"/>
                  </a:lnTo>
                  <a:lnTo>
                    <a:pt x="521039" y="1461814"/>
                  </a:lnTo>
                  <a:lnTo>
                    <a:pt x="520781" y="1459172"/>
                  </a:lnTo>
                  <a:lnTo>
                    <a:pt x="517808" y="1457299"/>
                  </a:lnTo>
                  <a:lnTo>
                    <a:pt x="515060" y="1449064"/>
                  </a:lnTo>
                  <a:lnTo>
                    <a:pt x="519204" y="1443237"/>
                  </a:lnTo>
                  <a:lnTo>
                    <a:pt x="523966" y="1432294"/>
                  </a:lnTo>
                  <a:lnTo>
                    <a:pt x="525285" y="1425150"/>
                  </a:lnTo>
                  <a:lnTo>
                    <a:pt x="543596" y="1431099"/>
                  </a:lnTo>
                  <a:lnTo>
                    <a:pt x="559251" y="1435951"/>
                  </a:lnTo>
                  <a:lnTo>
                    <a:pt x="573686" y="1440390"/>
                  </a:lnTo>
                  <a:lnTo>
                    <a:pt x="585906" y="1443540"/>
                  </a:lnTo>
                  <a:lnTo>
                    <a:pt x="593385" y="1445456"/>
                  </a:lnTo>
                  <a:lnTo>
                    <a:pt x="600946" y="1448043"/>
                  </a:lnTo>
                  <a:lnTo>
                    <a:pt x="611372" y="1450371"/>
                  </a:lnTo>
                  <a:lnTo>
                    <a:pt x="618981" y="1452060"/>
                  </a:lnTo>
                  <a:lnTo>
                    <a:pt x="627614" y="1455410"/>
                  </a:lnTo>
                  <a:lnTo>
                    <a:pt x="649194" y="1461572"/>
                  </a:lnTo>
                  <a:lnTo>
                    <a:pt x="675640" y="1468616"/>
                  </a:lnTo>
                  <a:lnTo>
                    <a:pt x="694255" y="1474001"/>
                  </a:lnTo>
                  <a:lnTo>
                    <a:pt x="710728" y="1478902"/>
                  </a:lnTo>
                  <a:lnTo>
                    <a:pt x="733162" y="1485504"/>
                  </a:lnTo>
                  <a:lnTo>
                    <a:pt x="748211" y="1490007"/>
                  </a:lnTo>
                  <a:lnTo>
                    <a:pt x="768250" y="1495888"/>
                  </a:lnTo>
                  <a:lnTo>
                    <a:pt x="768948" y="1496091"/>
                  </a:lnTo>
                  <a:lnTo>
                    <a:pt x="785644" y="1500536"/>
                  </a:lnTo>
                  <a:lnTo>
                    <a:pt x="804633" y="1506162"/>
                  </a:lnTo>
                  <a:lnTo>
                    <a:pt x="818400" y="1509786"/>
                  </a:lnTo>
                  <a:lnTo>
                    <a:pt x="835055" y="1514132"/>
                  </a:lnTo>
                  <a:lnTo>
                    <a:pt x="852024" y="1518528"/>
                  </a:lnTo>
                  <a:lnTo>
                    <a:pt x="880436" y="1525709"/>
                  </a:lnTo>
                  <a:lnTo>
                    <a:pt x="896656" y="1529820"/>
                  </a:lnTo>
                  <a:lnTo>
                    <a:pt x="893140" y="1544369"/>
                  </a:lnTo>
                  <a:lnTo>
                    <a:pt x="885743" y="1575544"/>
                  </a:lnTo>
                  <a:lnTo>
                    <a:pt x="872951" y="1628399"/>
                  </a:lnTo>
                  <a:lnTo>
                    <a:pt x="863802" y="1667112"/>
                  </a:lnTo>
                  <a:lnTo>
                    <a:pt x="859776" y="1684782"/>
                  </a:lnTo>
                  <a:lnTo>
                    <a:pt x="848414" y="1733456"/>
                  </a:lnTo>
                  <a:lnTo>
                    <a:pt x="842748" y="1757151"/>
                  </a:lnTo>
                  <a:lnTo>
                    <a:pt x="837853" y="1777812"/>
                  </a:lnTo>
                  <a:lnTo>
                    <a:pt x="830978" y="1806251"/>
                  </a:lnTo>
                  <a:lnTo>
                    <a:pt x="825601" y="1828551"/>
                  </a:lnTo>
                  <a:lnTo>
                    <a:pt x="822824" y="1839939"/>
                  </a:lnTo>
                  <a:lnTo>
                    <a:pt x="819023" y="1855549"/>
                  </a:lnTo>
                  <a:lnTo>
                    <a:pt x="818279" y="1858610"/>
                  </a:lnTo>
                  <a:lnTo>
                    <a:pt x="814898" y="1873944"/>
                  </a:lnTo>
                  <a:lnTo>
                    <a:pt x="813475" y="1880405"/>
                  </a:lnTo>
                  <a:lnTo>
                    <a:pt x="812262" y="1885922"/>
                  </a:lnTo>
                  <a:lnTo>
                    <a:pt x="810440" y="1894212"/>
                  </a:lnTo>
                  <a:lnTo>
                    <a:pt x="817604" y="1904512"/>
                  </a:lnTo>
                  <a:lnTo>
                    <a:pt x="841176" y="1938388"/>
                  </a:lnTo>
                  <a:lnTo>
                    <a:pt x="841345" y="1938633"/>
                  </a:lnTo>
                  <a:lnTo>
                    <a:pt x="860470" y="1966050"/>
                  </a:lnTo>
                  <a:lnTo>
                    <a:pt x="864321" y="1971538"/>
                  </a:lnTo>
                  <a:lnTo>
                    <a:pt x="873637" y="1984848"/>
                  </a:lnTo>
                  <a:lnTo>
                    <a:pt x="889277" y="2007047"/>
                  </a:lnTo>
                  <a:lnTo>
                    <a:pt x="923542" y="2055909"/>
                  </a:lnTo>
                  <a:lnTo>
                    <a:pt x="929141" y="2063933"/>
                  </a:lnTo>
                  <a:lnTo>
                    <a:pt x="960527" y="2108475"/>
                  </a:lnTo>
                  <a:lnTo>
                    <a:pt x="975232" y="2129273"/>
                  </a:lnTo>
                  <a:lnTo>
                    <a:pt x="987214" y="2146103"/>
                  </a:lnTo>
                  <a:lnTo>
                    <a:pt x="1021552" y="2194598"/>
                  </a:lnTo>
                  <a:lnTo>
                    <a:pt x="1027811" y="2203425"/>
                  </a:lnTo>
                  <a:lnTo>
                    <a:pt x="1040957" y="2221875"/>
                  </a:lnTo>
                  <a:lnTo>
                    <a:pt x="1082100" y="2279627"/>
                  </a:lnTo>
                  <a:lnTo>
                    <a:pt x="1091176" y="2292419"/>
                  </a:lnTo>
                  <a:lnTo>
                    <a:pt x="1114134" y="2324427"/>
                  </a:lnTo>
                  <a:lnTo>
                    <a:pt x="1130537" y="2347349"/>
                  </a:lnTo>
                  <a:lnTo>
                    <a:pt x="1134383" y="2352699"/>
                  </a:lnTo>
                  <a:lnTo>
                    <a:pt x="1150731" y="2375331"/>
                  </a:lnTo>
                  <a:lnTo>
                    <a:pt x="1170841" y="2403357"/>
                  </a:lnTo>
                  <a:lnTo>
                    <a:pt x="1179224" y="2414947"/>
                  </a:lnTo>
                  <a:lnTo>
                    <a:pt x="1191201" y="2431561"/>
                  </a:lnTo>
                  <a:lnTo>
                    <a:pt x="1200934" y="2444966"/>
                  </a:lnTo>
                  <a:lnTo>
                    <a:pt x="1208950" y="2456109"/>
                  </a:lnTo>
                  <a:lnTo>
                    <a:pt x="1221052" y="2472856"/>
                  </a:lnTo>
                  <a:lnTo>
                    <a:pt x="1235469" y="2492792"/>
                  </a:lnTo>
                  <a:lnTo>
                    <a:pt x="1234702" y="2500075"/>
                  </a:lnTo>
                  <a:lnTo>
                    <a:pt x="1232880" y="2508601"/>
                  </a:lnTo>
                  <a:lnTo>
                    <a:pt x="1237591" y="2516688"/>
                  </a:lnTo>
                  <a:lnTo>
                    <a:pt x="1244457" y="2529286"/>
                  </a:lnTo>
                  <a:lnTo>
                    <a:pt x="1246406" y="2533865"/>
                  </a:lnTo>
                  <a:lnTo>
                    <a:pt x="1248625" y="2548172"/>
                  </a:lnTo>
                  <a:lnTo>
                    <a:pt x="1251867" y="2556818"/>
                  </a:lnTo>
                  <a:lnTo>
                    <a:pt x="1250553" y="2564924"/>
                  </a:lnTo>
                  <a:lnTo>
                    <a:pt x="1254942" y="2565721"/>
                  </a:lnTo>
                  <a:lnTo>
                    <a:pt x="1261214" y="2572928"/>
                  </a:lnTo>
                  <a:lnTo>
                    <a:pt x="1269423" y="2581419"/>
                  </a:lnTo>
                  <a:lnTo>
                    <a:pt x="1271931" y="2586760"/>
                  </a:lnTo>
                  <a:lnTo>
                    <a:pt x="1271891" y="2587105"/>
                  </a:lnTo>
                  <a:lnTo>
                    <a:pt x="1271262" y="2592485"/>
                  </a:lnTo>
                  <a:lnTo>
                    <a:pt x="1266945" y="2594218"/>
                  </a:lnTo>
                  <a:lnTo>
                    <a:pt x="1260717" y="2599838"/>
                  </a:lnTo>
                  <a:lnTo>
                    <a:pt x="1253938" y="2601227"/>
                  </a:lnTo>
                  <a:lnTo>
                    <a:pt x="1247726" y="2604227"/>
                  </a:lnTo>
                  <a:lnTo>
                    <a:pt x="1241419" y="2606029"/>
                  </a:lnTo>
                  <a:lnTo>
                    <a:pt x="1238823" y="2607944"/>
                  </a:lnTo>
                  <a:lnTo>
                    <a:pt x="1238352" y="2609608"/>
                  </a:lnTo>
                  <a:lnTo>
                    <a:pt x="1237118" y="2613968"/>
                  </a:lnTo>
                  <a:lnTo>
                    <a:pt x="1234560" y="2617513"/>
                  </a:lnTo>
                  <a:lnTo>
                    <a:pt x="1227978" y="2623138"/>
                  </a:lnTo>
                  <a:lnTo>
                    <a:pt x="1224848" y="2626218"/>
                  </a:lnTo>
                  <a:lnTo>
                    <a:pt x="1226995" y="2630099"/>
                  </a:lnTo>
                  <a:lnTo>
                    <a:pt x="1226621" y="2634614"/>
                  </a:lnTo>
                  <a:lnTo>
                    <a:pt x="1224422" y="2638829"/>
                  </a:lnTo>
                  <a:lnTo>
                    <a:pt x="1224742" y="2647361"/>
                  </a:lnTo>
                  <a:lnTo>
                    <a:pt x="1224810" y="2652574"/>
                  </a:lnTo>
                  <a:lnTo>
                    <a:pt x="1223458" y="2655631"/>
                  </a:lnTo>
                  <a:lnTo>
                    <a:pt x="1220804" y="2659130"/>
                  </a:lnTo>
                  <a:lnTo>
                    <a:pt x="1219362" y="2665797"/>
                  </a:lnTo>
                  <a:lnTo>
                    <a:pt x="1218807" y="2672552"/>
                  </a:lnTo>
                  <a:lnTo>
                    <a:pt x="1210214" y="2678814"/>
                  </a:lnTo>
                  <a:lnTo>
                    <a:pt x="1205875" y="2685249"/>
                  </a:lnTo>
                  <a:lnTo>
                    <a:pt x="1205053" y="2686468"/>
                  </a:lnTo>
                  <a:lnTo>
                    <a:pt x="1201006" y="2686319"/>
                  </a:lnTo>
                  <a:lnTo>
                    <a:pt x="1195495" y="2687022"/>
                  </a:lnTo>
                  <a:lnTo>
                    <a:pt x="1196791" y="2690828"/>
                  </a:lnTo>
                  <a:lnTo>
                    <a:pt x="1195718" y="2697341"/>
                  </a:lnTo>
                  <a:lnTo>
                    <a:pt x="1193480" y="2701399"/>
                  </a:lnTo>
                  <a:lnTo>
                    <a:pt x="1197865" y="2706256"/>
                  </a:lnTo>
                  <a:lnTo>
                    <a:pt x="1197017" y="2709293"/>
                  </a:lnTo>
                  <a:lnTo>
                    <a:pt x="1195550" y="2717948"/>
                  </a:lnTo>
                  <a:lnTo>
                    <a:pt x="1191772" y="2724109"/>
                  </a:lnTo>
                  <a:lnTo>
                    <a:pt x="1194137" y="2733001"/>
                  </a:lnTo>
                  <a:lnTo>
                    <a:pt x="1198380" y="2734612"/>
                  </a:lnTo>
                  <a:lnTo>
                    <a:pt x="1203948" y="2734888"/>
                  </a:lnTo>
                  <a:lnTo>
                    <a:pt x="1209661" y="2737364"/>
                  </a:lnTo>
                  <a:lnTo>
                    <a:pt x="1210270" y="2737628"/>
                  </a:lnTo>
                  <a:lnTo>
                    <a:pt x="1212406" y="2744462"/>
                  </a:lnTo>
                  <a:lnTo>
                    <a:pt x="1211988" y="2750483"/>
                  </a:lnTo>
                  <a:lnTo>
                    <a:pt x="1212978" y="2753388"/>
                  </a:lnTo>
                  <a:lnTo>
                    <a:pt x="1211325" y="2760240"/>
                  </a:lnTo>
                  <a:lnTo>
                    <a:pt x="1203686" y="2766805"/>
                  </a:lnTo>
                  <a:lnTo>
                    <a:pt x="1202664" y="2767594"/>
                  </a:lnTo>
                  <a:lnTo>
                    <a:pt x="1199015" y="2770412"/>
                  </a:lnTo>
                  <a:lnTo>
                    <a:pt x="1194249" y="2770358"/>
                  </a:lnTo>
                  <a:lnTo>
                    <a:pt x="1188773" y="2770294"/>
                  </a:lnTo>
                  <a:lnTo>
                    <a:pt x="1184965" y="2768704"/>
                  </a:lnTo>
                  <a:lnTo>
                    <a:pt x="1183099" y="2771249"/>
                  </a:lnTo>
                  <a:lnTo>
                    <a:pt x="1153715" y="2768465"/>
                  </a:lnTo>
                  <a:lnTo>
                    <a:pt x="1105181" y="2763779"/>
                  </a:lnTo>
                  <a:lnTo>
                    <a:pt x="1044378" y="2757896"/>
                  </a:lnTo>
                  <a:lnTo>
                    <a:pt x="1038146" y="2757306"/>
                  </a:lnTo>
                  <a:lnTo>
                    <a:pt x="992692" y="2752865"/>
                  </a:lnTo>
                  <a:lnTo>
                    <a:pt x="983642" y="2752022"/>
                  </a:lnTo>
                  <a:lnTo>
                    <a:pt x="959987" y="2749636"/>
                  </a:lnTo>
                  <a:lnTo>
                    <a:pt x="959569" y="2749593"/>
                  </a:lnTo>
                  <a:lnTo>
                    <a:pt x="931537" y="2746859"/>
                  </a:lnTo>
                  <a:lnTo>
                    <a:pt x="931921" y="2740422"/>
                  </a:lnTo>
                  <a:lnTo>
                    <a:pt x="932170" y="2736274"/>
                  </a:lnTo>
                  <a:lnTo>
                    <a:pt x="930028" y="2729096"/>
                  </a:lnTo>
                  <a:lnTo>
                    <a:pt x="927536" y="2726443"/>
                  </a:lnTo>
                  <a:lnTo>
                    <a:pt x="922049" y="2727785"/>
                  </a:lnTo>
                  <a:lnTo>
                    <a:pt x="921792" y="2723842"/>
                  </a:lnTo>
                  <a:lnTo>
                    <a:pt x="923727" y="2713229"/>
                  </a:lnTo>
                  <a:lnTo>
                    <a:pt x="921843" y="2708366"/>
                  </a:lnTo>
                  <a:lnTo>
                    <a:pt x="922103" y="2706227"/>
                  </a:lnTo>
                  <a:lnTo>
                    <a:pt x="923216" y="2704948"/>
                  </a:lnTo>
                  <a:lnTo>
                    <a:pt x="924292" y="2705437"/>
                  </a:lnTo>
                  <a:lnTo>
                    <a:pt x="925204" y="2704345"/>
                  </a:lnTo>
                  <a:lnTo>
                    <a:pt x="926277" y="2699408"/>
                  </a:lnTo>
                  <a:lnTo>
                    <a:pt x="926203" y="2694399"/>
                  </a:lnTo>
                  <a:lnTo>
                    <a:pt x="926072" y="2685143"/>
                  </a:lnTo>
                  <a:lnTo>
                    <a:pt x="924351" y="2674496"/>
                  </a:lnTo>
                  <a:lnTo>
                    <a:pt x="921198" y="2664339"/>
                  </a:lnTo>
                  <a:lnTo>
                    <a:pt x="914986" y="2650347"/>
                  </a:lnTo>
                  <a:lnTo>
                    <a:pt x="906790" y="2636320"/>
                  </a:lnTo>
                  <a:lnTo>
                    <a:pt x="902351" y="2632658"/>
                  </a:lnTo>
                  <a:lnTo>
                    <a:pt x="898559" y="2625030"/>
                  </a:lnTo>
                  <a:lnTo>
                    <a:pt x="891934" y="2621105"/>
                  </a:lnTo>
                  <a:lnTo>
                    <a:pt x="891328" y="2618071"/>
                  </a:lnTo>
                  <a:lnTo>
                    <a:pt x="890278" y="2616592"/>
                  </a:lnTo>
                  <a:lnTo>
                    <a:pt x="884021" y="2607770"/>
                  </a:lnTo>
                  <a:lnTo>
                    <a:pt x="881870" y="2604603"/>
                  </a:lnTo>
                  <a:lnTo>
                    <a:pt x="873825" y="2598806"/>
                  </a:lnTo>
                  <a:lnTo>
                    <a:pt x="867527" y="2591241"/>
                  </a:lnTo>
                  <a:lnTo>
                    <a:pt x="860373" y="2580085"/>
                  </a:lnTo>
                  <a:lnTo>
                    <a:pt x="858058" y="2577802"/>
                  </a:lnTo>
                  <a:lnTo>
                    <a:pt x="856501" y="2576264"/>
                  </a:lnTo>
                  <a:lnTo>
                    <a:pt x="850951" y="2577226"/>
                  </a:lnTo>
                  <a:lnTo>
                    <a:pt x="845591" y="2578700"/>
                  </a:lnTo>
                  <a:lnTo>
                    <a:pt x="842616" y="2579517"/>
                  </a:lnTo>
                  <a:lnTo>
                    <a:pt x="836925" y="2577108"/>
                  </a:lnTo>
                  <a:lnTo>
                    <a:pt x="835500" y="2575728"/>
                  </a:lnTo>
                  <a:lnTo>
                    <a:pt x="833605" y="2573892"/>
                  </a:lnTo>
                  <a:lnTo>
                    <a:pt x="829464" y="2572517"/>
                  </a:lnTo>
                  <a:lnTo>
                    <a:pt x="827185" y="2567071"/>
                  </a:lnTo>
                  <a:lnTo>
                    <a:pt x="831330" y="2564222"/>
                  </a:lnTo>
                  <a:lnTo>
                    <a:pt x="831382" y="2554097"/>
                  </a:lnTo>
                  <a:lnTo>
                    <a:pt x="828608" y="2542628"/>
                  </a:lnTo>
                  <a:lnTo>
                    <a:pt x="824267" y="2534502"/>
                  </a:lnTo>
                  <a:lnTo>
                    <a:pt x="824096" y="2534181"/>
                  </a:lnTo>
                  <a:lnTo>
                    <a:pt x="815934" y="2530881"/>
                  </a:lnTo>
                  <a:lnTo>
                    <a:pt x="808184" y="2529875"/>
                  </a:lnTo>
                  <a:lnTo>
                    <a:pt x="801573" y="2528527"/>
                  </a:lnTo>
                  <a:lnTo>
                    <a:pt x="794778" y="2530922"/>
                  </a:lnTo>
                  <a:lnTo>
                    <a:pt x="790617" y="2525769"/>
                  </a:lnTo>
                  <a:lnTo>
                    <a:pt x="781916" y="2522183"/>
                  </a:lnTo>
                  <a:lnTo>
                    <a:pt x="780924" y="2521774"/>
                  </a:lnTo>
                  <a:lnTo>
                    <a:pt x="770424" y="2513961"/>
                  </a:lnTo>
                  <a:lnTo>
                    <a:pt x="766536" y="2512540"/>
                  </a:lnTo>
                  <a:lnTo>
                    <a:pt x="756411" y="2501614"/>
                  </a:lnTo>
                  <a:lnTo>
                    <a:pt x="754778" y="2494644"/>
                  </a:lnTo>
                  <a:lnTo>
                    <a:pt x="754599" y="2491689"/>
                  </a:lnTo>
                  <a:lnTo>
                    <a:pt x="754467" y="2489512"/>
                  </a:lnTo>
                  <a:lnTo>
                    <a:pt x="750759" y="2485734"/>
                  </a:lnTo>
                  <a:lnTo>
                    <a:pt x="745646" y="2478729"/>
                  </a:lnTo>
                  <a:lnTo>
                    <a:pt x="738492" y="2470275"/>
                  </a:lnTo>
                  <a:lnTo>
                    <a:pt x="736928" y="2469296"/>
                  </a:lnTo>
                  <a:lnTo>
                    <a:pt x="731474" y="2465875"/>
                  </a:lnTo>
                  <a:lnTo>
                    <a:pt x="724171" y="2460878"/>
                  </a:lnTo>
                  <a:lnTo>
                    <a:pt x="717093" y="2460814"/>
                  </a:lnTo>
                  <a:lnTo>
                    <a:pt x="714331" y="2461805"/>
                  </a:lnTo>
                  <a:lnTo>
                    <a:pt x="707220" y="2457463"/>
                  </a:lnTo>
                  <a:lnTo>
                    <a:pt x="702249" y="2456293"/>
                  </a:lnTo>
                  <a:lnTo>
                    <a:pt x="698267" y="2456229"/>
                  </a:lnTo>
                  <a:lnTo>
                    <a:pt x="689460" y="2449506"/>
                  </a:lnTo>
                  <a:lnTo>
                    <a:pt x="682082" y="2445532"/>
                  </a:lnTo>
                  <a:lnTo>
                    <a:pt x="673405" y="2441906"/>
                  </a:lnTo>
                  <a:lnTo>
                    <a:pt x="658053" y="2438487"/>
                  </a:lnTo>
                  <a:lnTo>
                    <a:pt x="641904" y="2437502"/>
                  </a:lnTo>
                  <a:lnTo>
                    <a:pt x="637995" y="2426791"/>
                  </a:lnTo>
                  <a:lnTo>
                    <a:pt x="634698" y="2423419"/>
                  </a:lnTo>
                  <a:lnTo>
                    <a:pt x="631990" y="2420922"/>
                  </a:lnTo>
                  <a:lnTo>
                    <a:pt x="627822" y="2420253"/>
                  </a:lnTo>
                  <a:lnTo>
                    <a:pt x="626262" y="2416391"/>
                  </a:lnTo>
                  <a:lnTo>
                    <a:pt x="633607" y="2403972"/>
                  </a:lnTo>
                  <a:lnTo>
                    <a:pt x="633382" y="2398956"/>
                  </a:lnTo>
                  <a:lnTo>
                    <a:pt x="632449" y="2397775"/>
                  </a:lnTo>
                  <a:lnTo>
                    <a:pt x="637302" y="2383566"/>
                  </a:lnTo>
                  <a:lnTo>
                    <a:pt x="632583" y="2376475"/>
                  </a:lnTo>
                  <a:lnTo>
                    <a:pt x="636547" y="2368344"/>
                  </a:lnTo>
                  <a:lnTo>
                    <a:pt x="639777" y="2361715"/>
                  </a:lnTo>
                  <a:lnTo>
                    <a:pt x="641407" y="2356307"/>
                  </a:lnTo>
                  <a:lnTo>
                    <a:pt x="642041" y="2350626"/>
                  </a:lnTo>
                  <a:lnTo>
                    <a:pt x="638983" y="2346094"/>
                  </a:lnTo>
                  <a:lnTo>
                    <a:pt x="635772" y="2342333"/>
                  </a:lnTo>
                  <a:lnTo>
                    <a:pt x="631230" y="2343180"/>
                  </a:lnTo>
                  <a:lnTo>
                    <a:pt x="623555" y="2335572"/>
                  </a:lnTo>
                  <a:lnTo>
                    <a:pt x="619845" y="2329036"/>
                  </a:lnTo>
                  <a:lnTo>
                    <a:pt x="622819" y="2323837"/>
                  </a:lnTo>
                  <a:lnTo>
                    <a:pt x="626375" y="2316179"/>
                  </a:lnTo>
                  <a:lnTo>
                    <a:pt x="626092" y="2307172"/>
                  </a:lnTo>
                  <a:lnTo>
                    <a:pt x="619798" y="2302529"/>
                  </a:lnTo>
                  <a:lnTo>
                    <a:pt x="617143" y="2301311"/>
                  </a:lnTo>
                  <a:lnTo>
                    <a:pt x="615352" y="2300489"/>
                  </a:lnTo>
                  <a:lnTo>
                    <a:pt x="607650" y="2284204"/>
                  </a:lnTo>
                  <a:lnTo>
                    <a:pt x="604335" y="2275140"/>
                  </a:lnTo>
                  <a:lnTo>
                    <a:pt x="594942" y="2268658"/>
                  </a:lnTo>
                  <a:lnTo>
                    <a:pt x="592153" y="2261921"/>
                  </a:lnTo>
                  <a:lnTo>
                    <a:pt x="592415" y="2252989"/>
                  </a:lnTo>
                  <a:lnTo>
                    <a:pt x="591342" y="2251150"/>
                  </a:lnTo>
                  <a:lnTo>
                    <a:pt x="586956" y="2243621"/>
                  </a:lnTo>
                  <a:lnTo>
                    <a:pt x="582757" y="2237225"/>
                  </a:lnTo>
                  <a:lnTo>
                    <a:pt x="582882" y="2226323"/>
                  </a:lnTo>
                  <a:lnTo>
                    <a:pt x="579733" y="2219807"/>
                  </a:lnTo>
                  <a:lnTo>
                    <a:pt x="575912" y="2217401"/>
                  </a:lnTo>
                  <a:lnTo>
                    <a:pt x="573496" y="2207132"/>
                  </a:lnTo>
                  <a:lnTo>
                    <a:pt x="569811" y="2197608"/>
                  </a:lnTo>
                  <a:lnTo>
                    <a:pt x="562000" y="2187557"/>
                  </a:lnTo>
                  <a:lnTo>
                    <a:pt x="557937" y="2184596"/>
                  </a:lnTo>
                  <a:lnTo>
                    <a:pt x="553759" y="2175588"/>
                  </a:lnTo>
                  <a:lnTo>
                    <a:pt x="555031" y="2164190"/>
                  </a:lnTo>
                  <a:lnTo>
                    <a:pt x="554072" y="2152029"/>
                  </a:lnTo>
                  <a:lnTo>
                    <a:pt x="554198" y="2139493"/>
                  </a:lnTo>
                  <a:lnTo>
                    <a:pt x="560201" y="2134419"/>
                  </a:lnTo>
                  <a:lnTo>
                    <a:pt x="565566" y="2138901"/>
                  </a:lnTo>
                  <a:lnTo>
                    <a:pt x="572113" y="2131391"/>
                  </a:lnTo>
                  <a:lnTo>
                    <a:pt x="576607" y="2120356"/>
                  </a:lnTo>
                  <a:lnTo>
                    <a:pt x="578228" y="2115924"/>
                  </a:lnTo>
                  <a:lnTo>
                    <a:pt x="577238" y="2111147"/>
                  </a:lnTo>
                  <a:lnTo>
                    <a:pt x="574934" y="2099980"/>
                  </a:lnTo>
                  <a:lnTo>
                    <a:pt x="571835" y="2094301"/>
                  </a:lnTo>
                  <a:lnTo>
                    <a:pt x="567601" y="2092828"/>
                  </a:lnTo>
                  <a:lnTo>
                    <a:pt x="559796" y="2093330"/>
                  </a:lnTo>
                  <a:lnTo>
                    <a:pt x="552431" y="2090695"/>
                  </a:lnTo>
                  <a:lnTo>
                    <a:pt x="544644" y="2081043"/>
                  </a:lnTo>
                  <a:lnTo>
                    <a:pt x="541259" y="2072515"/>
                  </a:lnTo>
                  <a:lnTo>
                    <a:pt x="539829" y="2068334"/>
                  </a:lnTo>
                  <a:lnTo>
                    <a:pt x="539036" y="2067675"/>
                  </a:lnTo>
                  <a:lnTo>
                    <a:pt x="536629" y="2065671"/>
                  </a:lnTo>
                  <a:lnTo>
                    <a:pt x="535504" y="2061645"/>
                  </a:lnTo>
                  <a:lnTo>
                    <a:pt x="531792" y="2055018"/>
                  </a:lnTo>
                  <a:lnTo>
                    <a:pt x="531644" y="2047028"/>
                  </a:lnTo>
                  <a:lnTo>
                    <a:pt x="535984" y="2036756"/>
                  </a:lnTo>
                  <a:lnTo>
                    <a:pt x="536395" y="2031967"/>
                  </a:lnTo>
                  <a:lnTo>
                    <a:pt x="535022" y="2023651"/>
                  </a:lnTo>
                  <a:lnTo>
                    <a:pt x="535594" y="2020489"/>
                  </a:lnTo>
                  <a:lnTo>
                    <a:pt x="532032" y="2015495"/>
                  </a:lnTo>
                  <a:lnTo>
                    <a:pt x="530768" y="2011377"/>
                  </a:lnTo>
                  <a:lnTo>
                    <a:pt x="532333" y="2004701"/>
                  </a:lnTo>
                  <a:lnTo>
                    <a:pt x="535456" y="2000902"/>
                  </a:lnTo>
                  <a:lnTo>
                    <a:pt x="537114" y="1994423"/>
                  </a:lnTo>
                  <a:lnTo>
                    <a:pt x="537759" y="1991901"/>
                  </a:lnTo>
                  <a:lnTo>
                    <a:pt x="538066" y="1989170"/>
                  </a:lnTo>
                  <a:lnTo>
                    <a:pt x="538959" y="1981240"/>
                  </a:lnTo>
                  <a:lnTo>
                    <a:pt x="544261" y="1978862"/>
                  </a:lnTo>
                  <a:lnTo>
                    <a:pt x="550730" y="1980053"/>
                  </a:lnTo>
                  <a:lnTo>
                    <a:pt x="551474" y="1982195"/>
                  </a:lnTo>
                  <a:lnTo>
                    <a:pt x="550696" y="1988749"/>
                  </a:lnTo>
                  <a:lnTo>
                    <a:pt x="552268" y="1990361"/>
                  </a:lnTo>
                  <a:lnTo>
                    <a:pt x="551354" y="1991988"/>
                  </a:lnTo>
                  <a:lnTo>
                    <a:pt x="548505" y="1992061"/>
                  </a:lnTo>
                  <a:lnTo>
                    <a:pt x="548164" y="1992070"/>
                  </a:lnTo>
                  <a:lnTo>
                    <a:pt x="547724" y="2006874"/>
                  </a:lnTo>
                  <a:lnTo>
                    <a:pt x="557599" y="2014071"/>
                  </a:lnTo>
                  <a:lnTo>
                    <a:pt x="563121" y="2022596"/>
                  </a:lnTo>
                  <a:lnTo>
                    <a:pt x="567353" y="2021534"/>
                  </a:lnTo>
                  <a:lnTo>
                    <a:pt x="569208" y="2021067"/>
                  </a:lnTo>
                  <a:lnTo>
                    <a:pt x="567762" y="2013798"/>
                  </a:lnTo>
                  <a:lnTo>
                    <a:pt x="568756" y="2006435"/>
                  </a:lnTo>
                  <a:lnTo>
                    <a:pt x="568629" y="2002878"/>
                  </a:lnTo>
                  <a:lnTo>
                    <a:pt x="564789" y="1997830"/>
                  </a:lnTo>
                  <a:lnTo>
                    <a:pt x="562244" y="1993532"/>
                  </a:lnTo>
                  <a:lnTo>
                    <a:pt x="562877" y="1989982"/>
                  </a:lnTo>
                  <a:lnTo>
                    <a:pt x="557862" y="1985722"/>
                  </a:lnTo>
                  <a:lnTo>
                    <a:pt x="556915" y="1981235"/>
                  </a:lnTo>
                  <a:lnTo>
                    <a:pt x="560340" y="1979554"/>
                  </a:lnTo>
                  <a:lnTo>
                    <a:pt x="559978" y="1971181"/>
                  </a:lnTo>
                  <a:lnTo>
                    <a:pt x="559894" y="1969216"/>
                  </a:lnTo>
                  <a:lnTo>
                    <a:pt x="555635" y="1968498"/>
                  </a:lnTo>
                  <a:lnTo>
                    <a:pt x="552832" y="1961162"/>
                  </a:lnTo>
                  <a:lnTo>
                    <a:pt x="558939" y="1959946"/>
                  </a:lnTo>
                  <a:lnTo>
                    <a:pt x="559738" y="1956303"/>
                  </a:lnTo>
                  <a:lnTo>
                    <a:pt x="564235" y="1957249"/>
                  </a:lnTo>
                  <a:lnTo>
                    <a:pt x="571022" y="1953792"/>
                  </a:lnTo>
                  <a:lnTo>
                    <a:pt x="570691" y="1952545"/>
                  </a:lnTo>
                  <a:lnTo>
                    <a:pt x="569032" y="1946275"/>
                  </a:lnTo>
                  <a:lnTo>
                    <a:pt x="561630" y="1939239"/>
                  </a:lnTo>
                  <a:lnTo>
                    <a:pt x="561212" y="1939310"/>
                  </a:lnTo>
                  <a:lnTo>
                    <a:pt x="551682" y="1940916"/>
                  </a:lnTo>
                  <a:lnTo>
                    <a:pt x="551391" y="1940965"/>
                  </a:lnTo>
                  <a:lnTo>
                    <a:pt x="548257" y="1949947"/>
                  </a:lnTo>
                  <a:lnTo>
                    <a:pt x="551490" y="1955528"/>
                  </a:lnTo>
                  <a:lnTo>
                    <a:pt x="547230" y="1958160"/>
                  </a:lnTo>
                  <a:lnTo>
                    <a:pt x="546050" y="1963651"/>
                  </a:lnTo>
                  <a:lnTo>
                    <a:pt x="548727" y="1968098"/>
                  </a:lnTo>
                  <a:lnTo>
                    <a:pt x="550277" y="1973814"/>
                  </a:lnTo>
                  <a:lnTo>
                    <a:pt x="543364" y="1975255"/>
                  </a:lnTo>
                  <a:lnTo>
                    <a:pt x="538423" y="1973401"/>
                  </a:lnTo>
                  <a:lnTo>
                    <a:pt x="533812" y="1966285"/>
                  </a:lnTo>
                  <a:lnTo>
                    <a:pt x="527558" y="1960429"/>
                  </a:lnTo>
                  <a:lnTo>
                    <a:pt x="524891" y="1961336"/>
                  </a:lnTo>
                  <a:lnTo>
                    <a:pt x="521332" y="1954905"/>
                  </a:lnTo>
                  <a:lnTo>
                    <a:pt x="518621" y="1948786"/>
                  </a:lnTo>
                  <a:lnTo>
                    <a:pt x="514350" y="1942359"/>
                  </a:lnTo>
                  <a:lnTo>
                    <a:pt x="507059" y="1938297"/>
                  </a:lnTo>
                  <a:lnTo>
                    <a:pt x="502561" y="1942145"/>
                  </a:lnTo>
                  <a:lnTo>
                    <a:pt x="499439" y="1939815"/>
                  </a:lnTo>
                  <a:lnTo>
                    <a:pt x="507659" y="1927921"/>
                  </a:lnTo>
                  <a:lnTo>
                    <a:pt x="510334" y="1920527"/>
                  </a:lnTo>
                  <a:lnTo>
                    <a:pt x="509183" y="1912143"/>
                  </a:lnTo>
                  <a:lnTo>
                    <a:pt x="510398" y="1907854"/>
                  </a:lnTo>
                  <a:lnTo>
                    <a:pt x="509552" y="1904676"/>
                  </a:lnTo>
                  <a:lnTo>
                    <a:pt x="509503" y="1904492"/>
                  </a:lnTo>
                  <a:lnTo>
                    <a:pt x="504983" y="1902880"/>
                  </a:lnTo>
                  <a:lnTo>
                    <a:pt x="504743" y="1898145"/>
                  </a:lnTo>
                  <a:lnTo>
                    <a:pt x="504927" y="1890994"/>
                  </a:lnTo>
                  <a:lnTo>
                    <a:pt x="500140" y="1878608"/>
                  </a:lnTo>
                  <a:lnTo>
                    <a:pt x="493577" y="1871994"/>
                  </a:lnTo>
                  <a:lnTo>
                    <a:pt x="487743" y="1863184"/>
                  </a:lnTo>
                  <a:lnTo>
                    <a:pt x="487122" y="1858924"/>
                  </a:lnTo>
                  <a:lnTo>
                    <a:pt x="481968" y="1843980"/>
                  </a:lnTo>
                  <a:lnTo>
                    <a:pt x="476616" y="1836891"/>
                  </a:lnTo>
                  <a:lnTo>
                    <a:pt x="475051" y="1833074"/>
                  </a:lnTo>
                  <a:lnTo>
                    <a:pt x="473194" y="1828537"/>
                  </a:lnTo>
                  <a:lnTo>
                    <a:pt x="468565" y="1821197"/>
                  </a:lnTo>
                  <a:lnTo>
                    <a:pt x="467563" y="1817154"/>
                  </a:lnTo>
                  <a:lnTo>
                    <a:pt x="464252" y="1810849"/>
                  </a:lnTo>
                  <a:lnTo>
                    <a:pt x="463588" y="1805192"/>
                  </a:lnTo>
                  <a:lnTo>
                    <a:pt x="469666" y="1798341"/>
                  </a:lnTo>
                  <a:lnTo>
                    <a:pt x="470312" y="1784936"/>
                  </a:lnTo>
                  <a:lnTo>
                    <a:pt x="468530" y="1775469"/>
                  </a:lnTo>
                  <a:lnTo>
                    <a:pt x="468106" y="1765181"/>
                  </a:lnTo>
                  <a:lnTo>
                    <a:pt x="468705" y="1753660"/>
                  </a:lnTo>
                  <a:lnTo>
                    <a:pt x="472560" y="1743604"/>
                  </a:lnTo>
                  <a:lnTo>
                    <a:pt x="480528" y="1732096"/>
                  </a:lnTo>
                  <a:lnTo>
                    <a:pt x="481398" y="1723373"/>
                  </a:lnTo>
                  <a:lnTo>
                    <a:pt x="482571" y="1715530"/>
                  </a:lnTo>
                  <a:lnTo>
                    <a:pt x="480537" y="1709822"/>
                  </a:lnTo>
                  <a:lnTo>
                    <a:pt x="482216" y="1696066"/>
                  </a:lnTo>
                  <a:lnTo>
                    <a:pt x="478200" y="1690796"/>
                  </a:lnTo>
                  <a:lnTo>
                    <a:pt x="475941" y="1682341"/>
                  </a:lnTo>
                  <a:lnTo>
                    <a:pt x="472288" y="1670893"/>
                  </a:lnTo>
                  <a:lnTo>
                    <a:pt x="471734" y="1669149"/>
                  </a:lnTo>
                  <a:lnTo>
                    <a:pt x="469029" y="1667279"/>
                  </a:lnTo>
                  <a:lnTo>
                    <a:pt x="469350" y="1659889"/>
                  </a:lnTo>
                  <a:lnTo>
                    <a:pt x="465889" y="1653862"/>
                  </a:lnTo>
                  <a:lnTo>
                    <a:pt x="462063" y="1650829"/>
                  </a:lnTo>
                  <a:lnTo>
                    <a:pt x="457574" y="1642402"/>
                  </a:lnTo>
                  <a:lnTo>
                    <a:pt x="452037" y="1632860"/>
                  </a:lnTo>
                  <a:lnTo>
                    <a:pt x="450801" y="1630248"/>
                  </a:lnTo>
                  <a:lnTo>
                    <a:pt x="454178" y="1622045"/>
                  </a:lnTo>
                  <a:lnTo>
                    <a:pt x="454595" y="1616473"/>
                  </a:lnTo>
                  <a:lnTo>
                    <a:pt x="452842" y="1607629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h61"/>
            <p:cNvSpPr/>
            <p:nvPr/>
          </p:nvSpPr>
          <p:spPr>
            <a:xfrm>
              <a:off x="2674151" y="2190484"/>
              <a:ext cx="1145069" cy="1832540"/>
            </a:xfrm>
            <a:custGeom>
              <a:avLst/>
              <a:pathLst>
                <a:path w="1145069" h="1832540">
                  <a:moveTo>
                    <a:pt x="457200" y="1600200"/>
                  </a:moveTo>
                  <a:lnTo>
                    <a:pt x="465986" y="1522900"/>
                  </a:lnTo>
                  <a:lnTo>
                    <a:pt x="469095" y="1493160"/>
                  </a:lnTo>
                  <a:lnTo>
                    <a:pt x="470793" y="1476957"/>
                  </a:lnTo>
                  <a:lnTo>
                    <a:pt x="472906" y="1456839"/>
                  </a:lnTo>
                  <a:lnTo>
                    <a:pt x="475699" y="1430320"/>
                  </a:lnTo>
                  <a:lnTo>
                    <a:pt x="479628" y="1392492"/>
                  </a:lnTo>
                  <a:lnTo>
                    <a:pt x="480193" y="1387325"/>
                  </a:lnTo>
                  <a:lnTo>
                    <a:pt x="486041" y="1334057"/>
                  </a:lnTo>
                  <a:lnTo>
                    <a:pt x="486158" y="1332944"/>
                  </a:lnTo>
                  <a:lnTo>
                    <a:pt x="488279" y="1312724"/>
                  </a:lnTo>
                  <a:lnTo>
                    <a:pt x="490417" y="1291116"/>
                  </a:lnTo>
                  <a:lnTo>
                    <a:pt x="564916" y="1299046"/>
                  </a:lnTo>
                  <a:lnTo>
                    <a:pt x="595920" y="1301962"/>
                  </a:lnTo>
                  <a:lnTo>
                    <a:pt x="647367" y="1306522"/>
                  </a:lnTo>
                  <a:lnTo>
                    <a:pt x="652001" y="1306965"/>
                  </a:lnTo>
                  <a:lnTo>
                    <a:pt x="694705" y="1310916"/>
                  </a:lnTo>
                  <a:lnTo>
                    <a:pt x="745081" y="1315269"/>
                  </a:lnTo>
                  <a:lnTo>
                    <a:pt x="754764" y="1316067"/>
                  </a:lnTo>
                  <a:lnTo>
                    <a:pt x="757290" y="1316256"/>
                  </a:lnTo>
                  <a:lnTo>
                    <a:pt x="842781" y="1322163"/>
                  </a:lnTo>
                  <a:lnTo>
                    <a:pt x="874002" y="1324114"/>
                  </a:lnTo>
                  <a:lnTo>
                    <a:pt x="882251" y="1324608"/>
                  </a:lnTo>
                  <a:lnTo>
                    <a:pt x="915825" y="1326047"/>
                  </a:lnTo>
                  <a:lnTo>
                    <a:pt x="957399" y="1328255"/>
                  </a:lnTo>
                  <a:lnTo>
                    <a:pt x="1002335" y="1330297"/>
                  </a:lnTo>
                  <a:lnTo>
                    <a:pt x="1020265" y="1331028"/>
                  </a:lnTo>
                  <a:lnTo>
                    <a:pt x="1048950" y="1332112"/>
                  </a:lnTo>
                  <a:lnTo>
                    <a:pt x="1088620" y="1333494"/>
                  </a:lnTo>
                  <a:lnTo>
                    <a:pt x="1091662" y="1333592"/>
                  </a:lnTo>
                  <a:lnTo>
                    <a:pt x="1097687" y="1333782"/>
                  </a:lnTo>
                  <a:lnTo>
                    <a:pt x="1145069" y="1335086"/>
                  </a:lnTo>
                  <a:lnTo>
                    <a:pt x="1144347" y="1366474"/>
                  </a:lnTo>
                  <a:lnTo>
                    <a:pt x="1144192" y="1372936"/>
                  </a:lnTo>
                  <a:lnTo>
                    <a:pt x="1143429" y="1404910"/>
                  </a:lnTo>
                  <a:lnTo>
                    <a:pt x="1143160" y="1416180"/>
                  </a:lnTo>
                  <a:lnTo>
                    <a:pt x="1143128" y="1417526"/>
                  </a:lnTo>
                  <a:lnTo>
                    <a:pt x="1142100" y="1459148"/>
                  </a:lnTo>
                  <a:lnTo>
                    <a:pt x="1141606" y="1481998"/>
                  </a:lnTo>
                  <a:lnTo>
                    <a:pt x="1141011" y="1512401"/>
                  </a:lnTo>
                  <a:lnTo>
                    <a:pt x="1140997" y="1513130"/>
                  </a:lnTo>
                  <a:lnTo>
                    <a:pt x="1140527" y="1537266"/>
                  </a:lnTo>
                  <a:lnTo>
                    <a:pt x="1139998" y="1567122"/>
                  </a:lnTo>
                  <a:lnTo>
                    <a:pt x="1139810" y="1577808"/>
                  </a:lnTo>
                  <a:lnTo>
                    <a:pt x="1138886" y="1621169"/>
                  </a:lnTo>
                  <a:lnTo>
                    <a:pt x="1138669" y="1631391"/>
                  </a:lnTo>
                  <a:lnTo>
                    <a:pt x="1138064" y="1660016"/>
                  </a:lnTo>
                  <a:lnTo>
                    <a:pt x="1137762" y="1674364"/>
                  </a:lnTo>
                  <a:lnTo>
                    <a:pt x="1137745" y="1675150"/>
                  </a:lnTo>
                  <a:lnTo>
                    <a:pt x="1137357" y="1693681"/>
                  </a:lnTo>
                  <a:lnTo>
                    <a:pt x="1136519" y="1740125"/>
                  </a:lnTo>
                  <a:lnTo>
                    <a:pt x="1136486" y="1741944"/>
                  </a:lnTo>
                  <a:lnTo>
                    <a:pt x="1136260" y="1751813"/>
                  </a:lnTo>
                  <a:lnTo>
                    <a:pt x="1135536" y="1783440"/>
                  </a:lnTo>
                  <a:lnTo>
                    <a:pt x="1135166" y="1799683"/>
                  </a:lnTo>
                  <a:lnTo>
                    <a:pt x="1134739" y="1818477"/>
                  </a:lnTo>
                  <a:lnTo>
                    <a:pt x="1134545" y="1827335"/>
                  </a:lnTo>
                  <a:lnTo>
                    <a:pt x="1134396" y="1832540"/>
                  </a:lnTo>
                  <a:lnTo>
                    <a:pt x="1103267" y="1831548"/>
                  </a:lnTo>
                  <a:lnTo>
                    <a:pt x="1069177" y="1830442"/>
                  </a:lnTo>
                  <a:lnTo>
                    <a:pt x="1054892" y="1829419"/>
                  </a:lnTo>
                  <a:lnTo>
                    <a:pt x="1038968" y="1828802"/>
                  </a:lnTo>
                  <a:lnTo>
                    <a:pt x="1030626" y="1828529"/>
                  </a:lnTo>
                  <a:lnTo>
                    <a:pt x="966301" y="1826144"/>
                  </a:lnTo>
                  <a:lnTo>
                    <a:pt x="939006" y="1825136"/>
                  </a:lnTo>
                  <a:lnTo>
                    <a:pt x="906112" y="1823803"/>
                  </a:lnTo>
                  <a:lnTo>
                    <a:pt x="867061" y="1821701"/>
                  </a:lnTo>
                  <a:lnTo>
                    <a:pt x="828477" y="1819187"/>
                  </a:lnTo>
                  <a:lnTo>
                    <a:pt x="825078" y="1818973"/>
                  </a:lnTo>
                  <a:lnTo>
                    <a:pt x="818581" y="1818559"/>
                  </a:lnTo>
                  <a:lnTo>
                    <a:pt x="815525" y="1818363"/>
                  </a:lnTo>
                  <a:lnTo>
                    <a:pt x="798853" y="1817270"/>
                  </a:lnTo>
                  <a:lnTo>
                    <a:pt x="787480" y="1816524"/>
                  </a:lnTo>
                  <a:lnTo>
                    <a:pt x="769368" y="1815311"/>
                  </a:lnTo>
                  <a:lnTo>
                    <a:pt x="769170" y="1815298"/>
                  </a:lnTo>
                  <a:lnTo>
                    <a:pt x="741492" y="1813415"/>
                  </a:lnTo>
                  <a:lnTo>
                    <a:pt x="740614" y="1813356"/>
                  </a:lnTo>
                  <a:lnTo>
                    <a:pt x="707205" y="1811036"/>
                  </a:lnTo>
                  <a:lnTo>
                    <a:pt x="694006" y="1810082"/>
                  </a:lnTo>
                  <a:lnTo>
                    <a:pt x="654989" y="1807138"/>
                  </a:lnTo>
                  <a:lnTo>
                    <a:pt x="654319" y="1806122"/>
                  </a:lnTo>
                  <a:lnTo>
                    <a:pt x="600478" y="1801536"/>
                  </a:lnTo>
                  <a:lnTo>
                    <a:pt x="594456" y="1801000"/>
                  </a:lnTo>
                  <a:lnTo>
                    <a:pt x="543105" y="1796243"/>
                  </a:lnTo>
                  <a:lnTo>
                    <a:pt x="505649" y="1792624"/>
                  </a:lnTo>
                  <a:lnTo>
                    <a:pt x="481820" y="1790233"/>
                  </a:lnTo>
                  <a:lnTo>
                    <a:pt x="439833" y="1785814"/>
                  </a:lnTo>
                  <a:lnTo>
                    <a:pt x="446010" y="1725824"/>
                  </a:lnTo>
                  <a:lnTo>
                    <a:pt x="451080" y="1676874"/>
                  </a:lnTo>
                  <a:lnTo>
                    <a:pt x="454576" y="1643277"/>
                  </a:lnTo>
                  <a:lnTo>
                    <a:pt x="454726" y="1641836"/>
                  </a:lnTo>
                  <a:lnTo>
                    <a:pt x="454347" y="1627949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h62"/>
            <p:cNvSpPr/>
            <p:nvPr/>
          </p:nvSpPr>
          <p:spPr>
            <a:xfrm>
              <a:off x="5964160" y="1524735"/>
              <a:ext cx="612813" cy="1611946"/>
            </a:xfrm>
            <a:custGeom>
              <a:avLst/>
              <a:pathLst>
                <a:path w="612813" h="1611946">
                  <a:moveTo>
                    <a:pt x="457200" y="1600200"/>
                  </a:moveTo>
                  <a:lnTo>
                    <a:pt x="474396" y="1579488"/>
                  </a:lnTo>
                  <a:lnTo>
                    <a:pt x="465260" y="1571628"/>
                  </a:lnTo>
                  <a:lnTo>
                    <a:pt x="463133" y="1562918"/>
                  </a:lnTo>
                  <a:lnTo>
                    <a:pt x="462825" y="1561658"/>
                  </a:lnTo>
                  <a:lnTo>
                    <a:pt x="460895" y="1553775"/>
                  </a:lnTo>
                  <a:lnTo>
                    <a:pt x="458224" y="1543257"/>
                  </a:lnTo>
                  <a:lnTo>
                    <a:pt x="455343" y="1531944"/>
                  </a:lnTo>
                  <a:lnTo>
                    <a:pt x="454675" y="1529323"/>
                  </a:lnTo>
                  <a:lnTo>
                    <a:pt x="453874" y="1526207"/>
                  </a:lnTo>
                  <a:lnTo>
                    <a:pt x="448933" y="1507032"/>
                  </a:lnTo>
                  <a:lnTo>
                    <a:pt x="441720" y="1479490"/>
                  </a:lnTo>
                  <a:lnTo>
                    <a:pt x="463999" y="1472436"/>
                  </a:lnTo>
                  <a:lnTo>
                    <a:pt x="473055" y="1469667"/>
                  </a:lnTo>
                  <a:lnTo>
                    <a:pt x="479492" y="1467691"/>
                  </a:lnTo>
                  <a:lnTo>
                    <a:pt x="484185" y="1466245"/>
                  </a:lnTo>
                  <a:lnTo>
                    <a:pt x="495937" y="1462331"/>
                  </a:lnTo>
                  <a:lnTo>
                    <a:pt x="497368" y="1461853"/>
                  </a:lnTo>
                  <a:lnTo>
                    <a:pt x="502088" y="1465335"/>
                  </a:lnTo>
                  <a:lnTo>
                    <a:pt x="504975" y="1463808"/>
                  </a:lnTo>
                  <a:lnTo>
                    <a:pt x="505630" y="1463461"/>
                  </a:lnTo>
                  <a:lnTo>
                    <a:pt x="506987" y="1458524"/>
                  </a:lnTo>
                  <a:lnTo>
                    <a:pt x="518172" y="1455305"/>
                  </a:lnTo>
                  <a:lnTo>
                    <a:pt x="524885" y="1452447"/>
                  </a:lnTo>
                  <a:lnTo>
                    <a:pt x="543086" y="1446244"/>
                  </a:lnTo>
                  <a:lnTo>
                    <a:pt x="552739" y="1442990"/>
                  </a:lnTo>
                  <a:lnTo>
                    <a:pt x="558749" y="1440956"/>
                  </a:lnTo>
                  <a:lnTo>
                    <a:pt x="571551" y="1436603"/>
                  </a:lnTo>
                  <a:lnTo>
                    <a:pt x="583748" y="1432478"/>
                  </a:lnTo>
                  <a:lnTo>
                    <a:pt x="587661" y="1431149"/>
                  </a:lnTo>
                  <a:lnTo>
                    <a:pt x="588420" y="1432950"/>
                  </a:lnTo>
                  <a:lnTo>
                    <a:pt x="597245" y="1456674"/>
                  </a:lnTo>
                  <a:lnTo>
                    <a:pt x="600889" y="1466369"/>
                  </a:lnTo>
                  <a:lnTo>
                    <a:pt x="606160" y="1481581"/>
                  </a:lnTo>
                  <a:lnTo>
                    <a:pt x="609527" y="1492560"/>
                  </a:lnTo>
                  <a:lnTo>
                    <a:pt x="612813" y="1503292"/>
                  </a:lnTo>
                  <a:lnTo>
                    <a:pt x="609375" y="1505167"/>
                  </a:lnTo>
                  <a:lnTo>
                    <a:pt x="612067" y="1511979"/>
                  </a:lnTo>
                  <a:lnTo>
                    <a:pt x="611315" y="1516768"/>
                  </a:lnTo>
                  <a:lnTo>
                    <a:pt x="608425" y="1515658"/>
                  </a:lnTo>
                  <a:lnTo>
                    <a:pt x="602592" y="1518660"/>
                  </a:lnTo>
                  <a:lnTo>
                    <a:pt x="597477" y="1522265"/>
                  </a:lnTo>
                  <a:lnTo>
                    <a:pt x="591298" y="1524862"/>
                  </a:lnTo>
                  <a:lnTo>
                    <a:pt x="588445" y="1527869"/>
                  </a:lnTo>
                  <a:lnTo>
                    <a:pt x="581961" y="1528029"/>
                  </a:lnTo>
                  <a:lnTo>
                    <a:pt x="579616" y="1530917"/>
                  </a:lnTo>
                  <a:lnTo>
                    <a:pt x="578686" y="1531859"/>
                  </a:lnTo>
                  <a:lnTo>
                    <a:pt x="575442" y="1535140"/>
                  </a:lnTo>
                  <a:lnTo>
                    <a:pt x="570718" y="1537181"/>
                  </a:lnTo>
                  <a:lnTo>
                    <a:pt x="568043" y="1540229"/>
                  </a:lnTo>
                  <a:lnTo>
                    <a:pt x="565703" y="1538848"/>
                  </a:lnTo>
                  <a:lnTo>
                    <a:pt x="560245" y="1541903"/>
                  </a:lnTo>
                  <a:lnTo>
                    <a:pt x="555500" y="1545765"/>
                  </a:lnTo>
                  <a:lnTo>
                    <a:pt x="554530" y="1546553"/>
                  </a:lnTo>
                  <a:lnTo>
                    <a:pt x="549388" y="1545949"/>
                  </a:lnTo>
                  <a:lnTo>
                    <a:pt x="544610" y="1548050"/>
                  </a:lnTo>
                  <a:lnTo>
                    <a:pt x="542218" y="1551420"/>
                  </a:lnTo>
                  <a:lnTo>
                    <a:pt x="536346" y="1554219"/>
                  </a:lnTo>
                  <a:lnTo>
                    <a:pt x="533171" y="1552195"/>
                  </a:lnTo>
                  <a:lnTo>
                    <a:pt x="525741" y="1557761"/>
                  </a:lnTo>
                  <a:lnTo>
                    <a:pt x="523522" y="1557659"/>
                  </a:lnTo>
                  <a:lnTo>
                    <a:pt x="520393" y="1557514"/>
                  </a:lnTo>
                  <a:lnTo>
                    <a:pt x="518028" y="1560634"/>
                  </a:lnTo>
                  <a:lnTo>
                    <a:pt x="516959" y="1562042"/>
                  </a:lnTo>
                  <a:lnTo>
                    <a:pt x="515033" y="1566321"/>
                  </a:lnTo>
                  <a:lnTo>
                    <a:pt x="510365" y="1569593"/>
                  </a:lnTo>
                  <a:lnTo>
                    <a:pt x="509646" y="1573873"/>
                  </a:lnTo>
                  <a:lnTo>
                    <a:pt x="509407" y="1575287"/>
                  </a:lnTo>
                  <a:lnTo>
                    <a:pt x="507762" y="1576778"/>
                  </a:lnTo>
                  <a:lnTo>
                    <a:pt x="503782" y="1577272"/>
                  </a:lnTo>
                  <a:lnTo>
                    <a:pt x="500994" y="1577617"/>
                  </a:lnTo>
                  <a:lnTo>
                    <a:pt x="497342" y="1584275"/>
                  </a:lnTo>
                  <a:lnTo>
                    <a:pt x="496721" y="1584598"/>
                  </a:lnTo>
                  <a:lnTo>
                    <a:pt x="494439" y="1585783"/>
                  </a:lnTo>
                  <a:lnTo>
                    <a:pt x="491653" y="1587229"/>
                  </a:lnTo>
                  <a:lnTo>
                    <a:pt x="488237" y="1589196"/>
                  </a:lnTo>
                  <a:lnTo>
                    <a:pt x="490526" y="1590852"/>
                  </a:lnTo>
                  <a:lnTo>
                    <a:pt x="488687" y="1595122"/>
                  </a:lnTo>
                  <a:lnTo>
                    <a:pt x="486034" y="1597449"/>
                  </a:lnTo>
                  <a:lnTo>
                    <a:pt x="481849" y="1598377"/>
                  </a:lnTo>
                  <a:lnTo>
                    <a:pt x="478062" y="1601343"/>
                  </a:lnTo>
                  <a:lnTo>
                    <a:pt x="474945" y="1605316"/>
                  </a:lnTo>
                  <a:lnTo>
                    <a:pt x="472014" y="1606418"/>
                  </a:lnTo>
                  <a:lnTo>
                    <a:pt x="467771" y="1611946"/>
                  </a:lnTo>
                  <a:lnTo>
                    <a:pt x="466877" y="1609747"/>
                  </a:lnTo>
                  <a:lnTo>
                    <a:pt x="466336" y="1608096"/>
                  </a:lnTo>
                  <a:lnTo>
                    <a:pt x="460110" y="1602717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h63"/>
            <p:cNvSpPr/>
            <p:nvPr/>
          </p:nvSpPr>
          <p:spPr>
            <a:xfrm>
              <a:off x="5831523" y="1749178"/>
              <a:ext cx="567323" cy="1750156"/>
            </a:xfrm>
            <a:custGeom>
              <a:avLst/>
              <a:pathLst>
                <a:path w="567323" h="1750156">
                  <a:moveTo>
                    <a:pt x="457200" y="1600200"/>
                  </a:moveTo>
                  <a:lnTo>
                    <a:pt x="457831" y="1595313"/>
                  </a:lnTo>
                  <a:lnTo>
                    <a:pt x="459921" y="1590168"/>
                  </a:lnTo>
                  <a:lnTo>
                    <a:pt x="463820" y="1585151"/>
                  </a:lnTo>
                  <a:lnTo>
                    <a:pt x="469558" y="1581651"/>
                  </a:lnTo>
                  <a:lnTo>
                    <a:pt x="469705" y="1581561"/>
                  </a:lnTo>
                  <a:lnTo>
                    <a:pt x="470786" y="1580901"/>
                  </a:lnTo>
                  <a:lnTo>
                    <a:pt x="471557" y="1580430"/>
                  </a:lnTo>
                  <a:lnTo>
                    <a:pt x="479965" y="1579133"/>
                  </a:lnTo>
                  <a:lnTo>
                    <a:pt x="486890" y="1580558"/>
                  </a:lnTo>
                  <a:lnTo>
                    <a:pt x="484139" y="1586156"/>
                  </a:lnTo>
                  <a:lnTo>
                    <a:pt x="484261" y="1592788"/>
                  </a:lnTo>
                  <a:lnTo>
                    <a:pt x="482360" y="1597172"/>
                  </a:lnTo>
                  <a:lnTo>
                    <a:pt x="481408" y="1602573"/>
                  </a:lnTo>
                  <a:lnTo>
                    <a:pt x="479809" y="1605352"/>
                  </a:lnTo>
                  <a:lnTo>
                    <a:pt x="482383" y="1608992"/>
                  </a:lnTo>
                  <a:lnTo>
                    <a:pt x="485839" y="1610283"/>
                  </a:lnTo>
                  <a:lnTo>
                    <a:pt x="485963" y="1615851"/>
                  </a:lnTo>
                  <a:lnTo>
                    <a:pt x="487212" y="1620341"/>
                  </a:lnTo>
                  <a:lnTo>
                    <a:pt x="481964" y="1624448"/>
                  </a:lnTo>
                  <a:lnTo>
                    <a:pt x="485284" y="1628708"/>
                  </a:lnTo>
                  <a:lnTo>
                    <a:pt x="491606" y="1633446"/>
                  </a:lnTo>
                  <a:lnTo>
                    <a:pt x="493669" y="1635101"/>
                  </a:lnTo>
                  <a:lnTo>
                    <a:pt x="498343" y="1638845"/>
                  </a:lnTo>
                  <a:lnTo>
                    <a:pt x="506182" y="1645088"/>
                  </a:lnTo>
                  <a:lnTo>
                    <a:pt x="510065" y="1653901"/>
                  </a:lnTo>
                  <a:lnTo>
                    <a:pt x="510799" y="1660846"/>
                  </a:lnTo>
                  <a:lnTo>
                    <a:pt x="514444" y="1669664"/>
                  </a:lnTo>
                  <a:lnTo>
                    <a:pt x="520817" y="1672658"/>
                  </a:lnTo>
                  <a:lnTo>
                    <a:pt x="526451" y="1680393"/>
                  </a:lnTo>
                  <a:lnTo>
                    <a:pt x="527126" y="1681319"/>
                  </a:lnTo>
                  <a:lnTo>
                    <a:pt x="527882" y="1684476"/>
                  </a:lnTo>
                  <a:lnTo>
                    <a:pt x="536866" y="1690716"/>
                  </a:lnTo>
                  <a:lnTo>
                    <a:pt x="545432" y="1695131"/>
                  </a:lnTo>
                  <a:lnTo>
                    <a:pt x="549869" y="1694683"/>
                  </a:lnTo>
                  <a:lnTo>
                    <a:pt x="551560" y="1692285"/>
                  </a:lnTo>
                  <a:lnTo>
                    <a:pt x="556689" y="1703902"/>
                  </a:lnTo>
                  <a:lnTo>
                    <a:pt x="563904" y="1722682"/>
                  </a:lnTo>
                  <a:lnTo>
                    <a:pt x="567323" y="1732774"/>
                  </a:lnTo>
                  <a:lnTo>
                    <a:pt x="554760" y="1736751"/>
                  </a:lnTo>
                  <a:lnTo>
                    <a:pt x="540352" y="1741058"/>
                  </a:lnTo>
                  <a:lnTo>
                    <a:pt x="527585" y="1744848"/>
                  </a:lnTo>
                  <a:lnTo>
                    <a:pt x="507578" y="1750156"/>
                  </a:lnTo>
                  <a:lnTo>
                    <a:pt x="504165" y="1740379"/>
                  </a:lnTo>
                  <a:lnTo>
                    <a:pt x="503425" y="1738244"/>
                  </a:lnTo>
                  <a:lnTo>
                    <a:pt x="500362" y="1729407"/>
                  </a:lnTo>
                  <a:lnTo>
                    <a:pt x="492328" y="1706393"/>
                  </a:lnTo>
                  <a:lnTo>
                    <a:pt x="479361" y="1669310"/>
                  </a:lnTo>
                  <a:lnTo>
                    <a:pt x="475070" y="1657053"/>
                  </a:lnTo>
                  <a:lnTo>
                    <a:pt x="472992" y="1651123"/>
                  </a:lnTo>
                  <a:lnTo>
                    <a:pt x="469638" y="1641552"/>
                  </a:lnTo>
                  <a:lnTo>
                    <a:pt x="455858" y="1600611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h64"/>
            <p:cNvSpPr/>
            <p:nvPr/>
          </p:nvSpPr>
          <p:spPr>
            <a:xfrm>
              <a:off x="5734651" y="1880859"/>
              <a:ext cx="477941" cy="1615321"/>
            </a:xfrm>
            <a:custGeom>
              <a:avLst/>
              <a:pathLst>
                <a:path w="477941" h="1615321">
                  <a:moveTo>
                    <a:pt x="457200" y="1600200"/>
                  </a:moveTo>
                  <a:lnTo>
                    <a:pt x="462489" y="1590707"/>
                  </a:lnTo>
                  <a:lnTo>
                    <a:pt x="467003" y="1593316"/>
                  </a:lnTo>
                  <a:lnTo>
                    <a:pt x="477941" y="1599623"/>
                  </a:lnTo>
                  <a:lnTo>
                    <a:pt x="473251" y="1608151"/>
                  </a:lnTo>
                  <a:lnTo>
                    <a:pt x="469242" y="1615321"/>
                  </a:lnTo>
                  <a:lnTo>
                    <a:pt x="467639" y="1609319"/>
                  </a:lnTo>
                  <a:lnTo>
                    <a:pt x="466772" y="1606073"/>
                  </a:lnTo>
                  <a:lnTo>
                    <a:pt x="460895" y="1603062"/>
                  </a:lnTo>
                  <a:close/>
                </a:path>
              </a:pathLst>
            </a:custGeom>
            <a:noFill/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h65"/>
            <p:cNvSpPr/>
            <p:nvPr/>
          </p:nvSpPr>
          <p:spPr>
            <a:xfrm>
              <a:off x="5625534" y="3743477"/>
              <a:ext cx="518598" cy="1603043"/>
            </a:xfrm>
            <a:custGeom>
              <a:avLst/>
              <a:pathLst>
                <a:path w="518598" h="1603043">
                  <a:moveTo>
                    <a:pt x="457200" y="1600200"/>
                  </a:moveTo>
                  <a:lnTo>
                    <a:pt x="462261" y="1588498"/>
                  </a:lnTo>
                  <a:lnTo>
                    <a:pt x="470157" y="1581059"/>
                  </a:lnTo>
                  <a:lnTo>
                    <a:pt x="479204" y="1574473"/>
                  </a:lnTo>
                  <a:lnTo>
                    <a:pt x="480306" y="1571770"/>
                  </a:lnTo>
                  <a:lnTo>
                    <a:pt x="493386" y="1561817"/>
                  </a:lnTo>
                  <a:lnTo>
                    <a:pt x="510025" y="1565554"/>
                  </a:lnTo>
                  <a:lnTo>
                    <a:pt x="518598" y="1573909"/>
                  </a:lnTo>
                  <a:lnTo>
                    <a:pt x="508294" y="1580685"/>
                  </a:lnTo>
                  <a:lnTo>
                    <a:pt x="501917" y="1583843"/>
                  </a:lnTo>
                  <a:lnTo>
                    <a:pt x="496831" y="1582528"/>
                  </a:lnTo>
                  <a:lnTo>
                    <a:pt x="489056" y="1586881"/>
                  </a:lnTo>
                  <a:lnTo>
                    <a:pt x="480914" y="1592145"/>
                  </a:lnTo>
                  <a:lnTo>
                    <a:pt x="471552" y="1598447"/>
                  </a:lnTo>
                  <a:lnTo>
                    <a:pt x="457570" y="1603043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h66"/>
            <p:cNvSpPr/>
            <p:nvPr/>
          </p:nvSpPr>
          <p:spPr>
            <a:xfrm>
              <a:off x="5603290" y="3751328"/>
              <a:ext cx="472755" cy="1605886"/>
            </a:xfrm>
            <a:custGeom>
              <a:avLst/>
              <a:pathLst>
                <a:path w="472755" h="1605886">
                  <a:moveTo>
                    <a:pt x="457200" y="1600200"/>
                  </a:moveTo>
                  <a:lnTo>
                    <a:pt x="459928" y="1594917"/>
                  </a:lnTo>
                  <a:lnTo>
                    <a:pt x="472755" y="1591818"/>
                  </a:lnTo>
                  <a:lnTo>
                    <a:pt x="468849" y="1603419"/>
                  </a:lnTo>
                  <a:lnTo>
                    <a:pt x="456598" y="160588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h67"/>
            <p:cNvSpPr/>
            <p:nvPr/>
          </p:nvSpPr>
          <p:spPr>
            <a:xfrm>
              <a:off x="5583275" y="3751483"/>
              <a:ext cx="468254" cy="1605491"/>
            </a:xfrm>
            <a:custGeom>
              <a:avLst/>
              <a:pathLst>
                <a:path w="468254" h="1605491">
                  <a:moveTo>
                    <a:pt x="457200" y="1600200"/>
                  </a:moveTo>
                  <a:lnTo>
                    <a:pt x="461183" y="1593392"/>
                  </a:lnTo>
                  <a:lnTo>
                    <a:pt x="468254" y="1596001"/>
                  </a:lnTo>
                  <a:lnTo>
                    <a:pt x="467790" y="1603217"/>
                  </a:lnTo>
                  <a:lnTo>
                    <a:pt x="459045" y="160549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h68"/>
            <p:cNvSpPr/>
            <p:nvPr/>
          </p:nvSpPr>
          <p:spPr>
            <a:xfrm>
              <a:off x="4881228" y="3076856"/>
              <a:ext cx="1366131" cy="2237689"/>
            </a:xfrm>
            <a:custGeom>
              <a:avLst/>
              <a:pathLst>
                <a:path w="1366131" h="2237689">
                  <a:moveTo>
                    <a:pt x="457200" y="1600200"/>
                  </a:moveTo>
                  <a:lnTo>
                    <a:pt x="455776" y="1594665"/>
                  </a:lnTo>
                  <a:lnTo>
                    <a:pt x="464176" y="1593424"/>
                  </a:lnTo>
                  <a:lnTo>
                    <a:pt x="474098" y="1591903"/>
                  </a:lnTo>
                  <a:lnTo>
                    <a:pt x="486123" y="1590078"/>
                  </a:lnTo>
                  <a:lnTo>
                    <a:pt x="501949" y="1587631"/>
                  </a:lnTo>
                  <a:lnTo>
                    <a:pt x="526821" y="1584019"/>
                  </a:lnTo>
                  <a:lnTo>
                    <a:pt x="536969" y="1582497"/>
                  </a:lnTo>
                  <a:lnTo>
                    <a:pt x="541872" y="1581784"/>
                  </a:lnTo>
                  <a:lnTo>
                    <a:pt x="552192" y="1580274"/>
                  </a:lnTo>
                  <a:lnTo>
                    <a:pt x="565400" y="1578325"/>
                  </a:lnTo>
                  <a:lnTo>
                    <a:pt x="583894" y="1575471"/>
                  </a:lnTo>
                  <a:lnTo>
                    <a:pt x="586398" y="1575081"/>
                  </a:lnTo>
                  <a:lnTo>
                    <a:pt x="605183" y="1572098"/>
                  </a:lnTo>
                  <a:lnTo>
                    <a:pt x="610945" y="1571174"/>
                  </a:lnTo>
                  <a:lnTo>
                    <a:pt x="621265" y="1569511"/>
                  </a:lnTo>
                  <a:lnTo>
                    <a:pt x="636201" y="1567083"/>
                  </a:lnTo>
                  <a:lnTo>
                    <a:pt x="651359" y="1564325"/>
                  </a:lnTo>
                  <a:lnTo>
                    <a:pt x="677868" y="1559515"/>
                  </a:lnTo>
                  <a:lnTo>
                    <a:pt x="678890" y="1559328"/>
                  </a:lnTo>
                  <a:lnTo>
                    <a:pt x="695202" y="1556326"/>
                  </a:lnTo>
                  <a:lnTo>
                    <a:pt x="714927" y="1552753"/>
                  </a:lnTo>
                  <a:lnTo>
                    <a:pt x="727010" y="1550636"/>
                  </a:lnTo>
                  <a:lnTo>
                    <a:pt x="730041" y="1550096"/>
                  </a:lnTo>
                  <a:lnTo>
                    <a:pt x="730105" y="1553056"/>
                  </a:lnTo>
                  <a:lnTo>
                    <a:pt x="733201" y="1557542"/>
                  </a:lnTo>
                  <a:lnTo>
                    <a:pt x="739353" y="1563776"/>
                  </a:lnTo>
                  <a:lnTo>
                    <a:pt x="740334" y="1569215"/>
                  </a:lnTo>
                  <a:lnTo>
                    <a:pt x="743191" y="1576493"/>
                  </a:lnTo>
                  <a:lnTo>
                    <a:pt x="749967" y="1582895"/>
                  </a:lnTo>
                  <a:lnTo>
                    <a:pt x="750097" y="1582878"/>
                  </a:lnTo>
                  <a:lnTo>
                    <a:pt x="755463" y="1582152"/>
                  </a:lnTo>
                  <a:lnTo>
                    <a:pt x="791528" y="1577749"/>
                  </a:lnTo>
                  <a:lnTo>
                    <a:pt x="801501" y="1576416"/>
                  </a:lnTo>
                  <a:lnTo>
                    <a:pt x="811630" y="1575051"/>
                  </a:lnTo>
                  <a:lnTo>
                    <a:pt x="828698" y="1572724"/>
                  </a:lnTo>
                  <a:lnTo>
                    <a:pt x="833089" y="1572164"/>
                  </a:lnTo>
                  <a:lnTo>
                    <a:pt x="841213" y="1571123"/>
                  </a:lnTo>
                  <a:lnTo>
                    <a:pt x="861064" y="1568548"/>
                  </a:lnTo>
                  <a:lnTo>
                    <a:pt x="869288" y="1567488"/>
                  </a:lnTo>
                  <a:lnTo>
                    <a:pt x="883342" y="1565657"/>
                  </a:lnTo>
                  <a:lnTo>
                    <a:pt x="895236" y="1564091"/>
                  </a:lnTo>
                  <a:lnTo>
                    <a:pt x="910393" y="1562200"/>
                  </a:lnTo>
                  <a:lnTo>
                    <a:pt x="915546" y="1561551"/>
                  </a:lnTo>
                  <a:lnTo>
                    <a:pt x="933946" y="1559209"/>
                  </a:lnTo>
                  <a:lnTo>
                    <a:pt x="934499" y="1559138"/>
                  </a:lnTo>
                  <a:lnTo>
                    <a:pt x="961547" y="1555541"/>
                  </a:lnTo>
                  <a:lnTo>
                    <a:pt x="981535" y="1552875"/>
                  </a:lnTo>
                  <a:lnTo>
                    <a:pt x="992765" y="1551358"/>
                  </a:lnTo>
                  <a:lnTo>
                    <a:pt x="1006004" y="1549551"/>
                  </a:lnTo>
                  <a:lnTo>
                    <a:pt x="1010343" y="1549072"/>
                  </a:lnTo>
                  <a:lnTo>
                    <a:pt x="1031759" y="1546678"/>
                  </a:lnTo>
                  <a:lnTo>
                    <a:pt x="1031575" y="1552232"/>
                  </a:lnTo>
                  <a:lnTo>
                    <a:pt x="1035581" y="1557259"/>
                  </a:lnTo>
                  <a:lnTo>
                    <a:pt x="1035686" y="1563545"/>
                  </a:lnTo>
                  <a:lnTo>
                    <a:pt x="1040095" y="1569698"/>
                  </a:lnTo>
                  <a:lnTo>
                    <a:pt x="1044078" y="1569520"/>
                  </a:lnTo>
                  <a:lnTo>
                    <a:pt x="1049251" y="1568755"/>
                  </a:lnTo>
                  <a:lnTo>
                    <a:pt x="1053687" y="1566851"/>
                  </a:lnTo>
                  <a:lnTo>
                    <a:pt x="1054723" y="1566406"/>
                  </a:lnTo>
                  <a:lnTo>
                    <a:pt x="1053863" y="1562397"/>
                  </a:lnTo>
                  <a:lnTo>
                    <a:pt x="1054339" y="1556708"/>
                  </a:lnTo>
                  <a:lnTo>
                    <a:pt x="1053523" y="1546272"/>
                  </a:lnTo>
                  <a:lnTo>
                    <a:pt x="1052241" y="1537614"/>
                  </a:lnTo>
                  <a:lnTo>
                    <a:pt x="1047503" y="1531804"/>
                  </a:lnTo>
                  <a:lnTo>
                    <a:pt x="1047495" y="1527141"/>
                  </a:lnTo>
                  <a:lnTo>
                    <a:pt x="1047164" y="1519827"/>
                  </a:lnTo>
                  <a:lnTo>
                    <a:pt x="1050324" y="1514668"/>
                  </a:lnTo>
                  <a:lnTo>
                    <a:pt x="1054825" y="1508464"/>
                  </a:lnTo>
                  <a:lnTo>
                    <a:pt x="1058854" y="1508363"/>
                  </a:lnTo>
                  <a:lnTo>
                    <a:pt x="1059246" y="1508353"/>
                  </a:lnTo>
                  <a:lnTo>
                    <a:pt x="1063404" y="1511016"/>
                  </a:lnTo>
                  <a:lnTo>
                    <a:pt x="1069754" y="1509994"/>
                  </a:lnTo>
                  <a:lnTo>
                    <a:pt x="1074844" y="1510946"/>
                  </a:lnTo>
                  <a:lnTo>
                    <a:pt x="1078649" y="1513188"/>
                  </a:lnTo>
                  <a:lnTo>
                    <a:pt x="1085456" y="1512341"/>
                  </a:lnTo>
                  <a:lnTo>
                    <a:pt x="1089461" y="1513376"/>
                  </a:lnTo>
                  <a:lnTo>
                    <a:pt x="1097269" y="1513446"/>
                  </a:lnTo>
                  <a:lnTo>
                    <a:pt x="1100591" y="1511733"/>
                  </a:lnTo>
                  <a:lnTo>
                    <a:pt x="1102805" y="1511301"/>
                  </a:lnTo>
                  <a:lnTo>
                    <a:pt x="1109709" y="1511459"/>
                  </a:lnTo>
                  <a:lnTo>
                    <a:pt x="1111724" y="1512498"/>
                  </a:lnTo>
                  <a:lnTo>
                    <a:pt x="1112303" y="1524689"/>
                  </a:lnTo>
                  <a:lnTo>
                    <a:pt x="1115040" y="1534028"/>
                  </a:lnTo>
                  <a:lnTo>
                    <a:pt x="1115950" y="1535907"/>
                  </a:lnTo>
                  <a:lnTo>
                    <a:pt x="1116474" y="1536989"/>
                  </a:lnTo>
                  <a:lnTo>
                    <a:pt x="1118404" y="1538428"/>
                  </a:lnTo>
                  <a:lnTo>
                    <a:pt x="1121146" y="1548215"/>
                  </a:lnTo>
                  <a:lnTo>
                    <a:pt x="1123156" y="1555393"/>
                  </a:lnTo>
                  <a:lnTo>
                    <a:pt x="1127458" y="1565493"/>
                  </a:lnTo>
                  <a:lnTo>
                    <a:pt x="1144150" y="1604636"/>
                  </a:lnTo>
                  <a:lnTo>
                    <a:pt x="1146834" y="1608108"/>
                  </a:lnTo>
                  <a:lnTo>
                    <a:pt x="1149121" y="1615334"/>
                  </a:lnTo>
                  <a:lnTo>
                    <a:pt x="1150524" y="1619769"/>
                  </a:lnTo>
                  <a:lnTo>
                    <a:pt x="1158016" y="1632568"/>
                  </a:lnTo>
                  <a:lnTo>
                    <a:pt x="1165600" y="1645506"/>
                  </a:lnTo>
                  <a:lnTo>
                    <a:pt x="1174947" y="1659688"/>
                  </a:lnTo>
                  <a:lnTo>
                    <a:pt x="1183638" y="1672851"/>
                  </a:lnTo>
                  <a:lnTo>
                    <a:pt x="1191406" y="1684017"/>
                  </a:lnTo>
                  <a:lnTo>
                    <a:pt x="1195843" y="1690387"/>
                  </a:lnTo>
                  <a:lnTo>
                    <a:pt x="1204023" y="1699158"/>
                  </a:lnTo>
                  <a:lnTo>
                    <a:pt x="1221164" y="1719250"/>
                  </a:lnTo>
                  <a:lnTo>
                    <a:pt x="1229442" y="1728033"/>
                  </a:lnTo>
                  <a:lnTo>
                    <a:pt x="1240613" y="1739860"/>
                  </a:lnTo>
                  <a:lnTo>
                    <a:pt x="1249235" y="1748058"/>
                  </a:lnTo>
                  <a:lnTo>
                    <a:pt x="1258713" y="1763421"/>
                  </a:lnTo>
                  <a:lnTo>
                    <a:pt x="1253116" y="1770867"/>
                  </a:lnTo>
                  <a:lnTo>
                    <a:pt x="1252780" y="1780373"/>
                  </a:lnTo>
                  <a:lnTo>
                    <a:pt x="1254869" y="1789879"/>
                  </a:lnTo>
                  <a:lnTo>
                    <a:pt x="1258222" y="1799222"/>
                  </a:lnTo>
                  <a:lnTo>
                    <a:pt x="1265723" y="1813883"/>
                  </a:lnTo>
                  <a:lnTo>
                    <a:pt x="1280795" y="1834291"/>
                  </a:lnTo>
                  <a:lnTo>
                    <a:pt x="1290452" y="1847338"/>
                  </a:lnTo>
                  <a:lnTo>
                    <a:pt x="1299410" y="1863333"/>
                  </a:lnTo>
                  <a:lnTo>
                    <a:pt x="1301873" y="1867859"/>
                  </a:lnTo>
                  <a:lnTo>
                    <a:pt x="1312758" y="1887841"/>
                  </a:lnTo>
                  <a:lnTo>
                    <a:pt x="1321461" y="1900622"/>
                  </a:lnTo>
                  <a:lnTo>
                    <a:pt x="1328449" y="1910872"/>
                  </a:lnTo>
                  <a:lnTo>
                    <a:pt x="1331377" y="1917513"/>
                  </a:lnTo>
                  <a:lnTo>
                    <a:pt x="1334644" y="1921710"/>
                  </a:lnTo>
                  <a:lnTo>
                    <a:pt x="1340640" y="1933219"/>
                  </a:lnTo>
                  <a:lnTo>
                    <a:pt x="1347194" y="1945790"/>
                  </a:lnTo>
                  <a:lnTo>
                    <a:pt x="1350683" y="1955896"/>
                  </a:lnTo>
                  <a:lnTo>
                    <a:pt x="1350743" y="1956072"/>
                  </a:lnTo>
                  <a:lnTo>
                    <a:pt x="1350798" y="1956430"/>
                  </a:lnTo>
                  <a:lnTo>
                    <a:pt x="1352533" y="1967750"/>
                  </a:lnTo>
                  <a:lnTo>
                    <a:pt x="1354032" y="1975467"/>
                  </a:lnTo>
                  <a:lnTo>
                    <a:pt x="1354632" y="1980772"/>
                  </a:lnTo>
                  <a:lnTo>
                    <a:pt x="1354741" y="1988319"/>
                  </a:lnTo>
                  <a:lnTo>
                    <a:pt x="1355405" y="1998690"/>
                  </a:lnTo>
                  <a:lnTo>
                    <a:pt x="1356240" y="2011849"/>
                  </a:lnTo>
                  <a:lnTo>
                    <a:pt x="1356802" y="2020786"/>
                  </a:lnTo>
                  <a:lnTo>
                    <a:pt x="1357794" y="2040288"/>
                  </a:lnTo>
                  <a:lnTo>
                    <a:pt x="1357832" y="2041055"/>
                  </a:lnTo>
                  <a:lnTo>
                    <a:pt x="1359751" y="2054755"/>
                  </a:lnTo>
                  <a:lnTo>
                    <a:pt x="1360771" y="2062050"/>
                  </a:lnTo>
                  <a:lnTo>
                    <a:pt x="1363831" y="2073671"/>
                  </a:lnTo>
                  <a:lnTo>
                    <a:pt x="1363550" y="2080752"/>
                  </a:lnTo>
                  <a:lnTo>
                    <a:pt x="1363335" y="2082901"/>
                  </a:lnTo>
                  <a:lnTo>
                    <a:pt x="1362291" y="2093339"/>
                  </a:lnTo>
                  <a:lnTo>
                    <a:pt x="1359438" y="2091523"/>
                  </a:lnTo>
                  <a:lnTo>
                    <a:pt x="1352635" y="2087094"/>
                  </a:lnTo>
                  <a:lnTo>
                    <a:pt x="1350231" y="2097013"/>
                  </a:lnTo>
                  <a:lnTo>
                    <a:pt x="1347306" y="2103378"/>
                  </a:lnTo>
                  <a:lnTo>
                    <a:pt x="1347570" y="2112680"/>
                  </a:lnTo>
                  <a:lnTo>
                    <a:pt x="1347487" y="2113526"/>
                  </a:lnTo>
                  <a:lnTo>
                    <a:pt x="1346635" y="2122176"/>
                  </a:lnTo>
                  <a:lnTo>
                    <a:pt x="1351253" y="2130705"/>
                  </a:lnTo>
                  <a:lnTo>
                    <a:pt x="1358884" y="2124885"/>
                  </a:lnTo>
                  <a:lnTo>
                    <a:pt x="1363181" y="2111371"/>
                  </a:lnTo>
                  <a:lnTo>
                    <a:pt x="1366131" y="2119400"/>
                  </a:lnTo>
                  <a:lnTo>
                    <a:pt x="1361254" y="2134423"/>
                  </a:lnTo>
                  <a:lnTo>
                    <a:pt x="1360574" y="2136511"/>
                  </a:lnTo>
                  <a:lnTo>
                    <a:pt x="1351144" y="2160578"/>
                  </a:lnTo>
                  <a:lnTo>
                    <a:pt x="1339120" y="2182717"/>
                  </a:lnTo>
                  <a:lnTo>
                    <a:pt x="1324826" y="2202719"/>
                  </a:lnTo>
                  <a:lnTo>
                    <a:pt x="1293098" y="2229687"/>
                  </a:lnTo>
                  <a:lnTo>
                    <a:pt x="1278605" y="2237689"/>
                  </a:lnTo>
                  <a:lnTo>
                    <a:pt x="1272694" y="2233818"/>
                  </a:lnTo>
                  <a:lnTo>
                    <a:pt x="1283642" y="2223614"/>
                  </a:lnTo>
                  <a:lnTo>
                    <a:pt x="1303296" y="2209323"/>
                  </a:lnTo>
                  <a:lnTo>
                    <a:pt x="1326287" y="2184640"/>
                  </a:lnTo>
                  <a:lnTo>
                    <a:pt x="1334843" y="2171561"/>
                  </a:lnTo>
                  <a:lnTo>
                    <a:pt x="1335298" y="2163738"/>
                  </a:lnTo>
                  <a:lnTo>
                    <a:pt x="1334930" y="2158381"/>
                  </a:lnTo>
                  <a:lnTo>
                    <a:pt x="1329581" y="2158760"/>
                  </a:lnTo>
                  <a:lnTo>
                    <a:pt x="1317970" y="2163550"/>
                  </a:lnTo>
                  <a:lnTo>
                    <a:pt x="1312094" y="2169475"/>
                  </a:lnTo>
                  <a:lnTo>
                    <a:pt x="1308084" y="2171011"/>
                  </a:lnTo>
                  <a:lnTo>
                    <a:pt x="1300118" y="2167920"/>
                  </a:lnTo>
                  <a:lnTo>
                    <a:pt x="1295193" y="2170087"/>
                  </a:lnTo>
                  <a:lnTo>
                    <a:pt x="1293343" y="2170899"/>
                  </a:lnTo>
                  <a:lnTo>
                    <a:pt x="1289554" y="2175897"/>
                  </a:lnTo>
                  <a:lnTo>
                    <a:pt x="1279492" y="2180116"/>
                  </a:lnTo>
                  <a:lnTo>
                    <a:pt x="1271828" y="2182628"/>
                  </a:lnTo>
                  <a:lnTo>
                    <a:pt x="1263549" y="2176355"/>
                  </a:lnTo>
                  <a:lnTo>
                    <a:pt x="1259053" y="2169423"/>
                  </a:lnTo>
                  <a:lnTo>
                    <a:pt x="1259756" y="2158324"/>
                  </a:lnTo>
                  <a:lnTo>
                    <a:pt x="1258331" y="2149218"/>
                  </a:lnTo>
                  <a:lnTo>
                    <a:pt x="1249479" y="2138888"/>
                  </a:lnTo>
                  <a:lnTo>
                    <a:pt x="1243924" y="2128250"/>
                  </a:lnTo>
                  <a:lnTo>
                    <a:pt x="1236898" y="2120392"/>
                  </a:lnTo>
                  <a:lnTo>
                    <a:pt x="1228966" y="2118335"/>
                  </a:lnTo>
                  <a:lnTo>
                    <a:pt x="1224358" y="2110109"/>
                  </a:lnTo>
                  <a:lnTo>
                    <a:pt x="1217342" y="2108275"/>
                  </a:lnTo>
                  <a:lnTo>
                    <a:pt x="1213753" y="2107334"/>
                  </a:lnTo>
                  <a:lnTo>
                    <a:pt x="1196419" y="2101345"/>
                  </a:lnTo>
                  <a:lnTo>
                    <a:pt x="1193945" y="2103941"/>
                  </a:lnTo>
                  <a:lnTo>
                    <a:pt x="1190800" y="2107238"/>
                  </a:lnTo>
                  <a:lnTo>
                    <a:pt x="1183744" y="2102374"/>
                  </a:lnTo>
                  <a:lnTo>
                    <a:pt x="1181167" y="2097192"/>
                  </a:lnTo>
                  <a:lnTo>
                    <a:pt x="1178471" y="2091767"/>
                  </a:lnTo>
                  <a:lnTo>
                    <a:pt x="1169676" y="2074513"/>
                  </a:lnTo>
                  <a:lnTo>
                    <a:pt x="1162123" y="2054022"/>
                  </a:lnTo>
                  <a:lnTo>
                    <a:pt x="1161856" y="2053744"/>
                  </a:lnTo>
                  <a:lnTo>
                    <a:pt x="1151187" y="2042610"/>
                  </a:lnTo>
                  <a:lnTo>
                    <a:pt x="1147238" y="2041462"/>
                  </a:lnTo>
                  <a:lnTo>
                    <a:pt x="1140949" y="2042816"/>
                  </a:lnTo>
                  <a:lnTo>
                    <a:pt x="1134848" y="2047863"/>
                  </a:lnTo>
                  <a:lnTo>
                    <a:pt x="1128880" y="2047315"/>
                  </a:lnTo>
                  <a:lnTo>
                    <a:pt x="1122126" y="2043685"/>
                  </a:lnTo>
                  <a:lnTo>
                    <a:pt x="1112485" y="2029974"/>
                  </a:lnTo>
                  <a:lnTo>
                    <a:pt x="1108427" y="2018558"/>
                  </a:lnTo>
                  <a:lnTo>
                    <a:pt x="1107204" y="2011471"/>
                  </a:lnTo>
                  <a:lnTo>
                    <a:pt x="1104806" y="2007879"/>
                  </a:lnTo>
                  <a:lnTo>
                    <a:pt x="1099706" y="2000238"/>
                  </a:lnTo>
                  <a:lnTo>
                    <a:pt x="1091913" y="1990805"/>
                  </a:lnTo>
                  <a:lnTo>
                    <a:pt x="1080082" y="1976458"/>
                  </a:lnTo>
                  <a:lnTo>
                    <a:pt x="1067036" y="1957103"/>
                  </a:lnTo>
                  <a:lnTo>
                    <a:pt x="1057398" y="1947170"/>
                  </a:lnTo>
                  <a:lnTo>
                    <a:pt x="1052476" y="1943020"/>
                  </a:lnTo>
                  <a:lnTo>
                    <a:pt x="1046763" y="1938198"/>
                  </a:lnTo>
                  <a:lnTo>
                    <a:pt x="1039301" y="1927892"/>
                  </a:lnTo>
                  <a:lnTo>
                    <a:pt x="1041866" y="1927647"/>
                  </a:lnTo>
                  <a:lnTo>
                    <a:pt x="1049508" y="1926837"/>
                  </a:lnTo>
                  <a:lnTo>
                    <a:pt x="1055221" y="1916503"/>
                  </a:lnTo>
                  <a:lnTo>
                    <a:pt x="1057667" y="1909784"/>
                  </a:lnTo>
                  <a:lnTo>
                    <a:pt x="1058293" y="1908059"/>
                  </a:lnTo>
                  <a:lnTo>
                    <a:pt x="1060635" y="1901607"/>
                  </a:lnTo>
                  <a:lnTo>
                    <a:pt x="1064256" y="1898674"/>
                  </a:lnTo>
                  <a:lnTo>
                    <a:pt x="1068286" y="1892170"/>
                  </a:lnTo>
                  <a:lnTo>
                    <a:pt x="1065601" y="1887437"/>
                  </a:lnTo>
                  <a:lnTo>
                    <a:pt x="1060890" y="1886818"/>
                  </a:lnTo>
                  <a:lnTo>
                    <a:pt x="1053411" y="1885089"/>
                  </a:lnTo>
                  <a:lnTo>
                    <a:pt x="1052310" y="1886839"/>
                  </a:lnTo>
                  <a:lnTo>
                    <a:pt x="1050527" y="1889675"/>
                  </a:lnTo>
                  <a:lnTo>
                    <a:pt x="1047348" y="1894958"/>
                  </a:lnTo>
                  <a:lnTo>
                    <a:pt x="1048057" y="1900752"/>
                  </a:lnTo>
                  <a:lnTo>
                    <a:pt x="1045728" y="1905302"/>
                  </a:lnTo>
                  <a:lnTo>
                    <a:pt x="1043733" y="1910203"/>
                  </a:lnTo>
                  <a:lnTo>
                    <a:pt x="1041538" y="1915587"/>
                  </a:lnTo>
                  <a:lnTo>
                    <a:pt x="1038736" y="1917704"/>
                  </a:lnTo>
                  <a:lnTo>
                    <a:pt x="1036830" y="1909842"/>
                  </a:lnTo>
                  <a:lnTo>
                    <a:pt x="1034923" y="1903581"/>
                  </a:lnTo>
                  <a:lnTo>
                    <a:pt x="1028929" y="1897199"/>
                  </a:lnTo>
                  <a:lnTo>
                    <a:pt x="1021557" y="1890787"/>
                  </a:lnTo>
                  <a:lnTo>
                    <a:pt x="1020503" y="1880571"/>
                  </a:lnTo>
                  <a:lnTo>
                    <a:pt x="1020209" y="1870188"/>
                  </a:lnTo>
                  <a:lnTo>
                    <a:pt x="1016089" y="1860652"/>
                  </a:lnTo>
                  <a:lnTo>
                    <a:pt x="1013761" y="1852341"/>
                  </a:lnTo>
                  <a:lnTo>
                    <a:pt x="1013696" y="1852107"/>
                  </a:lnTo>
                  <a:lnTo>
                    <a:pt x="1022597" y="1841478"/>
                  </a:lnTo>
                  <a:lnTo>
                    <a:pt x="1024477" y="1830931"/>
                  </a:lnTo>
                  <a:lnTo>
                    <a:pt x="1026203" y="1818602"/>
                  </a:lnTo>
                  <a:lnTo>
                    <a:pt x="1026647" y="1816857"/>
                  </a:lnTo>
                  <a:lnTo>
                    <a:pt x="1028373" y="1810064"/>
                  </a:lnTo>
                  <a:lnTo>
                    <a:pt x="1028032" y="1802524"/>
                  </a:lnTo>
                  <a:lnTo>
                    <a:pt x="1025202" y="1793319"/>
                  </a:lnTo>
                  <a:lnTo>
                    <a:pt x="1023665" y="1784597"/>
                  </a:lnTo>
                  <a:lnTo>
                    <a:pt x="1023631" y="1784405"/>
                  </a:lnTo>
                  <a:lnTo>
                    <a:pt x="1018420" y="1782278"/>
                  </a:lnTo>
                  <a:lnTo>
                    <a:pt x="1016706" y="1772622"/>
                  </a:lnTo>
                  <a:lnTo>
                    <a:pt x="1013840" y="1766915"/>
                  </a:lnTo>
                  <a:lnTo>
                    <a:pt x="1017134" y="1759256"/>
                  </a:lnTo>
                  <a:lnTo>
                    <a:pt x="1012393" y="1754179"/>
                  </a:lnTo>
                  <a:lnTo>
                    <a:pt x="1008016" y="1749086"/>
                  </a:lnTo>
                  <a:lnTo>
                    <a:pt x="1007491" y="1748475"/>
                  </a:lnTo>
                  <a:lnTo>
                    <a:pt x="1006474" y="1742682"/>
                  </a:lnTo>
                  <a:lnTo>
                    <a:pt x="998706" y="1738615"/>
                  </a:lnTo>
                  <a:lnTo>
                    <a:pt x="1001037" y="1736177"/>
                  </a:lnTo>
                  <a:lnTo>
                    <a:pt x="997115" y="1731431"/>
                  </a:lnTo>
                  <a:lnTo>
                    <a:pt x="986200" y="1732305"/>
                  </a:lnTo>
                  <a:lnTo>
                    <a:pt x="978627" y="1732665"/>
                  </a:lnTo>
                  <a:lnTo>
                    <a:pt x="977550" y="1739521"/>
                  </a:lnTo>
                  <a:lnTo>
                    <a:pt x="973482" y="1739642"/>
                  </a:lnTo>
                  <a:lnTo>
                    <a:pt x="969380" y="1732128"/>
                  </a:lnTo>
                  <a:lnTo>
                    <a:pt x="968797" y="1725814"/>
                  </a:lnTo>
                  <a:lnTo>
                    <a:pt x="964871" y="1723958"/>
                  </a:lnTo>
                  <a:lnTo>
                    <a:pt x="958255" y="1722738"/>
                  </a:lnTo>
                  <a:lnTo>
                    <a:pt x="957797" y="1722654"/>
                  </a:lnTo>
                  <a:lnTo>
                    <a:pt x="956062" y="1716151"/>
                  </a:lnTo>
                  <a:lnTo>
                    <a:pt x="952178" y="1710652"/>
                  </a:lnTo>
                  <a:lnTo>
                    <a:pt x="947331" y="1706724"/>
                  </a:lnTo>
                  <a:lnTo>
                    <a:pt x="941445" y="1707283"/>
                  </a:lnTo>
                  <a:lnTo>
                    <a:pt x="939425" y="1703782"/>
                  </a:lnTo>
                  <a:lnTo>
                    <a:pt x="928330" y="1699096"/>
                  </a:lnTo>
                  <a:lnTo>
                    <a:pt x="926505" y="1690348"/>
                  </a:lnTo>
                  <a:lnTo>
                    <a:pt x="924121" y="1681917"/>
                  </a:lnTo>
                  <a:lnTo>
                    <a:pt x="923974" y="1681398"/>
                  </a:lnTo>
                  <a:lnTo>
                    <a:pt x="916077" y="1679407"/>
                  </a:lnTo>
                  <a:lnTo>
                    <a:pt x="909828" y="1677531"/>
                  </a:lnTo>
                  <a:lnTo>
                    <a:pt x="903714" y="1670621"/>
                  </a:lnTo>
                  <a:lnTo>
                    <a:pt x="897863" y="1662986"/>
                  </a:lnTo>
                  <a:lnTo>
                    <a:pt x="890876" y="1656570"/>
                  </a:lnTo>
                  <a:lnTo>
                    <a:pt x="878080" y="1651656"/>
                  </a:lnTo>
                  <a:lnTo>
                    <a:pt x="861691" y="1646953"/>
                  </a:lnTo>
                  <a:lnTo>
                    <a:pt x="854253" y="1642038"/>
                  </a:lnTo>
                  <a:lnTo>
                    <a:pt x="853225" y="1641358"/>
                  </a:lnTo>
                  <a:lnTo>
                    <a:pt x="846512" y="1641969"/>
                  </a:lnTo>
                  <a:lnTo>
                    <a:pt x="845161" y="1642510"/>
                  </a:lnTo>
                  <a:lnTo>
                    <a:pt x="840148" y="1644515"/>
                  </a:lnTo>
                  <a:lnTo>
                    <a:pt x="834721" y="1647717"/>
                  </a:lnTo>
                  <a:lnTo>
                    <a:pt x="831431" y="1646871"/>
                  </a:lnTo>
                  <a:lnTo>
                    <a:pt x="823277" y="1651849"/>
                  </a:lnTo>
                  <a:lnTo>
                    <a:pt x="816081" y="1659277"/>
                  </a:lnTo>
                  <a:lnTo>
                    <a:pt x="819022" y="1663628"/>
                  </a:lnTo>
                  <a:lnTo>
                    <a:pt x="819592" y="1664471"/>
                  </a:lnTo>
                  <a:lnTo>
                    <a:pt x="821145" y="1669024"/>
                  </a:lnTo>
                  <a:lnTo>
                    <a:pt x="820026" y="1672612"/>
                  </a:lnTo>
                  <a:lnTo>
                    <a:pt x="811944" y="1673316"/>
                  </a:lnTo>
                  <a:lnTo>
                    <a:pt x="806585" y="1671590"/>
                  </a:lnTo>
                  <a:lnTo>
                    <a:pt x="799875" y="1674624"/>
                  </a:lnTo>
                  <a:lnTo>
                    <a:pt x="795863" y="1678148"/>
                  </a:lnTo>
                  <a:lnTo>
                    <a:pt x="798648" y="1687398"/>
                  </a:lnTo>
                  <a:lnTo>
                    <a:pt x="794936" y="1691104"/>
                  </a:lnTo>
                  <a:lnTo>
                    <a:pt x="785905" y="1695615"/>
                  </a:lnTo>
                  <a:lnTo>
                    <a:pt x="778208" y="1705887"/>
                  </a:lnTo>
                  <a:lnTo>
                    <a:pt x="768211" y="1712237"/>
                  </a:lnTo>
                  <a:lnTo>
                    <a:pt x="751448" y="1723816"/>
                  </a:lnTo>
                  <a:lnTo>
                    <a:pt x="738425" y="1719077"/>
                  </a:lnTo>
                  <a:lnTo>
                    <a:pt x="731278" y="1717362"/>
                  </a:lnTo>
                  <a:lnTo>
                    <a:pt x="726777" y="1716279"/>
                  </a:lnTo>
                  <a:lnTo>
                    <a:pt x="717216" y="1720619"/>
                  </a:lnTo>
                  <a:lnTo>
                    <a:pt x="710088" y="1709431"/>
                  </a:lnTo>
                  <a:lnTo>
                    <a:pt x="707136" y="1699425"/>
                  </a:lnTo>
                  <a:lnTo>
                    <a:pt x="709145" y="1689263"/>
                  </a:lnTo>
                  <a:lnTo>
                    <a:pt x="708616" y="1688964"/>
                  </a:lnTo>
                  <a:lnTo>
                    <a:pt x="704230" y="1686475"/>
                  </a:lnTo>
                  <a:lnTo>
                    <a:pt x="697432" y="1686212"/>
                  </a:lnTo>
                  <a:lnTo>
                    <a:pt x="687304" y="1679755"/>
                  </a:lnTo>
                  <a:lnTo>
                    <a:pt x="683657" y="1676623"/>
                  </a:lnTo>
                  <a:lnTo>
                    <a:pt x="672749" y="1673376"/>
                  </a:lnTo>
                  <a:lnTo>
                    <a:pt x="659138" y="1665445"/>
                  </a:lnTo>
                  <a:lnTo>
                    <a:pt x="637901" y="1657616"/>
                  </a:lnTo>
                  <a:lnTo>
                    <a:pt x="637442" y="1657446"/>
                  </a:lnTo>
                  <a:lnTo>
                    <a:pt x="627296" y="1654999"/>
                  </a:lnTo>
                  <a:lnTo>
                    <a:pt x="617279" y="1653234"/>
                  </a:lnTo>
                  <a:lnTo>
                    <a:pt x="612501" y="1652389"/>
                  </a:lnTo>
                  <a:lnTo>
                    <a:pt x="593322" y="1651220"/>
                  </a:lnTo>
                  <a:lnTo>
                    <a:pt x="591710" y="1651120"/>
                  </a:lnTo>
                  <a:lnTo>
                    <a:pt x="567930" y="1652878"/>
                  </a:lnTo>
                  <a:lnTo>
                    <a:pt x="550376" y="1657076"/>
                  </a:lnTo>
                  <a:lnTo>
                    <a:pt x="544993" y="1658356"/>
                  </a:lnTo>
                  <a:lnTo>
                    <a:pt x="537912" y="1660933"/>
                  </a:lnTo>
                  <a:lnTo>
                    <a:pt x="513346" y="1669819"/>
                  </a:lnTo>
                  <a:lnTo>
                    <a:pt x="505633" y="1671976"/>
                  </a:lnTo>
                  <a:lnTo>
                    <a:pt x="501540" y="1673117"/>
                  </a:lnTo>
                  <a:lnTo>
                    <a:pt x="495987" y="1673651"/>
                  </a:lnTo>
                  <a:lnTo>
                    <a:pt x="485594" y="1677768"/>
                  </a:lnTo>
                  <a:lnTo>
                    <a:pt x="475334" y="1681355"/>
                  </a:lnTo>
                  <a:lnTo>
                    <a:pt x="481410" y="1672518"/>
                  </a:lnTo>
                  <a:lnTo>
                    <a:pt x="482687" y="1664951"/>
                  </a:lnTo>
                  <a:lnTo>
                    <a:pt x="489120" y="1659826"/>
                  </a:lnTo>
                  <a:lnTo>
                    <a:pt x="483674" y="1658050"/>
                  </a:lnTo>
                  <a:lnTo>
                    <a:pt x="479698" y="1652366"/>
                  </a:lnTo>
                  <a:lnTo>
                    <a:pt x="480451" y="1646914"/>
                  </a:lnTo>
                  <a:lnTo>
                    <a:pt x="482834" y="1639802"/>
                  </a:lnTo>
                  <a:lnTo>
                    <a:pt x="482120" y="1633309"/>
                  </a:lnTo>
                  <a:lnTo>
                    <a:pt x="477094" y="1629619"/>
                  </a:lnTo>
                  <a:lnTo>
                    <a:pt x="467745" y="1625291"/>
                  </a:lnTo>
                  <a:lnTo>
                    <a:pt x="465314" y="1621999"/>
                  </a:lnTo>
                  <a:lnTo>
                    <a:pt x="453964" y="161136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h69"/>
            <p:cNvSpPr/>
            <p:nvPr/>
          </p:nvSpPr>
          <p:spPr>
            <a:xfrm>
              <a:off x="5016979" y="2549253"/>
              <a:ext cx="1005690" cy="2110499"/>
            </a:xfrm>
            <a:custGeom>
              <a:avLst/>
              <a:pathLst>
                <a:path w="1005690" h="2110499">
                  <a:moveTo>
                    <a:pt x="457200" y="1600200"/>
                  </a:moveTo>
                  <a:lnTo>
                    <a:pt x="470350" y="1598045"/>
                  </a:lnTo>
                  <a:lnTo>
                    <a:pt x="479331" y="1596561"/>
                  </a:lnTo>
                  <a:lnTo>
                    <a:pt x="481435" y="1596142"/>
                  </a:lnTo>
                  <a:lnTo>
                    <a:pt x="490067" y="1594420"/>
                  </a:lnTo>
                  <a:lnTo>
                    <a:pt x="491319" y="1594186"/>
                  </a:lnTo>
                  <a:lnTo>
                    <a:pt x="513329" y="1590034"/>
                  </a:lnTo>
                  <a:lnTo>
                    <a:pt x="519870" y="1588816"/>
                  </a:lnTo>
                  <a:lnTo>
                    <a:pt x="520159" y="1588762"/>
                  </a:lnTo>
                  <a:lnTo>
                    <a:pt x="531737" y="1586592"/>
                  </a:lnTo>
                  <a:lnTo>
                    <a:pt x="536828" y="1585653"/>
                  </a:lnTo>
                  <a:lnTo>
                    <a:pt x="540297" y="1585011"/>
                  </a:lnTo>
                  <a:lnTo>
                    <a:pt x="545143" y="1584113"/>
                  </a:lnTo>
                  <a:lnTo>
                    <a:pt x="555746" y="1582120"/>
                  </a:lnTo>
                  <a:lnTo>
                    <a:pt x="567007" y="1580067"/>
                  </a:lnTo>
                  <a:lnTo>
                    <a:pt x="585730" y="1576509"/>
                  </a:lnTo>
                  <a:lnTo>
                    <a:pt x="604985" y="1572912"/>
                  </a:lnTo>
                  <a:lnTo>
                    <a:pt x="617398" y="1570568"/>
                  </a:lnTo>
                  <a:lnTo>
                    <a:pt x="624289" y="1569259"/>
                  </a:lnTo>
                  <a:lnTo>
                    <a:pt x="655917" y="1563189"/>
                  </a:lnTo>
                  <a:lnTo>
                    <a:pt x="662938" y="1561520"/>
                  </a:lnTo>
                  <a:lnTo>
                    <a:pt x="669511" y="1559951"/>
                  </a:lnTo>
                  <a:lnTo>
                    <a:pt x="685375" y="1556141"/>
                  </a:lnTo>
                  <a:lnTo>
                    <a:pt x="706623" y="1551230"/>
                  </a:lnTo>
                  <a:lnTo>
                    <a:pt x="706066" y="1557107"/>
                  </a:lnTo>
                  <a:lnTo>
                    <a:pt x="705123" y="1561147"/>
                  </a:lnTo>
                  <a:lnTo>
                    <a:pt x="699974" y="1567301"/>
                  </a:lnTo>
                  <a:lnTo>
                    <a:pt x="695531" y="1572153"/>
                  </a:lnTo>
                  <a:lnTo>
                    <a:pt x="692983" y="1576528"/>
                  </a:lnTo>
                  <a:lnTo>
                    <a:pt x="689813" y="1581393"/>
                  </a:lnTo>
                  <a:lnTo>
                    <a:pt x="690856" y="1584999"/>
                  </a:lnTo>
                  <a:lnTo>
                    <a:pt x="688217" y="1589455"/>
                  </a:lnTo>
                  <a:lnTo>
                    <a:pt x="688836" y="1590807"/>
                  </a:lnTo>
                  <a:lnTo>
                    <a:pt x="690468" y="1594369"/>
                  </a:lnTo>
                  <a:lnTo>
                    <a:pt x="690698" y="1594871"/>
                  </a:lnTo>
                  <a:lnTo>
                    <a:pt x="697599" y="1598194"/>
                  </a:lnTo>
                  <a:lnTo>
                    <a:pt x="704037" y="1601321"/>
                  </a:lnTo>
                  <a:lnTo>
                    <a:pt x="711216" y="1602626"/>
                  </a:lnTo>
                  <a:lnTo>
                    <a:pt x="717527" y="1607782"/>
                  </a:lnTo>
                  <a:lnTo>
                    <a:pt x="718261" y="1608382"/>
                  </a:lnTo>
                  <a:lnTo>
                    <a:pt x="723715" y="1611897"/>
                  </a:lnTo>
                  <a:lnTo>
                    <a:pt x="723985" y="1612070"/>
                  </a:lnTo>
                  <a:lnTo>
                    <a:pt x="729786" y="1613519"/>
                  </a:lnTo>
                  <a:lnTo>
                    <a:pt x="730146" y="1613382"/>
                  </a:lnTo>
                  <a:lnTo>
                    <a:pt x="736532" y="1610952"/>
                  </a:lnTo>
                  <a:lnTo>
                    <a:pt x="741972" y="1611137"/>
                  </a:lnTo>
                  <a:lnTo>
                    <a:pt x="746781" y="1619250"/>
                  </a:lnTo>
                  <a:lnTo>
                    <a:pt x="749567" y="1623865"/>
                  </a:lnTo>
                  <a:lnTo>
                    <a:pt x="755300" y="1630569"/>
                  </a:lnTo>
                  <a:lnTo>
                    <a:pt x="756059" y="1631469"/>
                  </a:lnTo>
                  <a:lnTo>
                    <a:pt x="760022" y="1636169"/>
                  </a:lnTo>
                  <a:lnTo>
                    <a:pt x="761591" y="1639575"/>
                  </a:lnTo>
                  <a:lnTo>
                    <a:pt x="765185" y="1647371"/>
                  </a:lnTo>
                  <a:lnTo>
                    <a:pt x="774006" y="1654019"/>
                  </a:lnTo>
                  <a:lnTo>
                    <a:pt x="780358" y="1661298"/>
                  </a:lnTo>
                  <a:lnTo>
                    <a:pt x="780780" y="1661781"/>
                  </a:lnTo>
                  <a:lnTo>
                    <a:pt x="784882" y="1667583"/>
                  </a:lnTo>
                  <a:lnTo>
                    <a:pt x="785758" y="1668821"/>
                  </a:lnTo>
                  <a:lnTo>
                    <a:pt x="790376" y="1668916"/>
                  </a:lnTo>
                  <a:lnTo>
                    <a:pt x="800227" y="1675718"/>
                  </a:lnTo>
                  <a:lnTo>
                    <a:pt x="812074" y="1679179"/>
                  </a:lnTo>
                  <a:lnTo>
                    <a:pt x="822752" y="1688232"/>
                  </a:lnTo>
                  <a:lnTo>
                    <a:pt x="826088" y="1692998"/>
                  </a:lnTo>
                  <a:lnTo>
                    <a:pt x="828421" y="1696329"/>
                  </a:lnTo>
                  <a:lnTo>
                    <a:pt x="833334" y="1701245"/>
                  </a:lnTo>
                  <a:lnTo>
                    <a:pt x="838412" y="1701773"/>
                  </a:lnTo>
                  <a:lnTo>
                    <a:pt x="839315" y="1701867"/>
                  </a:lnTo>
                  <a:lnTo>
                    <a:pt x="848388" y="1706356"/>
                  </a:lnTo>
                  <a:lnTo>
                    <a:pt x="849937" y="1708035"/>
                  </a:lnTo>
                  <a:lnTo>
                    <a:pt x="853345" y="1711728"/>
                  </a:lnTo>
                  <a:lnTo>
                    <a:pt x="860620" y="1714130"/>
                  </a:lnTo>
                  <a:lnTo>
                    <a:pt x="862468" y="1720363"/>
                  </a:lnTo>
                  <a:lnTo>
                    <a:pt x="862756" y="1728846"/>
                  </a:lnTo>
                  <a:lnTo>
                    <a:pt x="872472" y="1731779"/>
                  </a:lnTo>
                  <a:lnTo>
                    <a:pt x="873758" y="1738694"/>
                  </a:lnTo>
                  <a:lnTo>
                    <a:pt x="873883" y="1739367"/>
                  </a:lnTo>
                  <a:lnTo>
                    <a:pt x="883207" y="1742174"/>
                  </a:lnTo>
                  <a:lnTo>
                    <a:pt x="883462" y="1742930"/>
                  </a:lnTo>
                  <a:lnTo>
                    <a:pt x="885283" y="1748345"/>
                  </a:lnTo>
                  <a:lnTo>
                    <a:pt x="896254" y="1752090"/>
                  </a:lnTo>
                  <a:lnTo>
                    <a:pt x="900899" y="1752822"/>
                  </a:lnTo>
                  <a:lnTo>
                    <a:pt x="902463" y="1753068"/>
                  </a:lnTo>
                  <a:lnTo>
                    <a:pt x="909284" y="1756684"/>
                  </a:lnTo>
                  <a:lnTo>
                    <a:pt x="914245" y="1759310"/>
                  </a:lnTo>
                  <a:lnTo>
                    <a:pt x="916189" y="1767963"/>
                  </a:lnTo>
                  <a:lnTo>
                    <a:pt x="920894" y="1772758"/>
                  </a:lnTo>
                  <a:lnTo>
                    <a:pt x="926904" y="1779893"/>
                  </a:lnTo>
                  <a:lnTo>
                    <a:pt x="929735" y="1790328"/>
                  </a:lnTo>
                  <a:lnTo>
                    <a:pt x="929903" y="1790950"/>
                  </a:lnTo>
                  <a:lnTo>
                    <a:pt x="933859" y="1800958"/>
                  </a:lnTo>
                  <a:lnTo>
                    <a:pt x="934659" y="1806875"/>
                  </a:lnTo>
                  <a:lnTo>
                    <a:pt x="935859" y="1807450"/>
                  </a:lnTo>
                  <a:lnTo>
                    <a:pt x="942702" y="1810722"/>
                  </a:lnTo>
                  <a:lnTo>
                    <a:pt x="947591" y="1811422"/>
                  </a:lnTo>
                  <a:lnTo>
                    <a:pt x="948613" y="1811568"/>
                  </a:lnTo>
                  <a:lnTo>
                    <a:pt x="958696" y="1819364"/>
                  </a:lnTo>
                  <a:lnTo>
                    <a:pt x="959966" y="1825900"/>
                  </a:lnTo>
                  <a:lnTo>
                    <a:pt x="962799" y="1828645"/>
                  </a:lnTo>
                  <a:lnTo>
                    <a:pt x="968141" y="1833817"/>
                  </a:lnTo>
                  <a:lnTo>
                    <a:pt x="970053" y="1840831"/>
                  </a:lnTo>
                  <a:lnTo>
                    <a:pt x="968359" y="1846128"/>
                  </a:lnTo>
                  <a:lnTo>
                    <a:pt x="969219" y="1847272"/>
                  </a:lnTo>
                  <a:lnTo>
                    <a:pt x="973312" y="1852715"/>
                  </a:lnTo>
                  <a:lnTo>
                    <a:pt x="975458" y="1860367"/>
                  </a:lnTo>
                  <a:lnTo>
                    <a:pt x="983860" y="1862120"/>
                  </a:lnTo>
                  <a:lnTo>
                    <a:pt x="986700" y="1859351"/>
                  </a:lnTo>
                  <a:lnTo>
                    <a:pt x="994268" y="1863143"/>
                  </a:lnTo>
                  <a:lnTo>
                    <a:pt x="1000760" y="1864617"/>
                  </a:lnTo>
                  <a:lnTo>
                    <a:pt x="1005367" y="1864882"/>
                  </a:lnTo>
                  <a:lnTo>
                    <a:pt x="1005690" y="1869386"/>
                  </a:lnTo>
                  <a:lnTo>
                    <a:pt x="1000305" y="1876287"/>
                  </a:lnTo>
                  <a:lnTo>
                    <a:pt x="997940" y="1880746"/>
                  </a:lnTo>
                  <a:lnTo>
                    <a:pt x="993214" y="1888982"/>
                  </a:lnTo>
                  <a:lnTo>
                    <a:pt x="990496" y="1895201"/>
                  </a:lnTo>
                  <a:lnTo>
                    <a:pt x="987576" y="1902411"/>
                  </a:lnTo>
                  <a:lnTo>
                    <a:pt x="982959" y="1908360"/>
                  </a:lnTo>
                  <a:lnTo>
                    <a:pt x="982765" y="1909946"/>
                  </a:lnTo>
                  <a:lnTo>
                    <a:pt x="982594" y="1911339"/>
                  </a:lnTo>
                  <a:lnTo>
                    <a:pt x="985015" y="1920532"/>
                  </a:lnTo>
                  <a:lnTo>
                    <a:pt x="982511" y="1929672"/>
                  </a:lnTo>
                  <a:lnTo>
                    <a:pt x="982714" y="1931700"/>
                  </a:lnTo>
                  <a:lnTo>
                    <a:pt x="982994" y="1934501"/>
                  </a:lnTo>
                  <a:lnTo>
                    <a:pt x="980516" y="1941955"/>
                  </a:lnTo>
                  <a:lnTo>
                    <a:pt x="977206" y="1950118"/>
                  </a:lnTo>
                  <a:lnTo>
                    <a:pt x="976302" y="1957093"/>
                  </a:lnTo>
                  <a:lnTo>
                    <a:pt x="979313" y="1962421"/>
                  </a:lnTo>
                  <a:lnTo>
                    <a:pt x="979175" y="1963635"/>
                  </a:lnTo>
                  <a:lnTo>
                    <a:pt x="978429" y="1970188"/>
                  </a:lnTo>
                  <a:lnTo>
                    <a:pt x="977019" y="1975350"/>
                  </a:lnTo>
                  <a:lnTo>
                    <a:pt x="972052" y="1985300"/>
                  </a:lnTo>
                  <a:lnTo>
                    <a:pt x="968786" y="1987440"/>
                  </a:lnTo>
                  <a:lnTo>
                    <a:pt x="970087" y="1993832"/>
                  </a:lnTo>
                  <a:lnTo>
                    <a:pt x="969379" y="2001108"/>
                  </a:lnTo>
                  <a:lnTo>
                    <a:pt x="970804" y="2004077"/>
                  </a:lnTo>
                  <a:lnTo>
                    <a:pt x="971527" y="2005583"/>
                  </a:lnTo>
                  <a:lnTo>
                    <a:pt x="973475" y="2013977"/>
                  </a:lnTo>
                  <a:lnTo>
                    <a:pt x="971818" y="2025365"/>
                  </a:lnTo>
                  <a:lnTo>
                    <a:pt x="970913" y="2032095"/>
                  </a:lnTo>
                  <a:lnTo>
                    <a:pt x="973958" y="2039062"/>
                  </a:lnTo>
                  <a:lnTo>
                    <a:pt x="967054" y="2038904"/>
                  </a:lnTo>
                  <a:lnTo>
                    <a:pt x="964841" y="2039337"/>
                  </a:lnTo>
                  <a:lnTo>
                    <a:pt x="961519" y="2041049"/>
                  </a:lnTo>
                  <a:lnTo>
                    <a:pt x="953711" y="2040980"/>
                  </a:lnTo>
                  <a:lnTo>
                    <a:pt x="949706" y="2039945"/>
                  </a:lnTo>
                  <a:lnTo>
                    <a:pt x="942899" y="2040791"/>
                  </a:lnTo>
                  <a:lnTo>
                    <a:pt x="939094" y="2038550"/>
                  </a:lnTo>
                  <a:lnTo>
                    <a:pt x="934003" y="2037598"/>
                  </a:lnTo>
                  <a:lnTo>
                    <a:pt x="927654" y="2038619"/>
                  </a:lnTo>
                  <a:lnTo>
                    <a:pt x="923496" y="2035957"/>
                  </a:lnTo>
                  <a:lnTo>
                    <a:pt x="923103" y="2035967"/>
                  </a:lnTo>
                  <a:lnTo>
                    <a:pt x="919075" y="2036067"/>
                  </a:lnTo>
                  <a:lnTo>
                    <a:pt x="914573" y="2042272"/>
                  </a:lnTo>
                  <a:lnTo>
                    <a:pt x="911413" y="2047430"/>
                  </a:lnTo>
                  <a:lnTo>
                    <a:pt x="911744" y="2054744"/>
                  </a:lnTo>
                  <a:lnTo>
                    <a:pt x="911753" y="2059407"/>
                  </a:lnTo>
                  <a:lnTo>
                    <a:pt x="916491" y="2065217"/>
                  </a:lnTo>
                  <a:lnTo>
                    <a:pt x="917773" y="2073875"/>
                  </a:lnTo>
                  <a:lnTo>
                    <a:pt x="918588" y="2084312"/>
                  </a:lnTo>
                  <a:lnTo>
                    <a:pt x="918112" y="2090001"/>
                  </a:lnTo>
                  <a:lnTo>
                    <a:pt x="918972" y="2094010"/>
                  </a:lnTo>
                  <a:lnTo>
                    <a:pt x="917936" y="2094455"/>
                  </a:lnTo>
                  <a:lnTo>
                    <a:pt x="913501" y="2096359"/>
                  </a:lnTo>
                  <a:lnTo>
                    <a:pt x="908327" y="2097123"/>
                  </a:lnTo>
                  <a:lnTo>
                    <a:pt x="904345" y="2097302"/>
                  </a:lnTo>
                  <a:lnTo>
                    <a:pt x="899936" y="2091149"/>
                  </a:lnTo>
                  <a:lnTo>
                    <a:pt x="899830" y="2084863"/>
                  </a:lnTo>
                  <a:lnTo>
                    <a:pt x="895824" y="2079836"/>
                  </a:lnTo>
                  <a:lnTo>
                    <a:pt x="896008" y="2074281"/>
                  </a:lnTo>
                  <a:lnTo>
                    <a:pt x="874593" y="2076676"/>
                  </a:lnTo>
                  <a:lnTo>
                    <a:pt x="870231" y="2077158"/>
                  </a:lnTo>
                  <a:lnTo>
                    <a:pt x="857015" y="2078962"/>
                  </a:lnTo>
                  <a:lnTo>
                    <a:pt x="845785" y="2080479"/>
                  </a:lnTo>
                  <a:lnTo>
                    <a:pt x="825797" y="2083144"/>
                  </a:lnTo>
                  <a:lnTo>
                    <a:pt x="798748" y="2086742"/>
                  </a:lnTo>
                  <a:lnTo>
                    <a:pt x="798196" y="2086813"/>
                  </a:lnTo>
                  <a:lnTo>
                    <a:pt x="779796" y="2089154"/>
                  </a:lnTo>
                  <a:lnTo>
                    <a:pt x="774642" y="2089803"/>
                  </a:lnTo>
                  <a:lnTo>
                    <a:pt x="759486" y="2091695"/>
                  </a:lnTo>
                  <a:lnTo>
                    <a:pt x="747592" y="2093261"/>
                  </a:lnTo>
                  <a:lnTo>
                    <a:pt x="733537" y="2095091"/>
                  </a:lnTo>
                  <a:lnTo>
                    <a:pt x="725313" y="2096152"/>
                  </a:lnTo>
                  <a:lnTo>
                    <a:pt x="705463" y="2098727"/>
                  </a:lnTo>
                  <a:lnTo>
                    <a:pt x="697339" y="2099768"/>
                  </a:lnTo>
                  <a:lnTo>
                    <a:pt x="692948" y="2100328"/>
                  </a:lnTo>
                  <a:lnTo>
                    <a:pt x="675880" y="2102654"/>
                  </a:lnTo>
                  <a:lnTo>
                    <a:pt x="665751" y="2104019"/>
                  </a:lnTo>
                  <a:lnTo>
                    <a:pt x="655777" y="2105352"/>
                  </a:lnTo>
                  <a:lnTo>
                    <a:pt x="619713" y="2109755"/>
                  </a:lnTo>
                  <a:lnTo>
                    <a:pt x="614347" y="2110481"/>
                  </a:lnTo>
                  <a:lnTo>
                    <a:pt x="614216" y="2110499"/>
                  </a:lnTo>
                  <a:lnTo>
                    <a:pt x="607441" y="2104097"/>
                  </a:lnTo>
                  <a:lnTo>
                    <a:pt x="604584" y="2096819"/>
                  </a:lnTo>
                  <a:lnTo>
                    <a:pt x="603602" y="2091379"/>
                  </a:lnTo>
                  <a:lnTo>
                    <a:pt x="597450" y="2085146"/>
                  </a:lnTo>
                  <a:lnTo>
                    <a:pt x="594355" y="2080659"/>
                  </a:lnTo>
                  <a:lnTo>
                    <a:pt x="594291" y="2077700"/>
                  </a:lnTo>
                  <a:lnTo>
                    <a:pt x="592371" y="2071395"/>
                  </a:lnTo>
                  <a:lnTo>
                    <a:pt x="590941" y="2068893"/>
                  </a:lnTo>
                  <a:lnTo>
                    <a:pt x="588806" y="2065157"/>
                  </a:lnTo>
                  <a:lnTo>
                    <a:pt x="579792" y="2056909"/>
                  </a:lnTo>
                  <a:lnTo>
                    <a:pt x="578383" y="2048090"/>
                  </a:lnTo>
                  <a:lnTo>
                    <a:pt x="579641" y="2043290"/>
                  </a:lnTo>
                  <a:lnTo>
                    <a:pt x="579487" y="2041605"/>
                  </a:lnTo>
                  <a:lnTo>
                    <a:pt x="579340" y="2039997"/>
                  </a:lnTo>
                  <a:lnTo>
                    <a:pt x="578095" y="2035033"/>
                  </a:lnTo>
                  <a:lnTo>
                    <a:pt x="579596" y="2026160"/>
                  </a:lnTo>
                  <a:lnTo>
                    <a:pt x="578316" y="2021731"/>
                  </a:lnTo>
                  <a:lnTo>
                    <a:pt x="579449" y="2015099"/>
                  </a:lnTo>
                  <a:lnTo>
                    <a:pt x="580004" y="2011840"/>
                  </a:lnTo>
                  <a:lnTo>
                    <a:pt x="577832" y="2008934"/>
                  </a:lnTo>
                  <a:lnTo>
                    <a:pt x="576886" y="2002891"/>
                  </a:lnTo>
                  <a:lnTo>
                    <a:pt x="568447" y="1994981"/>
                  </a:lnTo>
                  <a:lnTo>
                    <a:pt x="568432" y="1990243"/>
                  </a:lnTo>
                  <a:lnTo>
                    <a:pt x="567186" y="1986651"/>
                  </a:lnTo>
                  <a:lnTo>
                    <a:pt x="566474" y="1984600"/>
                  </a:lnTo>
                  <a:lnTo>
                    <a:pt x="564049" y="1977609"/>
                  </a:lnTo>
                  <a:lnTo>
                    <a:pt x="565936" y="1970473"/>
                  </a:lnTo>
                  <a:lnTo>
                    <a:pt x="569360" y="1960561"/>
                  </a:lnTo>
                  <a:lnTo>
                    <a:pt x="569340" y="1957482"/>
                  </a:lnTo>
                  <a:lnTo>
                    <a:pt x="569279" y="1948636"/>
                  </a:lnTo>
                  <a:lnTo>
                    <a:pt x="569257" y="1945477"/>
                  </a:lnTo>
                  <a:lnTo>
                    <a:pt x="567123" y="1939736"/>
                  </a:lnTo>
                  <a:lnTo>
                    <a:pt x="572523" y="1932558"/>
                  </a:lnTo>
                  <a:lnTo>
                    <a:pt x="578905" y="1927191"/>
                  </a:lnTo>
                  <a:lnTo>
                    <a:pt x="579737" y="1925557"/>
                  </a:lnTo>
                  <a:lnTo>
                    <a:pt x="582030" y="1921048"/>
                  </a:lnTo>
                  <a:lnTo>
                    <a:pt x="574595" y="1917026"/>
                  </a:lnTo>
                  <a:lnTo>
                    <a:pt x="568577" y="1914225"/>
                  </a:lnTo>
                  <a:lnTo>
                    <a:pt x="570625" y="1910524"/>
                  </a:lnTo>
                  <a:lnTo>
                    <a:pt x="570562" y="1908539"/>
                  </a:lnTo>
                  <a:lnTo>
                    <a:pt x="570310" y="1900552"/>
                  </a:lnTo>
                  <a:lnTo>
                    <a:pt x="566191" y="1893200"/>
                  </a:lnTo>
                  <a:lnTo>
                    <a:pt x="565993" y="1892846"/>
                  </a:lnTo>
                  <a:lnTo>
                    <a:pt x="565114" y="1891276"/>
                  </a:lnTo>
                  <a:lnTo>
                    <a:pt x="557497" y="1885167"/>
                  </a:lnTo>
                  <a:lnTo>
                    <a:pt x="556380" y="1882227"/>
                  </a:lnTo>
                  <a:lnTo>
                    <a:pt x="554143" y="1876343"/>
                  </a:lnTo>
                  <a:lnTo>
                    <a:pt x="550110" y="1867930"/>
                  </a:lnTo>
                  <a:lnTo>
                    <a:pt x="548647" y="1865522"/>
                  </a:lnTo>
                  <a:lnTo>
                    <a:pt x="543465" y="1856990"/>
                  </a:lnTo>
                  <a:lnTo>
                    <a:pt x="540392" y="1853170"/>
                  </a:lnTo>
                  <a:lnTo>
                    <a:pt x="540048" y="1852120"/>
                  </a:lnTo>
                  <a:lnTo>
                    <a:pt x="530768" y="1823795"/>
                  </a:lnTo>
                  <a:lnTo>
                    <a:pt x="529934" y="1821238"/>
                  </a:lnTo>
                  <a:lnTo>
                    <a:pt x="518345" y="1785689"/>
                  </a:lnTo>
                  <a:lnTo>
                    <a:pt x="516220" y="1779165"/>
                  </a:lnTo>
                  <a:lnTo>
                    <a:pt x="514395" y="1773559"/>
                  </a:lnTo>
                  <a:lnTo>
                    <a:pt x="509593" y="1758868"/>
                  </a:lnTo>
                  <a:lnTo>
                    <a:pt x="505122" y="1745184"/>
                  </a:lnTo>
                  <a:lnTo>
                    <a:pt x="499916" y="1729246"/>
                  </a:lnTo>
                  <a:lnTo>
                    <a:pt x="497487" y="1721806"/>
                  </a:lnTo>
                  <a:lnTo>
                    <a:pt x="493010" y="1707886"/>
                  </a:lnTo>
                  <a:lnTo>
                    <a:pt x="491312" y="1702603"/>
                  </a:lnTo>
                  <a:lnTo>
                    <a:pt x="484834" y="1683433"/>
                  </a:lnTo>
                  <a:lnTo>
                    <a:pt x="477267" y="1661017"/>
                  </a:lnTo>
                  <a:lnTo>
                    <a:pt x="475258" y="1655138"/>
                  </a:lnTo>
                  <a:lnTo>
                    <a:pt x="472626" y="1647436"/>
                  </a:lnTo>
                  <a:lnTo>
                    <a:pt x="471200" y="1643260"/>
                  </a:lnTo>
                  <a:lnTo>
                    <a:pt x="466070" y="1628233"/>
                  </a:lnTo>
                  <a:lnTo>
                    <a:pt x="461815" y="1615061"/>
                  </a:lnTo>
                  <a:lnTo>
                    <a:pt x="459358" y="1607453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h70"/>
            <p:cNvSpPr/>
            <p:nvPr/>
          </p:nvSpPr>
          <p:spPr>
            <a:xfrm>
              <a:off x="3107013" y="3831264"/>
              <a:ext cx="607050" cy="1711162"/>
            </a:xfrm>
            <a:custGeom>
              <a:avLst/>
              <a:pathLst>
                <a:path w="607050" h="1711162">
                  <a:moveTo>
                    <a:pt x="457200" y="1600200"/>
                  </a:moveTo>
                  <a:lnTo>
                    <a:pt x="461571" y="1595867"/>
                  </a:lnTo>
                  <a:lnTo>
                    <a:pt x="464411" y="1591952"/>
                  </a:lnTo>
                  <a:lnTo>
                    <a:pt x="467488" y="1591342"/>
                  </a:lnTo>
                  <a:lnTo>
                    <a:pt x="470845" y="1587814"/>
                  </a:lnTo>
                  <a:lnTo>
                    <a:pt x="472700" y="1582329"/>
                  </a:lnTo>
                  <a:lnTo>
                    <a:pt x="476205" y="1577983"/>
                  </a:lnTo>
                  <a:lnTo>
                    <a:pt x="478819" y="1576421"/>
                  </a:lnTo>
                  <a:lnTo>
                    <a:pt x="478766" y="1571045"/>
                  </a:lnTo>
                  <a:lnTo>
                    <a:pt x="475181" y="1566267"/>
                  </a:lnTo>
                  <a:lnTo>
                    <a:pt x="469356" y="1558290"/>
                  </a:lnTo>
                  <a:lnTo>
                    <a:pt x="466955" y="1551474"/>
                  </a:lnTo>
                  <a:lnTo>
                    <a:pt x="466928" y="1541738"/>
                  </a:lnTo>
                  <a:lnTo>
                    <a:pt x="470975" y="1539970"/>
                  </a:lnTo>
                  <a:lnTo>
                    <a:pt x="477626" y="1542568"/>
                  </a:lnTo>
                  <a:lnTo>
                    <a:pt x="485406" y="1546963"/>
                  </a:lnTo>
                  <a:lnTo>
                    <a:pt x="489787" y="1551106"/>
                  </a:lnTo>
                  <a:lnTo>
                    <a:pt x="498297" y="1556441"/>
                  </a:lnTo>
                  <a:lnTo>
                    <a:pt x="503425" y="1560301"/>
                  </a:lnTo>
                  <a:lnTo>
                    <a:pt x="507848" y="1559692"/>
                  </a:lnTo>
                  <a:lnTo>
                    <a:pt x="514745" y="1562270"/>
                  </a:lnTo>
                  <a:lnTo>
                    <a:pt x="529042" y="1568953"/>
                  </a:lnTo>
                  <a:lnTo>
                    <a:pt x="543728" y="1576322"/>
                  </a:lnTo>
                  <a:lnTo>
                    <a:pt x="557316" y="1586593"/>
                  </a:lnTo>
                  <a:lnTo>
                    <a:pt x="563014" y="1591944"/>
                  </a:lnTo>
                  <a:lnTo>
                    <a:pt x="568308" y="1597429"/>
                  </a:lnTo>
                  <a:lnTo>
                    <a:pt x="569296" y="1607303"/>
                  </a:lnTo>
                  <a:lnTo>
                    <a:pt x="570731" y="1613387"/>
                  </a:lnTo>
                  <a:lnTo>
                    <a:pt x="575380" y="1612158"/>
                  </a:lnTo>
                  <a:lnTo>
                    <a:pt x="579948" y="1612458"/>
                  </a:lnTo>
                  <a:lnTo>
                    <a:pt x="583879" y="1618694"/>
                  </a:lnTo>
                  <a:lnTo>
                    <a:pt x="585820" y="1625932"/>
                  </a:lnTo>
                  <a:lnTo>
                    <a:pt x="589579" y="1629639"/>
                  </a:lnTo>
                  <a:lnTo>
                    <a:pt x="601773" y="1637147"/>
                  </a:lnTo>
                  <a:lnTo>
                    <a:pt x="606638" y="1639747"/>
                  </a:lnTo>
                  <a:lnTo>
                    <a:pt x="607050" y="1643422"/>
                  </a:lnTo>
                  <a:lnTo>
                    <a:pt x="601314" y="1651520"/>
                  </a:lnTo>
                  <a:lnTo>
                    <a:pt x="594432" y="1657565"/>
                  </a:lnTo>
                  <a:lnTo>
                    <a:pt x="586497" y="1663449"/>
                  </a:lnTo>
                  <a:lnTo>
                    <a:pt x="576435" y="1667997"/>
                  </a:lnTo>
                  <a:lnTo>
                    <a:pt x="571440" y="1670503"/>
                  </a:lnTo>
                  <a:lnTo>
                    <a:pt x="566158" y="1671158"/>
                  </a:lnTo>
                  <a:lnTo>
                    <a:pt x="558992" y="1669132"/>
                  </a:lnTo>
                  <a:lnTo>
                    <a:pt x="553740" y="1671772"/>
                  </a:lnTo>
                  <a:lnTo>
                    <a:pt x="549029" y="1676704"/>
                  </a:lnTo>
                  <a:lnTo>
                    <a:pt x="545652" y="1677484"/>
                  </a:lnTo>
                  <a:lnTo>
                    <a:pt x="539259" y="1683244"/>
                  </a:lnTo>
                  <a:lnTo>
                    <a:pt x="533456" y="1684666"/>
                  </a:lnTo>
                  <a:lnTo>
                    <a:pt x="528947" y="1692919"/>
                  </a:lnTo>
                  <a:lnTo>
                    <a:pt x="526027" y="1700411"/>
                  </a:lnTo>
                  <a:lnTo>
                    <a:pt x="524039" y="1704923"/>
                  </a:lnTo>
                  <a:lnTo>
                    <a:pt x="521781" y="1708353"/>
                  </a:lnTo>
                  <a:lnTo>
                    <a:pt x="518272" y="1711162"/>
                  </a:lnTo>
                  <a:lnTo>
                    <a:pt x="510866" y="1704286"/>
                  </a:lnTo>
                  <a:lnTo>
                    <a:pt x="500556" y="1698153"/>
                  </a:lnTo>
                  <a:lnTo>
                    <a:pt x="491232" y="1694778"/>
                  </a:lnTo>
                  <a:lnTo>
                    <a:pt x="486158" y="1686710"/>
                  </a:lnTo>
                  <a:lnTo>
                    <a:pt x="484840" y="1676699"/>
                  </a:lnTo>
                  <a:lnTo>
                    <a:pt x="484405" y="1666823"/>
                  </a:lnTo>
                  <a:lnTo>
                    <a:pt x="484992" y="1661831"/>
                  </a:lnTo>
                  <a:lnTo>
                    <a:pt x="484288" y="1655685"/>
                  </a:lnTo>
                  <a:lnTo>
                    <a:pt x="480592" y="1647078"/>
                  </a:lnTo>
                  <a:lnTo>
                    <a:pt x="478017" y="1642138"/>
                  </a:lnTo>
                  <a:lnTo>
                    <a:pt x="474253" y="1637832"/>
                  </a:lnTo>
                  <a:lnTo>
                    <a:pt x="470835" y="1628999"/>
                  </a:lnTo>
                  <a:lnTo>
                    <a:pt x="468805" y="1622380"/>
                  </a:lnTo>
                  <a:lnTo>
                    <a:pt x="465863" y="1617882"/>
                  </a:lnTo>
                  <a:lnTo>
                    <a:pt x="462070" y="1616731"/>
                  </a:lnTo>
                  <a:lnTo>
                    <a:pt x="461200" y="1614295"/>
                  </a:lnTo>
                  <a:lnTo>
                    <a:pt x="456413" y="1606328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h71"/>
            <p:cNvSpPr/>
            <p:nvPr/>
          </p:nvSpPr>
          <p:spPr>
            <a:xfrm>
              <a:off x="3011274" y="3682216"/>
              <a:ext cx="542860" cy="1646195"/>
            </a:xfrm>
            <a:custGeom>
              <a:avLst/>
              <a:pathLst>
                <a:path w="542860" h="1646195">
                  <a:moveTo>
                    <a:pt x="457200" y="1600200"/>
                  </a:moveTo>
                  <a:lnTo>
                    <a:pt x="458397" y="1592846"/>
                  </a:lnTo>
                  <a:lnTo>
                    <a:pt x="464683" y="1587404"/>
                  </a:lnTo>
                  <a:lnTo>
                    <a:pt x="471433" y="1589382"/>
                  </a:lnTo>
                  <a:lnTo>
                    <a:pt x="477554" y="1597535"/>
                  </a:lnTo>
                  <a:lnTo>
                    <a:pt x="482859" y="1604990"/>
                  </a:lnTo>
                  <a:lnTo>
                    <a:pt x="491543" y="1603443"/>
                  </a:lnTo>
                  <a:lnTo>
                    <a:pt x="499165" y="1600187"/>
                  </a:lnTo>
                  <a:lnTo>
                    <a:pt x="509742" y="1602037"/>
                  </a:lnTo>
                  <a:lnTo>
                    <a:pt x="516061" y="1608217"/>
                  </a:lnTo>
                  <a:lnTo>
                    <a:pt x="523766" y="1612585"/>
                  </a:lnTo>
                  <a:lnTo>
                    <a:pt x="533084" y="1619580"/>
                  </a:lnTo>
                  <a:lnTo>
                    <a:pt x="539857" y="1621918"/>
                  </a:lnTo>
                  <a:lnTo>
                    <a:pt x="542860" y="1628522"/>
                  </a:lnTo>
                  <a:lnTo>
                    <a:pt x="541771" y="1634207"/>
                  </a:lnTo>
                  <a:lnTo>
                    <a:pt x="537502" y="1638050"/>
                  </a:lnTo>
                  <a:lnTo>
                    <a:pt x="528184" y="1642066"/>
                  </a:lnTo>
                  <a:lnTo>
                    <a:pt x="518853" y="1641284"/>
                  </a:lnTo>
                  <a:lnTo>
                    <a:pt x="510823" y="1644705"/>
                  </a:lnTo>
                  <a:lnTo>
                    <a:pt x="500331" y="1646195"/>
                  </a:lnTo>
                  <a:lnTo>
                    <a:pt x="493701" y="1643248"/>
                  </a:lnTo>
                  <a:lnTo>
                    <a:pt x="491331" y="1635852"/>
                  </a:lnTo>
                  <a:lnTo>
                    <a:pt x="488232" y="1625556"/>
                  </a:lnTo>
                  <a:lnTo>
                    <a:pt x="487495" y="1623345"/>
                  </a:lnTo>
                  <a:lnTo>
                    <a:pt x="485555" y="1618605"/>
                  </a:lnTo>
                  <a:lnTo>
                    <a:pt x="481651" y="1617223"/>
                  </a:lnTo>
                  <a:lnTo>
                    <a:pt x="478340" y="1619599"/>
                  </a:lnTo>
                  <a:lnTo>
                    <a:pt x="476259" y="1618481"/>
                  </a:lnTo>
                  <a:lnTo>
                    <a:pt x="466738" y="1613359"/>
                  </a:lnTo>
                  <a:lnTo>
                    <a:pt x="459096" y="1604085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h72"/>
            <p:cNvSpPr/>
            <p:nvPr/>
          </p:nvSpPr>
          <p:spPr>
            <a:xfrm>
              <a:off x="3020785" y="3727989"/>
              <a:ext cx="472921" cy="1607171"/>
            </a:xfrm>
            <a:custGeom>
              <a:avLst/>
              <a:pathLst>
                <a:path w="472921" h="1607171">
                  <a:moveTo>
                    <a:pt x="457200" y="1600200"/>
                  </a:moveTo>
                  <a:lnTo>
                    <a:pt x="463540" y="1596464"/>
                  </a:lnTo>
                  <a:lnTo>
                    <a:pt x="468400" y="1595447"/>
                  </a:lnTo>
                  <a:lnTo>
                    <a:pt x="471620" y="1598783"/>
                  </a:lnTo>
                  <a:lnTo>
                    <a:pt x="472921" y="1605426"/>
                  </a:lnTo>
                  <a:lnTo>
                    <a:pt x="467795" y="1607025"/>
                  </a:lnTo>
                  <a:lnTo>
                    <a:pt x="458341" y="1607171"/>
                  </a:lnTo>
                  <a:lnTo>
                    <a:pt x="453985" y="1603376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h73"/>
            <p:cNvSpPr/>
            <p:nvPr/>
          </p:nvSpPr>
          <p:spPr>
            <a:xfrm>
              <a:off x="2969911" y="3679737"/>
              <a:ext cx="487692" cy="1623599"/>
            </a:xfrm>
            <a:custGeom>
              <a:avLst/>
              <a:pathLst>
                <a:path w="487692" h="1623599">
                  <a:moveTo>
                    <a:pt x="457200" y="1600200"/>
                  </a:moveTo>
                  <a:lnTo>
                    <a:pt x="462604" y="1598611"/>
                  </a:lnTo>
                  <a:lnTo>
                    <a:pt x="471044" y="1599873"/>
                  </a:lnTo>
                  <a:lnTo>
                    <a:pt x="478986" y="1604347"/>
                  </a:lnTo>
                  <a:lnTo>
                    <a:pt x="483670" y="1608613"/>
                  </a:lnTo>
                  <a:lnTo>
                    <a:pt x="487692" y="1614329"/>
                  </a:lnTo>
                  <a:lnTo>
                    <a:pt x="485173" y="1621097"/>
                  </a:lnTo>
                  <a:lnTo>
                    <a:pt x="479492" y="1623099"/>
                  </a:lnTo>
                  <a:lnTo>
                    <a:pt x="477408" y="1623594"/>
                  </a:lnTo>
                  <a:lnTo>
                    <a:pt x="470681" y="1623599"/>
                  </a:lnTo>
                  <a:lnTo>
                    <a:pt x="467368" y="1618227"/>
                  </a:lnTo>
                  <a:lnTo>
                    <a:pt x="466397" y="1611814"/>
                  </a:lnTo>
                  <a:lnTo>
                    <a:pt x="463733" y="1608110"/>
                  </a:lnTo>
                  <a:lnTo>
                    <a:pt x="457608" y="1603829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h74"/>
            <p:cNvSpPr/>
            <p:nvPr/>
          </p:nvSpPr>
          <p:spPr>
            <a:xfrm>
              <a:off x="2940832" y="3646593"/>
              <a:ext cx="522639" cy="1617926"/>
            </a:xfrm>
            <a:custGeom>
              <a:avLst/>
              <a:pathLst>
                <a:path w="522639" h="1617926">
                  <a:moveTo>
                    <a:pt x="457200" y="1600200"/>
                  </a:moveTo>
                  <a:lnTo>
                    <a:pt x="459959" y="1597195"/>
                  </a:lnTo>
                  <a:lnTo>
                    <a:pt x="458043" y="1591862"/>
                  </a:lnTo>
                  <a:lnTo>
                    <a:pt x="464883" y="1593263"/>
                  </a:lnTo>
                  <a:lnTo>
                    <a:pt x="473674" y="1596255"/>
                  </a:lnTo>
                  <a:lnTo>
                    <a:pt x="484000" y="1598463"/>
                  </a:lnTo>
                  <a:lnTo>
                    <a:pt x="486805" y="1597478"/>
                  </a:lnTo>
                  <a:lnTo>
                    <a:pt x="490102" y="1596318"/>
                  </a:lnTo>
                  <a:lnTo>
                    <a:pt x="492542" y="1596532"/>
                  </a:lnTo>
                  <a:lnTo>
                    <a:pt x="498043" y="1602376"/>
                  </a:lnTo>
                  <a:lnTo>
                    <a:pt x="498418" y="1602413"/>
                  </a:lnTo>
                  <a:lnTo>
                    <a:pt x="507222" y="1603278"/>
                  </a:lnTo>
                  <a:lnTo>
                    <a:pt x="518534" y="1603163"/>
                  </a:lnTo>
                  <a:lnTo>
                    <a:pt x="522639" y="1605687"/>
                  </a:lnTo>
                  <a:lnTo>
                    <a:pt x="519931" y="1611383"/>
                  </a:lnTo>
                  <a:lnTo>
                    <a:pt x="513409" y="1616385"/>
                  </a:lnTo>
                  <a:lnTo>
                    <a:pt x="505059" y="1617926"/>
                  </a:lnTo>
                  <a:lnTo>
                    <a:pt x="495936" y="1615068"/>
                  </a:lnTo>
                  <a:lnTo>
                    <a:pt x="487230" y="1611476"/>
                  </a:lnTo>
                  <a:lnTo>
                    <a:pt x="480741" y="1609305"/>
                  </a:lnTo>
                  <a:lnTo>
                    <a:pt x="470441" y="1609829"/>
                  </a:lnTo>
                  <a:lnTo>
                    <a:pt x="461164" y="1609398"/>
                  </a:lnTo>
                  <a:lnTo>
                    <a:pt x="454236" y="1607041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h75"/>
            <p:cNvSpPr/>
            <p:nvPr/>
          </p:nvSpPr>
          <p:spPr>
            <a:xfrm>
              <a:off x="2824791" y="3582153"/>
              <a:ext cx="527745" cy="1646817"/>
            </a:xfrm>
            <a:custGeom>
              <a:avLst/>
              <a:pathLst>
                <a:path w="527745" h="1646817">
                  <a:moveTo>
                    <a:pt x="457200" y="1600200"/>
                  </a:moveTo>
                  <a:lnTo>
                    <a:pt x="469363" y="1601088"/>
                  </a:lnTo>
                  <a:lnTo>
                    <a:pt x="474004" y="1596376"/>
                  </a:lnTo>
                  <a:lnTo>
                    <a:pt x="476729" y="1591247"/>
                  </a:lnTo>
                  <a:lnTo>
                    <a:pt x="482884" y="1587258"/>
                  </a:lnTo>
                  <a:lnTo>
                    <a:pt x="485525" y="1586935"/>
                  </a:lnTo>
                  <a:lnTo>
                    <a:pt x="491452" y="1595242"/>
                  </a:lnTo>
                  <a:lnTo>
                    <a:pt x="497967" y="1605404"/>
                  </a:lnTo>
                  <a:lnTo>
                    <a:pt x="503263" y="1611606"/>
                  </a:lnTo>
                  <a:lnTo>
                    <a:pt x="503216" y="1619520"/>
                  </a:lnTo>
                  <a:lnTo>
                    <a:pt x="507232" y="1623226"/>
                  </a:lnTo>
                  <a:lnTo>
                    <a:pt x="512579" y="1621110"/>
                  </a:lnTo>
                  <a:lnTo>
                    <a:pt x="517437" y="1621842"/>
                  </a:lnTo>
                  <a:lnTo>
                    <a:pt x="518065" y="1628906"/>
                  </a:lnTo>
                  <a:lnTo>
                    <a:pt x="520315" y="1634733"/>
                  </a:lnTo>
                  <a:lnTo>
                    <a:pt x="527745" y="1641024"/>
                  </a:lnTo>
                  <a:lnTo>
                    <a:pt x="527442" y="1641560"/>
                  </a:lnTo>
                  <a:lnTo>
                    <a:pt x="525752" y="1644554"/>
                  </a:lnTo>
                  <a:lnTo>
                    <a:pt x="522952" y="1646817"/>
                  </a:lnTo>
                  <a:lnTo>
                    <a:pt x="516176" y="1644417"/>
                  </a:lnTo>
                  <a:lnTo>
                    <a:pt x="513755" y="1645780"/>
                  </a:lnTo>
                  <a:lnTo>
                    <a:pt x="510460" y="1646408"/>
                  </a:lnTo>
                  <a:lnTo>
                    <a:pt x="505293" y="1642547"/>
                  </a:lnTo>
                  <a:lnTo>
                    <a:pt x="500489" y="1639327"/>
                  </a:lnTo>
                  <a:lnTo>
                    <a:pt x="493423" y="1637878"/>
                  </a:lnTo>
                  <a:lnTo>
                    <a:pt x="489836" y="1637098"/>
                  </a:lnTo>
                  <a:lnTo>
                    <a:pt x="484998" y="1637443"/>
                  </a:lnTo>
                  <a:lnTo>
                    <a:pt x="478012" y="1638022"/>
                  </a:lnTo>
                  <a:lnTo>
                    <a:pt x="477826" y="1638037"/>
                  </a:lnTo>
                  <a:lnTo>
                    <a:pt x="476116" y="1637978"/>
                  </a:lnTo>
                  <a:lnTo>
                    <a:pt x="472435" y="1631726"/>
                  </a:lnTo>
                  <a:lnTo>
                    <a:pt x="470757" y="1627923"/>
                  </a:lnTo>
                  <a:lnTo>
                    <a:pt x="465851" y="1623599"/>
                  </a:lnTo>
                  <a:lnTo>
                    <a:pt x="465082" y="1620289"/>
                  </a:lnTo>
                  <a:lnTo>
                    <a:pt x="458481" y="1612396"/>
                  </a:lnTo>
                  <a:lnTo>
                    <a:pt x="458171" y="1607818"/>
                  </a:lnTo>
                  <a:lnTo>
                    <a:pt x="452062" y="1600292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h76"/>
            <p:cNvSpPr/>
            <p:nvPr/>
          </p:nvSpPr>
          <p:spPr>
            <a:xfrm>
              <a:off x="2641511" y="3500333"/>
              <a:ext cx="512273" cy="1630072"/>
            </a:xfrm>
            <a:custGeom>
              <a:avLst/>
              <a:pathLst>
                <a:path w="512273" h="1630072">
                  <a:moveTo>
                    <a:pt x="457200" y="1600200"/>
                  </a:moveTo>
                  <a:lnTo>
                    <a:pt x="461186" y="1596607"/>
                  </a:lnTo>
                  <a:lnTo>
                    <a:pt x="462353" y="1591411"/>
                  </a:lnTo>
                  <a:lnTo>
                    <a:pt x="464964" y="1589307"/>
                  </a:lnTo>
                  <a:lnTo>
                    <a:pt x="475123" y="1585306"/>
                  </a:lnTo>
                  <a:lnTo>
                    <a:pt x="478332" y="1582930"/>
                  </a:lnTo>
                  <a:lnTo>
                    <a:pt x="482569" y="1583691"/>
                  </a:lnTo>
                  <a:lnTo>
                    <a:pt x="486552" y="1586478"/>
                  </a:lnTo>
                  <a:lnTo>
                    <a:pt x="488830" y="1583494"/>
                  </a:lnTo>
                  <a:lnTo>
                    <a:pt x="495329" y="1585501"/>
                  </a:lnTo>
                  <a:lnTo>
                    <a:pt x="498496" y="1584310"/>
                  </a:lnTo>
                  <a:lnTo>
                    <a:pt x="503372" y="1587243"/>
                  </a:lnTo>
                  <a:lnTo>
                    <a:pt x="509341" y="1591880"/>
                  </a:lnTo>
                  <a:lnTo>
                    <a:pt x="512273" y="1599805"/>
                  </a:lnTo>
                  <a:lnTo>
                    <a:pt x="510162" y="1607292"/>
                  </a:lnTo>
                  <a:lnTo>
                    <a:pt x="508563" y="1609578"/>
                  </a:lnTo>
                  <a:lnTo>
                    <a:pt x="509310" y="1614996"/>
                  </a:lnTo>
                  <a:lnTo>
                    <a:pt x="509330" y="1621060"/>
                  </a:lnTo>
                  <a:lnTo>
                    <a:pt x="504395" y="1625329"/>
                  </a:lnTo>
                  <a:lnTo>
                    <a:pt x="498154" y="1630072"/>
                  </a:lnTo>
                  <a:lnTo>
                    <a:pt x="488617" y="1626971"/>
                  </a:lnTo>
                  <a:lnTo>
                    <a:pt x="483085" y="1625157"/>
                  </a:lnTo>
                  <a:lnTo>
                    <a:pt x="479817" y="1624817"/>
                  </a:lnTo>
                  <a:lnTo>
                    <a:pt x="474015" y="1618849"/>
                  </a:lnTo>
                  <a:lnTo>
                    <a:pt x="467079" y="1614521"/>
                  </a:lnTo>
                  <a:lnTo>
                    <a:pt x="461533" y="1611728"/>
                  </a:lnTo>
                  <a:lnTo>
                    <a:pt x="457413" y="1606032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h77"/>
            <p:cNvSpPr/>
            <p:nvPr/>
          </p:nvSpPr>
          <p:spPr>
            <a:xfrm>
              <a:off x="2591471" y="3525172"/>
              <a:ext cx="477838" cy="1605415"/>
            </a:xfrm>
            <a:custGeom>
              <a:avLst/>
              <a:pathLst>
                <a:path w="477838" h="1605415">
                  <a:moveTo>
                    <a:pt x="457200" y="1600200"/>
                  </a:moveTo>
                  <a:lnTo>
                    <a:pt x="458688" y="1591082"/>
                  </a:lnTo>
                  <a:lnTo>
                    <a:pt x="462283" y="1587376"/>
                  </a:lnTo>
                  <a:lnTo>
                    <a:pt x="468448" y="1584898"/>
                  </a:lnTo>
                  <a:lnTo>
                    <a:pt x="469964" y="1583306"/>
                  </a:lnTo>
                  <a:lnTo>
                    <a:pt x="470670" y="1579323"/>
                  </a:lnTo>
                  <a:lnTo>
                    <a:pt x="475192" y="1578908"/>
                  </a:lnTo>
                  <a:lnTo>
                    <a:pt x="476817" y="1580001"/>
                  </a:lnTo>
                  <a:lnTo>
                    <a:pt x="477838" y="1582067"/>
                  </a:lnTo>
                  <a:lnTo>
                    <a:pt x="475860" y="1583959"/>
                  </a:lnTo>
                  <a:lnTo>
                    <a:pt x="474527" y="1588399"/>
                  </a:lnTo>
                  <a:lnTo>
                    <a:pt x="475658" y="1592481"/>
                  </a:lnTo>
                  <a:lnTo>
                    <a:pt x="470740" y="1594255"/>
                  </a:lnTo>
                  <a:lnTo>
                    <a:pt x="467224" y="1594901"/>
                  </a:lnTo>
                  <a:lnTo>
                    <a:pt x="465342" y="1597294"/>
                  </a:lnTo>
                  <a:lnTo>
                    <a:pt x="463924" y="1600186"/>
                  </a:lnTo>
                  <a:lnTo>
                    <a:pt x="462599" y="1605415"/>
                  </a:lnTo>
                  <a:lnTo>
                    <a:pt x="459687" y="1603744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h78"/>
            <p:cNvSpPr/>
            <p:nvPr/>
          </p:nvSpPr>
          <p:spPr>
            <a:xfrm>
              <a:off x="2037724" y="1344581"/>
              <a:ext cx="998027" cy="1990670"/>
            </a:xfrm>
            <a:custGeom>
              <a:avLst/>
              <a:pathLst>
                <a:path w="998027" h="1990670">
                  <a:moveTo>
                    <a:pt x="457200" y="1600200"/>
                  </a:moveTo>
                  <a:lnTo>
                    <a:pt x="460557" y="1596302"/>
                  </a:lnTo>
                  <a:lnTo>
                    <a:pt x="460985" y="1589717"/>
                  </a:lnTo>
                  <a:lnTo>
                    <a:pt x="467195" y="1585434"/>
                  </a:lnTo>
                  <a:lnTo>
                    <a:pt x="470164" y="1581756"/>
                  </a:lnTo>
                  <a:lnTo>
                    <a:pt x="476756" y="1571065"/>
                  </a:lnTo>
                  <a:lnTo>
                    <a:pt x="481517" y="1562489"/>
                  </a:lnTo>
                  <a:lnTo>
                    <a:pt x="486447" y="1559755"/>
                  </a:lnTo>
                  <a:lnTo>
                    <a:pt x="494268" y="1557555"/>
                  </a:lnTo>
                  <a:lnTo>
                    <a:pt x="499288" y="1551812"/>
                  </a:lnTo>
                  <a:lnTo>
                    <a:pt x="502115" y="1548574"/>
                  </a:lnTo>
                  <a:lnTo>
                    <a:pt x="506331" y="1542015"/>
                  </a:lnTo>
                  <a:lnTo>
                    <a:pt x="505501" y="1535479"/>
                  </a:lnTo>
                  <a:lnTo>
                    <a:pt x="508296" y="1529414"/>
                  </a:lnTo>
                  <a:lnTo>
                    <a:pt x="514470" y="1524749"/>
                  </a:lnTo>
                  <a:lnTo>
                    <a:pt x="517832" y="1520831"/>
                  </a:lnTo>
                  <a:lnTo>
                    <a:pt x="526432" y="1504684"/>
                  </a:lnTo>
                  <a:lnTo>
                    <a:pt x="527235" y="1503027"/>
                  </a:lnTo>
                  <a:lnTo>
                    <a:pt x="529780" y="1497773"/>
                  </a:lnTo>
                  <a:lnTo>
                    <a:pt x="540410" y="1483597"/>
                  </a:lnTo>
                  <a:lnTo>
                    <a:pt x="550803" y="1469989"/>
                  </a:lnTo>
                  <a:lnTo>
                    <a:pt x="555376" y="1464668"/>
                  </a:lnTo>
                  <a:lnTo>
                    <a:pt x="551566" y="1455491"/>
                  </a:lnTo>
                  <a:lnTo>
                    <a:pt x="552284" y="1448908"/>
                  </a:lnTo>
                  <a:lnTo>
                    <a:pt x="548579" y="1442475"/>
                  </a:lnTo>
                  <a:lnTo>
                    <a:pt x="542565" y="1440766"/>
                  </a:lnTo>
                  <a:lnTo>
                    <a:pt x="537725" y="1434100"/>
                  </a:lnTo>
                  <a:lnTo>
                    <a:pt x="533770" y="1431468"/>
                  </a:lnTo>
                  <a:lnTo>
                    <a:pt x="533068" y="1429933"/>
                  </a:lnTo>
                  <a:lnTo>
                    <a:pt x="529431" y="1421975"/>
                  </a:lnTo>
                  <a:lnTo>
                    <a:pt x="528497" y="1415214"/>
                  </a:lnTo>
                  <a:lnTo>
                    <a:pt x="527011" y="1410193"/>
                  </a:lnTo>
                  <a:lnTo>
                    <a:pt x="526493" y="1401700"/>
                  </a:lnTo>
                  <a:lnTo>
                    <a:pt x="523827" y="1398069"/>
                  </a:lnTo>
                  <a:lnTo>
                    <a:pt x="529233" y="1391880"/>
                  </a:lnTo>
                  <a:lnTo>
                    <a:pt x="530944" y="1388610"/>
                  </a:lnTo>
                  <a:lnTo>
                    <a:pt x="528437" y="1384394"/>
                  </a:lnTo>
                  <a:lnTo>
                    <a:pt x="529730" y="1377822"/>
                  </a:lnTo>
                  <a:lnTo>
                    <a:pt x="528300" y="1371138"/>
                  </a:lnTo>
                  <a:lnTo>
                    <a:pt x="524173" y="1363792"/>
                  </a:lnTo>
                  <a:lnTo>
                    <a:pt x="527935" y="1357398"/>
                  </a:lnTo>
                  <a:lnTo>
                    <a:pt x="528269" y="1355414"/>
                  </a:lnTo>
                  <a:lnTo>
                    <a:pt x="529221" y="1349780"/>
                  </a:lnTo>
                  <a:lnTo>
                    <a:pt x="531076" y="1341241"/>
                  </a:lnTo>
                  <a:lnTo>
                    <a:pt x="546675" y="1269759"/>
                  </a:lnTo>
                  <a:lnTo>
                    <a:pt x="547409" y="1266407"/>
                  </a:lnTo>
                  <a:lnTo>
                    <a:pt x="550181" y="1253643"/>
                  </a:lnTo>
                  <a:lnTo>
                    <a:pt x="553016" y="1240609"/>
                  </a:lnTo>
                  <a:lnTo>
                    <a:pt x="562851" y="1195532"/>
                  </a:lnTo>
                  <a:lnTo>
                    <a:pt x="569412" y="1165998"/>
                  </a:lnTo>
                  <a:lnTo>
                    <a:pt x="571258" y="1157704"/>
                  </a:lnTo>
                  <a:lnTo>
                    <a:pt x="573417" y="1148017"/>
                  </a:lnTo>
                  <a:lnTo>
                    <a:pt x="581961" y="1111799"/>
                  </a:lnTo>
                  <a:lnTo>
                    <a:pt x="588460" y="1083275"/>
                  </a:lnTo>
                  <a:lnTo>
                    <a:pt x="593693" y="1060154"/>
                  </a:lnTo>
                  <a:lnTo>
                    <a:pt x="597907" y="1041573"/>
                  </a:lnTo>
                  <a:lnTo>
                    <a:pt x="619733" y="1046221"/>
                  </a:lnTo>
                  <a:lnTo>
                    <a:pt x="646693" y="1051950"/>
                  </a:lnTo>
                  <a:lnTo>
                    <a:pt x="675972" y="1057951"/>
                  </a:lnTo>
                  <a:lnTo>
                    <a:pt x="663151" y="1118897"/>
                  </a:lnTo>
                  <a:lnTo>
                    <a:pt x="662618" y="1121438"/>
                  </a:lnTo>
                  <a:lnTo>
                    <a:pt x="658248" y="1142386"/>
                  </a:lnTo>
                  <a:lnTo>
                    <a:pt x="655855" y="1153839"/>
                  </a:lnTo>
                  <a:lnTo>
                    <a:pt x="653528" y="1164986"/>
                  </a:lnTo>
                  <a:lnTo>
                    <a:pt x="650322" y="1180261"/>
                  </a:lnTo>
                  <a:lnTo>
                    <a:pt x="650791" y="1182306"/>
                  </a:lnTo>
                  <a:lnTo>
                    <a:pt x="651138" y="1183815"/>
                  </a:lnTo>
                  <a:lnTo>
                    <a:pt x="654978" y="1194183"/>
                  </a:lnTo>
                  <a:lnTo>
                    <a:pt x="658386" y="1201894"/>
                  </a:lnTo>
                  <a:lnTo>
                    <a:pt x="662193" y="1206244"/>
                  </a:lnTo>
                  <a:lnTo>
                    <a:pt x="661662" y="1213016"/>
                  </a:lnTo>
                  <a:lnTo>
                    <a:pt x="669159" y="1222712"/>
                  </a:lnTo>
                  <a:lnTo>
                    <a:pt x="667096" y="1227634"/>
                  </a:lnTo>
                  <a:lnTo>
                    <a:pt x="669750" y="1232151"/>
                  </a:lnTo>
                  <a:lnTo>
                    <a:pt x="666379" y="1237477"/>
                  </a:lnTo>
                  <a:lnTo>
                    <a:pt x="665638" y="1242884"/>
                  </a:lnTo>
                  <a:lnTo>
                    <a:pt x="671125" y="1250463"/>
                  </a:lnTo>
                  <a:lnTo>
                    <a:pt x="665743" y="1252511"/>
                  </a:lnTo>
                  <a:lnTo>
                    <a:pt x="663338" y="1257053"/>
                  </a:lnTo>
                  <a:lnTo>
                    <a:pt x="672905" y="1265421"/>
                  </a:lnTo>
                  <a:lnTo>
                    <a:pt x="675445" y="1272654"/>
                  </a:lnTo>
                  <a:lnTo>
                    <a:pt x="679754" y="1277225"/>
                  </a:lnTo>
                  <a:lnTo>
                    <a:pt x="687442" y="1281234"/>
                  </a:lnTo>
                  <a:lnTo>
                    <a:pt x="690920" y="1283095"/>
                  </a:lnTo>
                  <a:lnTo>
                    <a:pt x="692680" y="1289293"/>
                  </a:lnTo>
                  <a:lnTo>
                    <a:pt x="694834" y="1294178"/>
                  </a:lnTo>
                  <a:lnTo>
                    <a:pt x="699269" y="1300590"/>
                  </a:lnTo>
                  <a:lnTo>
                    <a:pt x="703277" y="1310232"/>
                  </a:lnTo>
                  <a:lnTo>
                    <a:pt x="706462" y="1315818"/>
                  </a:lnTo>
                  <a:lnTo>
                    <a:pt x="708552" y="1322637"/>
                  </a:lnTo>
                  <a:lnTo>
                    <a:pt x="713471" y="1328483"/>
                  </a:lnTo>
                  <a:lnTo>
                    <a:pt x="715856" y="1331311"/>
                  </a:lnTo>
                  <a:lnTo>
                    <a:pt x="713458" y="1336727"/>
                  </a:lnTo>
                  <a:lnTo>
                    <a:pt x="717361" y="1344599"/>
                  </a:lnTo>
                  <a:lnTo>
                    <a:pt x="724133" y="1350070"/>
                  </a:lnTo>
                  <a:lnTo>
                    <a:pt x="725116" y="1355319"/>
                  </a:lnTo>
                  <a:lnTo>
                    <a:pt x="730832" y="1356209"/>
                  </a:lnTo>
                  <a:lnTo>
                    <a:pt x="732489" y="1357581"/>
                  </a:lnTo>
                  <a:lnTo>
                    <a:pt x="736237" y="1360681"/>
                  </a:lnTo>
                  <a:lnTo>
                    <a:pt x="735421" y="1367477"/>
                  </a:lnTo>
                  <a:lnTo>
                    <a:pt x="737830" y="1368632"/>
                  </a:lnTo>
                  <a:lnTo>
                    <a:pt x="741306" y="1370296"/>
                  </a:lnTo>
                  <a:lnTo>
                    <a:pt x="749277" y="1371152"/>
                  </a:lnTo>
                  <a:lnTo>
                    <a:pt x="757456" y="1370132"/>
                  </a:lnTo>
                  <a:lnTo>
                    <a:pt x="759236" y="1372203"/>
                  </a:lnTo>
                  <a:lnTo>
                    <a:pt x="760309" y="1373451"/>
                  </a:lnTo>
                  <a:lnTo>
                    <a:pt x="757868" y="1381780"/>
                  </a:lnTo>
                  <a:lnTo>
                    <a:pt x="754608" y="1390021"/>
                  </a:lnTo>
                  <a:lnTo>
                    <a:pt x="750090" y="1390397"/>
                  </a:lnTo>
                  <a:lnTo>
                    <a:pt x="749674" y="1401340"/>
                  </a:lnTo>
                  <a:lnTo>
                    <a:pt x="745954" y="1403793"/>
                  </a:lnTo>
                  <a:lnTo>
                    <a:pt x="743462" y="1413021"/>
                  </a:lnTo>
                  <a:lnTo>
                    <a:pt x="741823" y="1417408"/>
                  </a:lnTo>
                  <a:lnTo>
                    <a:pt x="740285" y="1421779"/>
                  </a:lnTo>
                  <a:lnTo>
                    <a:pt x="739195" y="1429593"/>
                  </a:lnTo>
                  <a:lnTo>
                    <a:pt x="733256" y="1429295"/>
                  </a:lnTo>
                  <a:lnTo>
                    <a:pt x="731743" y="1434400"/>
                  </a:lnTo>
                  <a:lnTo>
                    <a:pt x="736280" y="1438805"/>
                  </a:lnTo>
                  <a:lnTo>
                    <a:pt x="733076" y="1446689"/>
                  </a:lnTo>
                  <a:lnTo>
                    <a:pt x="735440" y="1452430"/>
                  </a:lnTo>
                  <a:lnTo>
                    <a:pt x="738132" y="1456339"/>
                  </a:lnTo>
                  <a:lnTo>
                    <a:pt x="736093" y="1462310"/>
                  </a:lnTo>
                  <a:lnTo>
                    <a:pt x="737557" y="1466270"/>
                  </a:lnTo>
                  <a:lnTo>
                    <a:pt x="734012" y="1469045"/>
                  </a:lnTo>
                  <a:lnTo>
                    <a:pt x="725589" y="1469967"/>
                  </a:lnTo>
                  <a:lnTo>
                    <a:pt x="720480" y="1476142"/>
                  </a:lnTo>
                  <a:lnTo>
                    <a:pt x="724080" y="1484127"/>
                  </a:lnTo>
                  <a:lnTo>
                    <a:pt x="723336" y="1490731"/>
                  </a:lnTo>
                  <a:lnTo>
                    <a:pt x="719848" y="1492430"/>
                  </a:lnTo>
                  <a:lnTo>
                    <a:pt x="718666" y="1497766"/>
                  </a:lnTo>
                  <a:lnTo>
                    <a:pt x="719407" y="1500630"/>
                  </a:lnTo>
                  <a:lnTo>
                    <a:pt x="720309" y="1504106"/>
                  </a:lnTo>
                  <a:lnTo>
                    <a:pt x="724197" y="1506747"/>
                  </a:lnTo>
                  <a:lnTo>
                    <a:pt x="730590" y="1514407"/>
                  </a:lnTo>
                  <a:lnTo>
                    <a:pt x="737950" y="1517267"/>
                  </a:lnTo>
                  <a:lnTo>
                    <a:pt x="741544" y="1510663"/>
                  </a:lnTo>
                  <a:lnTo>
                    <a:pt x="747292" y="1510712"/>
                  </a:lnTo>
                  <a:lnTo>
                    <a:pt x="757381" y="1505100"/>
                  </a:lnTo>
                  <a:lnTo>
                    <a:pt x="764277" y="1499984"/>
                  </a:lnTo>
                  <a:lnTo>
                    <a:pt x="765131" y="1494800"/>
                  </a:lnTo>
                  <a:lnTo>
                    <a:pt x="768982" y="1494907"/>
                  </a:lnTo>
                  <a:lnTo>
                    <a:pt x="770572" y="1497473"/>
                  </a:lnTo>
                  <a:lnTo>
                    <a:pt x="773961" y="1502930"/>
                  </a:lnTo>
                  <a:lnTo>
                    <a:pt x="776718" y="1506008"/>
                  </a:lnTo>
                  <a:lnTo>
                    <a:pt x="780925" y="1509463"/>
                  </a:lnTo>
                  <a:lnTo>
                    <a:pt x="779576" y="1519227"/>
                  </a:lnTo>
                  <a:lnTo>
                    <a:pt x="782341" y="1525076"/>
                  </a:lnTo>
                  <a:lnTo>
                    <a:pt x="780929" y="1531540"/>
                  </a:lnTo>
                  <a:lnTo>
                    <a:pt x="782680" y="1537243"/>
                  </a:lnTo>
                  <a:lnTo>
                    <a:pt x="781143" y="1544545"/>
                  </a:lnTo>
                  <a:lnTo>
                    <a:pt x="786584" y="1556939"/>
                  </a:lnTo>
                  <a:lnTo>
                    <a:pt x="790852" y="1571115"/>
                  </a:lnTo>
                  <a:lnTo>
                    <a:pt x="795761" y="1575555"/>
                  </a:lnTo>
                  <a:lnTo>
                    <a:pt x="799996" y="1581412"/>
                  </a:lnTo>
                  <a:lnTo>
                    <a:pt x="800150" y="1588048"/>
                  </a:lnTo>
                  <a:lnTo>
                    <a:pt x="798081" y="1594455"/>
                  </a:lnTo>
                  <a:lnTo>
                    <a:pt x="794987" y="1599333"/>
                  </a:lnTo>
                  <a:lnTo>
                    <a:pt x="798102" y="1608487"/>
                  </a:lnTo>
                  <a:lnTo>
                    <a:pt x="801861" y="1610096"/>
                  </a:lnTo>
                  <a:lnTo>
                    <a:pt x="807686" y="1615603"/>
                  </a:lnTo>
                  <a:lnTo>
                    <a:pt x="812882" y="1613437"/>
                  </a:lnTo>
                  <a:lnTo>
                    <a:pt x="821751" y="1622256"/>
                  </a:lnTo>
                  <a:lnTo>
                    <a:pt x="823253" y="1629598"/>
                  </a:lnTo>
                  <a:lnTo>
                    <a:pt x="826179" y="1640080"/>
                  </a:lnTo>
                  <a:lnTo>
                    <a:pt x="824124" y="1646320"/>
                  </a:lnTo>
                  <a:lnTo>
                    <a:pt x="827682" y="1654337"/>
                  </a:lnTo>
                  <a:lnTo>
                    <a:pt x="826757" y="1660088"/>
                  </a:lnTo>
                  <a:lnTo>
                    <a:pt x="830535" y="1667648"/>
                  </a:lnTo>
                  <a:lnTo>
                    <a:pt x="835884" y="1673104"/>
                  </a:lnTo>
                  <a:lnTo>
                    <a:pt x="841172" y="1670810"/>
                  </a:lnTo>
                  <a:lnTo>
                    <a:pt x="841646" y="1670604"/>
                  </a:lnTo>
                  <a:lnTo>
                    <a:pt x="841779" y="1666203"/>
                  </a:lnTo>
                  <a:lnTo>
                    <a:pt x="851009" y="1660520"/>
                  </a:lnTo>
                  <a:lnTo>
                    <a:pt x="853463" y="1660422"/>
                  </a:lnTo>
                  <a:lnTo>
                    <a:pt x="862481" y="1663361"/>
                  </a:lnTo>
                  <a:lnTo>
                    <a:pt x="873507" y="1666472"/>
                  </a:lnTo>
                  <a:lnTo>
                    <a:pt x="880403" y="1671573"/>
                  </a:lnTo>
                  <a:lnTo>
                    <a:pt x="884410" y="1662004"/>
                  </a:lnTo>
                  <a:lnTo>
                    <a:pt x="891501" y="1658098"/>
                  </a:lnTo>
                  <a:lnTo>
                    <a:pt x="896665" y="1662032"/>
                  </a:lnTo>
                  <a:lnTo>
                    <a:pt x="904824" y="1665160"/>
                  </a:lnTo>
                  <a:lnTo>
                    <a:pt x="912939" y="1665225"/>
                  </a:lnTo>
                  <a:lnTo>
                    <a:pt x="927712" y="1664110"/>
                  </a:lnTo>
                  <a:lnTo>
                    <a:pt x="932239" y="1671367"/>
                  </a:lnTo>
                  <a:lnTo>
                    <a:pt x="942172" y="1666716"/>
                  </a:lnTo>
                  <a:lnTo>
                    <a:pt x="949731" y="1668201"/>
                  </a:lnTo>
                  <a:lnTo>
                    <a:pt x="954443" y="1669123"/>
                  </a:lnTo>
                  <a:lnTo>
                    <a:pt x="958749" y="1666255"/>
                  </a:lnTo>
                  <a:lnTo>
                    <a:pt x="964829" y="1654991"/>
                  </a:lnTo>
                  <a:lnTo>
                    <a:pt x="966151" y="1653128"/>
                  </a:lnTo>
                  <a:lnTo>
                    <a:pt x="968169" y="1650282"/>
                  </a:lnTo>
                  <a:lnTo>
                    <a:pt x="973461" y="1646683"/>
                  </a:lnTo>
                  <a:lnTo>
                    <a:pt x="974078" y="1647266"/>
                  </a:lnTo>
                  <a:lnTo>
                    <a:pt x="978277" y="1651221"/>
                  </a:lnTo>
                  <a:lnTo>
                    <a:pt x="982101" y="1658828"/>
                  </a:lnTo>
                  <a:lnTo>
                    <a:pt x="985227" y="1664911"/>
                  </a:lnTo>
                  <a:lnTo>
                    <a:pt x="986397" y="1671074"/>
                  </a:lnTo>
                  <a:lnTo>
                    <a:pt x="990784" y="1676710"/>
                  </a:lnTo>
                  <a:lnTo>
                    <a:pt x="991901" y="1682155"/>
                  </a:lnTo>
                  <a:lnTo>
                    <a:pt x="998027" y="1685463"/>
                  </a:lnTo>
                  <a:lnTo>
                    <a:pt x="996347" y="1697697"/>
                  </a:lnTo>
                  <a:lnTo>
                    <a:pt x="992051" y="1729805"/>
                  </a:lnTo>
                  <a:lnTo>
                    <a:pt x="989965" y="1746038"/>
                  </a:lnTo>
                  <a:lnTo>
                    <a:pt x="988775" y="1755310"/>
                  </a:lnTo>
                  <a:lnTo>
                    <a:pt x="985139" y="1782534"/>
                  </a:lnTo>
                  <a:lnTo>
                    <a:pt x="982104" y="1805599"/>
                  </a:lnTo>
                  <a:lnTo>
                    <a:pt x="979101" y="1828483"/>
                  </a:lnTo>
                  <a:lnTo>
                    <a:pt x="975125" y="1858527"/>
                  </a:lnTo>
                  <a:lnTo>
                    <a:pt x="974261" y="1865065"/>
                  </a:lnTo>
                  <a:lnTo>
                    <a:pt x="973364" y="1871850"/>
                  </a:lnTo>
                  <a:lnTo>
                    <a:pt x="969425" y="1901704"/>
                  </a:lnTo>
                  <a:lnTo>
                    <a:pt x="965828" y="1927442"/>
                  </a:lnTo>
                  <a:lnTo>
                    <a:pt x="962999" y="1947728"/>
                  </a:lnTo>
                  <a:lnTo>
                    <a:pt x="957368" y="1990670"/>
                  </a:lnTo>
                  <a:lnTo>
                    <a:pt x="927460" y="1986629"/>
                  </a:lnTo>
                  <a:lnTo>
                    <a:pt x="918565" y="1985523"/>
                  </a:lnTo>
                  <a:lnTo>
                    <a:pt x="915239" y="1985059"/>
                  </a:lnTo>
                  <a:lnTo>
                    <a:pt x="893069" y="1981929"/>
                  </a:lnTo>
                  <a:lnTo>
                    <a:pt x="860332" y="1977334"/>
                  </a:lnTo>
                  <a:lnTo>
                    <a:pt x="855827" y="1976524"/>
                  </a:lnTo>
                  <a:lnTo>
                    <a:pt x="846233" y="1974788"/>
                  </a:lnTo>
                  <a:lnTo>
                    <a:pt x="811340" y="1969513"/>
                  </a:lnTo>
                  <a:lnTo>
                    <a:pt x="779204" y="1964688"/>
                  </a:lnTo>
                  <a:lnTo>
                    <a:pt x="756587" y="1961276"/>
                  </a:lnTo>
                  <a:lnTo>
                    <a:pt x="734053" y="1957918"/>
                  </a:lnTo>
                  <a:lnTo>
                    <a:pt x="704773" y="1953570"/>
                  </a:lnTo>
                  <a:lnTo>
                    <a:pt x="684575" y="1949438"/>
                  </a:lnTo>
                  <a:lnTo>
                    <a:pt x="662812" y="1945559"/>
                  </a:lnTo>
                  <a:lnTo>
                    <a:pt x="634149" y="1940393"/>
                  </a:lnTo>
                  <a:lnTo>
                    <a:pt x="607022" y="1934748"/>
                  </a:lnTo>
                  <a:lnTo>
                    <a:pt x="594429" y="1932571"/>
                  </a:lnTo>
                  <a:lnTo>
                    <a:pt x="569438" y="1928185"/>
                  </a:lnTo>
                  <a:lnTo>
                    <a:pt x="541278" y="1922607"/>
                  </a:lnTo>
                  <a:lnTo>
                    <a:pt x="519215" y="1918370"/>
                  </a:lnTo>
                  <a:lnTo>
                    <a:pt x="477516" y="1909950"/>
                  </a:lnTo>
                  <a:lnTo>
                    <a:pt x="451113" y="1904519"/>
                  </a:lnTo>
                  <a:lnTo>
                    <a:pt x="415885" y="1896816"/>
                  </a:lnTo>
                  <a:lnTo>
                    <a:pt x="415168" y="1896658"/>
                  </a:lnTo>
                  <a:lnTo>
                    <a:pt x="424628" y="1850327"/>
                  </a:lnTo>
                  <a:lnTo>
                    <a:pt x="435464" y="1797872"/>
                  </a:lnTo>
                  <a:lnTo>
                    <a:pt x="440939" y="1771240"/>
                  </a:lnTo>
                  <a:lnTo>
                    <a:pt x="455446" y="1701420"/>
                  </a:lnTo>
                  <a:lnTo>
                    <a:pt x="457706" y="1691140"/>
                  </a:lnTo>
                  <a:lnTo>
                    <a:pt x="461562" y="1673631"/>
                  </a:lnTo>
                  <a:lnTo>
                    <a:pt x="466346" y="1667325"/>
                  </a:lnTo>
                  <a:lnTo>
                    <a:pt x="467542" y="1665746"/>
                  </a:lnTo>
                  <a:lnTo>
                    <a:pt x="471183" y="1655362"/>
                  </a:lnTo>
                  <a:lnTo>
                    <a:pt x="474330" y="1650101"/>
                  </a:lnTo>
                  <a:lnTo>
                    <a:pt x="472287" y="1642513"/>
                  </a:lnTo>
                  <a:lnTo>
                    <a:pt x="480908" y="1635755"/>
                  </a:lnTo>
                  <a:lnTo>
                    <a:pt x="481117" y="1635591"/>
                  </a:lnTo>
                  <a:lnTo>
                    <a:pt x="481168" y="1632388"/>
                  </a:lnTo>
                  <a:lnTo>
                    <a:pt x="476104" y="1629435"/>
                  </a:lnTo>
                  <a:lnTo>
                    <a:pt x="476611" y="1624235"/>
                  </a:lnTo>
                  <a:lnTo>
                    <a:pt x="469083" y="1622421"/>
                  </a:lnTo>
                  <a:lnTo>
                    <a:pt x="464788" y="1616340"/>
                  </a:lnTo>
                  <a:lnTo>
                    <a:pt x="460038" y="1617703"/>
                  </a:lnTo>
                  <a:lnTo>
                    <a:pt x="456772" y="1613228"/>
                  </a:lnTo>
                  <a:lnTo>
                    <a:pt x="457413" y="1612332"/>
                  </a:lnTo>
                  <a:lnTo>
                    <a:pt x="459962" y="1608771"/>
                  </a:lnTo>
                  <a:lnTo>
                    <a:pt x="458649" y="1604454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h79"/>
            <p:cNvSpPr/>
            <p:nvPr/>
          </p:nvSpPr>
          <p:spPr>
            <a:xfrm>
              <a:off x="4359633" y="1985995"/>
              <a:ext cx="859621" cy="1970929"/>
            </a:xfrm>
            <a:custGeom>
              <a:avLst/>
              <a:pathLst>
                <a:path w="859621" h="1970929">
                  <a:moveTo>
                    <a:pt x="457200" y="1600200"/>
                  </a:moveTo>
                  <a:lnTo>
                    <a:pt x="457485" y="1594102"/>
                  </a:lnTo>
                  <a:lnTo>
                    <a:pt x="457609" y="1591437"/>
                  </a:lnTo>
                  <a:lnTo>
                    <a:pt x="459156" y="1584717"/>
                  </a:lnTo>
                  <a:lnTo>
                    <a:pt x="463199" y="1577315"/>
                  </a:lnTo>
                  <a:lnTo>
                    <a:pt x="467316" y="1574278"/>
                  </a:lnTo>
                  <a:lnTo>
                    <a:pt x="466001" y="1567790"/>
                  </a:lnTo>
                  <a:lnTo>
                    <a:pt x="466406" y="1560450"/>
                  </a:lnTo>
                  <a:lnTo>
                    <a:pt x="463609" y="1557735"/>
                  </a:lnTo>
                  <a:lnTo>
                    <a:pt x="464910" y="1551592"/>
                  </a:lnTo>
                  <a:lnTo>
                    <a:pt x="467763" y="1547428"/>
                  </a:lnTo>
                  <a:lnTo>
                    <a:pt x="476061" y="1543435"/>
                  </a:lnTo>
                  <a:lnTo>
                    <a:pt x="481779" y="1542960"/>
                  </a:lnTo>
                  <a:lnTo>
                    <a:pt x="481911" y="1542843"/>
                  </a:lnTo>
                  <a:lnTo>
                    <a:pt x="487523" y="1537903"/>
                  </a:lnTo>
                  <a:lnTo>
                    <a:pt x="487423" y="1534567"/>
                  </a:lnTo>
                  <a:lnTo>
                    <a:pt x="487326" y="1531371"/>
                  </a:lnTo>
                  <a:lnTo>
                    <a:pt x="488872" y="1524381"/>
                  </a:lnTo>
                  <a:lnTo>
                    <a:pt x="488218" y="1519277"/>
                  </a:lnTo>
                  <a:lnTo>
                    <a:pt x="492121" y="1512938"/>
                  </a:lnTo>
                  <a:lnTo>
                    <a:pt x="497074" y="1506917"/>
                  </a:lnTo>
                  <a:lnTo>
                    <a:pt x="499623" y="1501392"/>
                  </a:lnTo>
                  <a:lnTo>
                    <a:pt x="499410" y="1493253"/>
                  </a:lnTo>
                  <a:lnTo>
                    <a:pt x="498134" y="1487063"/>
                  </a:lnTo>
                  <a:lnTo>
                    <a:pt x="498062" y="1486714"/>
                  </a:lnTo>
                  <a:lnTo>
                    <a:pt x="497094" y="1482021"/>
                  </a:lnTo>
                  <a:lnTo>
                    <a:pt x="492640" y="1476070"/>
                  </a:lnTo>
                  <a:lnTo>
                    <a:pt x="488539" y="1476073"/>
                  </a:lnTo>
                  <a:lnTo>
                    <a:pt x="484205" y="1470504"/>
                  </a:lnTo>
                  <a:lnTo>
                    <a:pt x="480704" y="1466431"/>
                  </a:lnTo>
                  <a:lnTo>
                    <a:pt x="483329" y="1455599"/>
                  </a:lnTo>
                  <a:lnTo>
                    <a:pt x="483494" y="1454914"/>
                  </a:lnTo>
                  <a:lnTo>
                    <a:pt x="483712" y="1451206"/>
                  </a:lnTo>
                  <a:lnTo>
                    <a:pt x="486450" y="1444086"/>
                  </a:lnTo>
                  <a:lnTo>
                    <a:pt x="492021" y="1442666"/>
                  </a:lnTo>
                  <a:lnTo>
                    <a:pt x="496032" y="1443122"/>
                  </a:lnTo>
                  <a:lnTo>
                    <a:pt x="500973" y="1439398"/>
                  </a:lnTo>
                  <a:lnTo>
                    <a:pt x="508400" y="1437980"/>
                  </a:lnTo>
                  <a:lnTo>
                    <a:pt x="516244" y="1436859"/>
                  </a:lnTo>
                  <a:lnTo>
                    <a:pt x="523466" y="1432241"/>
                  </a:lnTo>
                  <a:lnTo>
                    <a:pt x="527414" y="1427867"/>
                  </a:lnTo>
                  <a:lnTo>
                    <a:pt x="532724" y="1426851"/>
                  </a:lnTo>
                  <a:lnTo>
                    <a:pt x="537441" y="1425800"/>
                  </a:lnTo>
                  <a:lnTo>
                    <a:pt x="541098" y="1420437"/>
                  </a:lnTo>
                  <a:lnTo>
                    <a:pt x="545631" y="1417811"/>
                  </a:lnTo>
                  <a:lnTo>
                    <a:pt x="547630" y="1415194"/>
                  </a:lnTo>
                  <a:lnTo>
                    <a:pt x="546956" y="1407017"/>
                  </a:lnTo>
                  <a:lnTo>
                    <a:pt x="548556" y="1403032"/>
                  </a:lnTo>
                  <a:lnTo>
                    <a:pt x="548338" y="1398834"/>
                  </a:lnTo>
                  <a:lnTo>
                    <a:pt x="548249" y="1397131"/>
                  </a:lnTo>
                  <a:lnTo>
                    <a:pt x="553419" y="1391804"/>
                  </a:lnTo>
                  <a:lnTo>
                    <a:pt x="553952" y="1391369"/>
                  </a:lnTo>
                  <a:lnTo>
                    <a:pt x="559203" y="1387078"/>
                  </a:lnTo>
                  <a:lnTo>
                    <a:pt x="558662" y="1383048"/>
                  </a:lnTo>
                  <a:lnTo>
                    <a:pt x="559597" y="1378031"/>
                  </a:lnTo>
                  <a:lnTo>
                    <a:pt x="559564" y="1372261"/>
                  </a:lnTo>
                  <a:lnTo>
                    <a:pt x="559558" y="1371216"/>
                  </a:lnTo>
                  <a:lnTo>
                    <a:pt x="560213" y="1363890"/>
                  </a:lnTo>
                  <a:lnTo>
                    <a:pt x="557930" y="1359517"/>
                  </a:lnTo>
                  <a:lnTo>
                    <a:pt x="557479" y="1358654"/>
                  </a:lnTo>
                  <a:lnTo>
                    <a:pt x="556733" y="1350475"/>
                  </a:lnTo>
                  <a:lnTo>
                    <a:pt x="551887" y="1345702"/>
                  </a:lnTo>
                  <a:lnTo>
                    <a:pt x="545891" y="1343239"/>
                  </a:lnTo>
                  <a:lnTo>
                    <a:pt x="541409" y="1341365"/>
                  </a:lnTo>
                  <a:lnTo>
                    <a:pt x="539171" y="1340428"/>
                  </a:lnTo>
                  <a:lnTo>
                    <a:pt x="532957" y="1336655"/>
                  </a:lnTo>
                  <a:lnTo>
                    <a:pt x="529648" y="1332166"/>
                  </a:lnTo>
                  <a:lnTo>
                    <a:pt x="530312" y="1326861"/>
                  </a:lnTo>
                  <a:lnTo>
                    <a:pt x="527128" y="1322587"/>
                  </a:lnTo>
                  <a:lnTo>
                    <a:pt x="523319" y="1319957"/>
                  </a:lnTo>
                  <a:lnTo>
                    <a:pt x="519998" y="1317661"/>
                  </a:lnTo>
                  <a:lnTo>
                    <a:pt x="515155" y="1313749"/>
                  </a:lnTo>
                  <a:lnTo>
                    <a:pt x="512743" y="1312932"/>
                  </a:lnTo>
                  <a:lnTo>
                    <a:pt x="507283" y="1310504"/>
                  </a:lnTo>
                  <a:lnTo>
                    <a:pt x="507129" y="1305940"/>
                  </a:lnTo>
                  <a:lnTo>
                    <a:pt x="525851" y="1303929"/>
                  </a:lnTo>
                  <a:lnTo>
                    <a:pt x="526816" y="1303812"/>
                  </a:lnTo>
                  <a:lnTo>
                    <a:pt x="545264" y="1301542"/>
                  </a:lnTo>
                  <a:lnTo>
                    <a:pt x="572233" y="1298496"/>
                  </a:lnTo>
                  <a:lnTo>
                    <a:pt x="580312" y="1297600"/>
                  </a:lnTo>
                  <a:lnTo>
                    <a:pt x="611609" y="1294045"/>
                  </a:lnTo>
                  <a:lnTo>
                    <a:pt x="619951" y="1293095"/>
                  </a:lnTo>
                  <a:lnTo>
                    <a:pt x="623187" y="1292724"/>
                  </a:lnTo>
                  <a:lnTo>
                    <a:pt x="650290" y="1289560"/>
                  </a:lnTo>
                  <a:lnTo>
                    <a:pt x="652519" y="1289295"/>
                  </a:lnTo>
                  <a:lnTo>
                    <a:pt x="661821" y="1288135"/>
                  </a:lnTo>
                  <a:lnTo>
                    <a:pt x="676681" y="1286257"/>
                  </a:lnTo>
                  <a:lnTo>
                    <a:pt x="682959" y="1285455"/>
                  </a:lnTo>
                  <a:lnTo>
                    <a:pt x="701088" y="1282744"/>
                  </a:lnTo>
                  <a:lnTo>
                    <a:pt x="704280" y="1282274"/>
                  </a:lnTo>
                  <a:lnTo>
                    <a:pt x="719377" y="1280035"/>
                  </a:lnTo>
                  <a:lnTo>
                    <a:pt x="727315" y="1278846"/>
                  </a:lnTo>
                  <a:lnTo>
                    <a:pt x="728902" y="1278636"/>
                  </a:lnTo>
                  <a:lnTo>
                    <a:pt x="765041" y="1273762"/>
                  </a:lnTo>
                  <a:lnTo>
                    <a:pt x="766066" y="1282590"/>
                  </a:lnTo>
                  <a:lnTo>
                    <a:pt x="765547" y="1290105"/>
                  </a:lnTo>
                  <a:lnTo>
                    <a:pt x="765366" y="1297698"/>
                  </a:lnTo>
                  <a:lnTo>
                    <a:pt x="765560" y="1298141"/>
                  </a:lnTo>
                  <a:lnTo>
                    <a:pt x="770115" y="1308564"/>
                  </a:lnTo>
                  <a:lnTo>
                    <a:pt x="770196" y="1308749"/>
                  </a:lnTo>
                  <a:lnTo>
                    <a:pt x="774908" y="1315064"/>
                  </a:lnTo>
                  <a:lnTo>
                    <a:pt x="776973" y="1317813"/>
                  </a:lnTo>
                  <a:lnTo>
                    <a:pt x="782396" y="1322646"/>
                  </a:lnTo>
                  <a:lnTo>
                    <a:pt x="782544" y="1322777"/>
                  </a:lnTo>
                  <a:lnTo>
                    <a:pt x="783284" y="1323436"/>
                  </a:lnTo>
                  <a:lnTo>
                    <a:pt x="785346" y="1328993"/>
                  </a:lnTo>
                  <a:lnTo>
                    <a:pt x="789132" y="1337786"/>
                  </a:lnTo>
                  <a:lnTo>
                    <a:pt x="791708" y="1343762"/>
                  </a:lnTo>
                  <a:lnTo>
                    <a:pt x="792488" y="1344486"/>
                  </a:lnTo>
                  <a:lnTo>
                    <a:pt x="792979" y="1344942"/>
                  </a:lnTo>
                  <a:lnTo>
                    <a:pt x="793025" y="1346050"/>
                  </a:lnTo>
                  <a:lnTo>
                    <a:pt x="793022" y="1347758"/>
                  </a:lnTo>
                  <a:lnTo>
                    <a:pt x="793792" y="1349925"/>
                  </a:lnTo>
                  <a:lnTo>
                    <a:pt x="794113" y="1350830"/>
                  </a:lnTo>
                  <a:lnTo>
                    <a:pt x="796220" y="1354072"/>
                  </a:lnTo>
                  <a:lnTo>
                    <a:pt x="800014" y="1359907"/>
                  </a:lnTo>
                  <a:lnTo>
                    <a:pt x="803072" y="1361681"/>
                  </a:lnTo>
                  <a:lnTo>
                    <a:pt x="803815" y="1363736"/>
                  </a:lnTo>
                  <a:lnTo>
                    <a:pt x="804119" y="1364575"/>
                  </a:lnTo>
                  <a:lnTo>
                    <a:pt x="804414" y="1366503"/>
                  </a:lnTo>
                  <a:lnTo>
                    <a:pt x="807591" y="1388522"/>
                  </a:lnTo>
                  <a:lnTo>
                    <a:pt x="808631" y="1395854"/>
                  </a:lnTo>
                  <a:lnTo>
                    <a:pt x="811638" y="1417095"/>
                  </a:lnTo>
                  <a:lnTo>
                    <a:pt x="814044" y="1433353"/>
                  </a:lnTo>
                  <a:lnTo>
                    <a:pt x="816615" y="1450756"/>
                  </a:lnTo>
                  <a:lnTo>
                    <a:pt x="816882" y="1452542"/>
                  </a:lnTo>
                  <a:lnTo>
                    <a:pt x="818998" y="1466675"/>
                  </a:lnTo>
                  <a:lnTo>
                    <a:pt x="821850" y="1486230"/>
                  </a:lnTo>
                  <a:lnTo>
                    <a:pt x="825462" y="1511057"/>
                  </a:lnTo>
                  <a:lnTo>
                    <a:pt x="826201" y="1516509"/>
                  </a:lnTo>
                  <a:lnTo>
                    <a:pt x="826441" y="1518279"/>
                  </a:lnTo>
                  <a:lnTo>
                    <a:pt x="830216" y="1546193"/>
                  </a:lnTo>
                  <a:lnTo>
                    <a:pt x="831961" y="1558853"/>
                  </a:lnTo>
                  <a:lnTo>
                    <a:pt x="833475" y="1569859"/>
                  </a:lnTo>
                  <a:lnTo>
                    <a:pt x="834276" y="1575682"/>
                  </a:lnTo>
                  <a:lnTo>
                    <a:pt x="836552" y="1591527"/>
                  </a:lnTo>
                  <a:lnTo>
                    <a:pt x="840405" y="1618405"/>
                  </a:lnTo>
                  <a:lnTo>
                    <a:pt x="841455" y="1625492"/>
                  </a:lnTo>
                  <a:lnTo>
                    <a:pt x="843829" y="1641521"/>
                  </a:lnTo>
                  <a:lnTo>
                    <a:pt x="843970" y="1642473"/>
                  </a:lnTo>
                  <a:lnTo>
                    <a:pt x="846115" y="1657441"/>
                  </a:lnTo>
                  <a:lnTo>
                    <a:pt x="841819" y="1659042"/>
                  </a:lnTo>
                  <a:lnTo>
                    <a:pt x="840207" y="1662739"/>
                  </a:lnTo>
                  <a:lnTo>
                    <a:pt x="841683" y="1669252"/>
                  </a:lnTo>
                  <a:lnTo>
                    <a:pt x="842012" y="1670704"/>
                  </a:lnTo>
                  <a:lnTo>
                    <a:pt x="844214" y="1674943"/>
                  </a:lnTo>
                  <a:lnTo>
                    <a:pt x="838961" y="1681323"/>
                  </a:lnTo>
                  <a:lnTo>
                    <a:pt x="839313" y="1682391"/>
                  </a:lnTo>
                  <a:lnTo>
                    <a:pt x="841528" y="1689105"/>
                  </a:lnTo>
                  <a:lnTo>
                    <a:pt x="847335" y="1693831"/>
                  </a:lnTo>
                  <a:lnTo>
                    <a:pt x="847688" y="1700784"/>
                  </a:lnTo>
                  <a:lnTo>
                    <a:pt x="852942" y="1703724"/>
                  </a:lnTo>
                  <a:lnTo>
                    <a:pt x="854247" y="1711610"/>
                  </a:lnTo>
                  <a:lnTo>
                    <a:pt x="854175" y="1711841"/>
                  </a:lnTo>
                  <a:lnTo>
                    <a:pt x="852925" y="1715847"/>
                  </a:lnTo>
                  <a:lnTo>
                    <a:pt x="854488" y="1718520"/>
                  </a:lnTo>
                  <a:lnTo>
                    <a:pt x="856240" y="1721515"/>
                  </a:lnTo>
                  <a:lnTo>
                    <a:pt x="859621" y="1729660"/>
                  </a:lnTo>
                  <a:lnTo>
                    <a:pt x="856564" y="1740210"/>
                  </a:lnTo>
                  <a:lnTo>
                    <a:pt x="850079" y="1745985"/>
                  </a:lnTo>
                  <a:lnTo>
                    <a:pt x="849271" y="1752519"/>
                  </a:lnTo>
                  <a:lnTo>
                    <a:pt x="848632" y="1755367"/>
                  </a:lnTo>
                  <a:lnTo>
                    <a:pt x="847886" y="1758691"/>
                  </a:lnTo>
                  <a:lnTo>
                    <a:pt x="849020" y="1762192"/>
                  </a:lnTo>
                  <a:lnTo>
                    <a:pt x="843818" y="1766998"/>
                  </a:lnTo>
                  <a:lnTo>
                    <a:pt x="841982" y="1772843"/>
                  </a:lnTo>
                  <a:lnTo>
                    <a:pt x="841300" y="1775047"/>
                  </a:lnTo>
                  <a:lnTo>
                    <a:pt x="839340" y="1781375"/>
                  </a:lnTo>
                  <a:lnTo>
                    <a:pt x="835415" y="1789951"/>
                  </a:lnTo>
                  <a:lnTo>
                    <a:pt x="828685" y="1795800"/>
                  </a:lnTo>
                  <a:lnTo>
                    <a:pt x="823379" y="1800496"/>
                  </a:lnTo>
                  <a:lnTo>
                    <a:pt x="823379" y="1801390"/>
                  </a:lnTo>
                  <a:lnTo>
                    <a:pt x="823381" y="1805467"/>
                  </a:lnTo>
                  <a:lnTo>
                    <a:pt x="828821" y="1810439"/>
                  </a:lnTo>
                  <a:lnTo>
                    <a:pt x="826333" y="1817324"/>
                  </a:lnTo>
                  <a:lnTo>
                    <a:pt x="824507" y="1823176"/>
                  </a:lnTo>
                  <a:lnTo>
                    <a:pt x="820845" y="1826834"/>
                  </a:lnTo>
                  <a:lnTo>
                    <a:pt x="823406" y="1835149"/>
                  </a:lnTo>
                  <a:lnTo>
                    <a:pt x="822185" y="1844095"/>
                  </a:lnTo>
                  <a:lnTo>
                    <a:pt x="820795" y="1847447"/>
                  </a:lnTo>
                  <a:lnTo>
                    <a:pt x="820205" y="1848868"/>
                  </a:lnTo>
                  <a:lnTo>
                    <a:pt x="824965" y="1855318"/>
                  </a:lnTo>
                  <a:lnTo>
                    <a:pt x="822835" y="1862737"/>
                  </a:lnTo>
                  <a:lnTo>
                    <a:pt x="816507" y="1869358"/>
                  </a:lnTo>
                  <a:lnTo>
                    <a:pt x="814510" y="1875020"/>
                  </a:lnTo>
                  <a:lnTo>
                    <a:pt x="818496" y="1884375"/>
                  </a:lnTo>
                  <a:lnTo>
                    <a:pt x="818613" y="1884649"/>
                  </a:lnTo>
                  <a:lnTo>
                    <a:pt x="825127" y="1889256"/>
                  </a:lnTo>
                  <a:lnTo>
                    <a:pt x="826117" y="1892215"/>
                  </a:lnTo>
                  <a:lnTo>
                    <a:pt x="826771" y="1894167"/>
                  </a:lnTo>
                  <a:lnTo>
                    <a:pt x="817864" y="1898070"/>
                  </a:lnTo>
                  <a:lnTo>
                    <a:pt x="805930" y="1901567"/>
                  </a:lnTo>
                  <a:lnTo>
                    <a:pt x="799192" y="1908506"/>
                  </a:lnTo>
                  <a:lnTo>
                    <a:pt x="793294" y="1907272"/>
                  </a:lnTo>
                  <a:lnTo>
                    <a:pt x="793043" y="1907219"/>
                  </a:lnTo>
                  <a:lnTo>
                    <a:pt x="788763" y="1910506"/>
                  </a:lnTo>
                  <a:lnTo>
                    <a:pt x="787667" y="1918305"/>
                  </a:lnTo>
                  <a:lnTo>
                    <a:pt x="785723" y="1924678"/>
                  </a:lnTo>
                  <a:lnTo>
                    <a:pt x="791045" y="1932820"/>
                  </a:lnTo>
                  <a:lnTo>
                    <a:pt x="796766" y="1940838"/>
                  </a:lnTo>
                  <a:lnTo>
                    <a:pt x="795633" y="1947431"/>
                  </a:lnTo>
                  <a:lnTo>
                    <a:pt x="793017" y="1951605"/>
                  </a:lnTo>
                  <a:lnTo>
                    <a:pt x="792265" y="1951727"/>
                  </a:lnTo>
                  <a:lnTo>
                    <a:pt x="791611" y="1951834"/>
                  </a:lnTo>
                  <a:lnTo>
                    <a:pt x="787586" y="1952486"/>
                  </a:lnTo>
                  <a:lnTo>
                    <a:pt x="784426" y="1950813"/>
                  </a:lnTo>
                  <a:lnTo>
                    <a:pt x="779028" y="1947951"/>
                  </a:lnTo>
                  <a:lnTo>
                    <a:pt x="770481" y="1945556"/>
                  </a:lnTo>
                  <a:lnTo>
                    <a:pt x="764471" y="1944674"/>
                  </a:lnTo>
                  <a:lnTo>
                    <a:pt x="755782" y="1940607"/>
                  </a:lnTo>
                  <a:lnTo>
                    <a:pt x="746217" y="1938144"/>
                  </a:lnTo>
                  <a:lnTo>
                    <a:pt x="745820" y="1938042"/>
                  </a:lnTo>
                  <a:lnTo>
                    <a:pt x="745648" y="1938075"/>
                  </a:lnTo>
                  <a:lnTo>
                    <a:pt x="739077" y="1939337"/>
                  </a:lnTo>
                  <a:lnTo>
                    <a:pt x="734012" y="1944471"/>
                  </a:lnTo>
                  <a:lnTo>
                    <a:pt x="730700" y="1950896"/>
                  </a:lnTo>
                  <a:lnTo>
                    <a:pt x="724907" y="1960015"/>
                  </a:lnTo>
                  <a:lnTo>
                    <a:pt x="725082" y="1960256"/>
                  </a:lnTo>
                  <a:lnTo>
                    <a:pt x="729599" y="1966456"/>
                  </a:lnTo>
                  <a:lnTo>
                    <a:pt x="729737" y="1970929"/>
                  </a:lnTo>
                  <a:lnTo>
                    <a:pt x="723504" y="1970775"/>
                  </a:lnTo>
                  <a:lnTo>
                    <a:pt x="716964" y="1968400"/>
                  </a:lnTo>
                  <a:lnTo>
                    <a:pt x="711791" y="1967382"/>
                  </a:lnTo>
                  <a:lnTo>
                    <a:pt x="706540" y="1966345"/>
                  </a:lnTo>
                  <a:lnTo>
                    <a:pt x="703225" y="1959173"/>
                  </a:lnTo>
                  <a:lnTo>
                    <a:pt x="694922" y="1949604"/>
                  </a:lnTo>
                  <a:lnTo>
                    <a:pt x="692563" y="1941735"/>
                  </a:lnTo>
                  <a:lnTo>
                    <a:pt x="691239" y="1940952"/>
                  </a:lnTo>
                  <a:lnTo>
                    <a:pt x="687585" y="1938788"/>
                  </a:lnTo>
                  <a:lnTo>
                    <a:pt x="689113" y="1933227"/>
                  </a:lnTo>
                  <a:lnTo>
                    <a:pt x="691005" y="1931773"/>
                  </a:lnTo>
                  <a:lnTo>
                    <a:pt x="695225" y="1928525"/>
                  </a:lnTo>
                  <a:lnTo>
                    <a:pt x="694699" y="1922166"/>
                  </a:lnTo>
                  <a:lnTo>
                    <a:pt x="689409" y="1915450"/>
                  </a:lnTo>
                  <a:lnTo>
                    <a:pt x="684461" y="1908145"/>
                  </a:lnTo>
                  <a:lnTo>
                    <a:pt x="685077" y="1904425"/>
                  </a:lnTo>
                  <a:lnTo>
                    <a:pt x="685312" y="1903006"/>
                  </a:lnTo>
                  <a:lnTo>
                    <a:pt x="685526" y="1901710"/>
                  </a:lnTo>
                  <a:lnTo>
                    <a:pt x="683652" y="1896320"/>
                  </a:lnTo>
                  <a:lnTo>
                    <a:pt x="681115" y="1887696"/>
                  </a:lnTo>
                  <a:lnTo>
                    <a:pt x="673959" y="1885201"/>
                  </a:lnTo>
                  <a:lnTo>
                    <a:pt x="665963" y="1881705"/>
                  </a:lnTo>
                  <a:lnTo>
                    <a:pt x="663559" y="1877379"/>
                  </a:lnTo>
                  <a:lnTo>
                    <a:pt x="662395" y="1875281"/>
                  </a:lnTo>
                  <a:lnTo>
                    <a:pt x="653488" y="1871281"/>
                  </a:lnTo>
                  <a:lnTo>
                    <a:pt x="646078" y="1866071"/>
                  </a:lnTo>
                  <a:lnTo>
                    <a:pt x="639521" y="1871039"/>
                  </a:lnTo>
                  <a:lnTo>
                    <a:pt x="638424" y="1869993"/>
                  </a:lnTo>
                  <a:lnTo>
                    <a:pt x="633874" y="1865648"/>
                  </a:lnTo>
                  <a:lnTo>
                    <a:pt x="635093" y="1859565"/>
                  </a:lnTo>
                  <a:lnTo>
                    <a:pt x="629845" y="1859757"/>
                  </a:lnTo>
                  <a:lnTo>
                    <a:pt x="622158" y="1855017"/>
                  </a:lnTo>
                  <a:lnTo>
                    <a:pt x="617296" y="1851200"/>
                  </a:lnTo>
                  <a:lnTo>
                    <a:pt x="609224" y="1847554"/>
                  </a:lnTo>
                  <a:lnTo>
                    <a:pt x="607689" y="1846860"/>
                  </a:lnTo>
                  <a:lnTo>
                    <a:pt x="603930" y="1843123"/>
                  </a:lnTo>
                  <a:lnTo>
                    <a:pt x="596445" y="1837267"/>
                  </a:lnTo>
                  <a:lnTo>
                    <a:pt x="591675" y="1830973"/>
                  </a:lnTo>
                  <a:lnTo>
                    <a:pt x="589673" y="1820323"/>
                  </a:lnTo>
                  <a:lnTo>
                    <a:pt x="591148" y="1813365"/>
                  </a:lnTo>
                  <a:lnTo>
                    <a:pt x="591939" y="1812086"/>
                  </a:lnTo>
                  <a:lnTo>
                    <a:pt x="596218" y="1805160"/>
                  </a:lnTo>
                  <a:lnTo>
                    <a:pt x="597126" y="1797846"/>
                  </a:lnTo>
                  <a:lnTo>
                    <a:pt x="597810" y="1794987"/>
                  </a:lnTo>
                  <a:lnTo>
                    <a:pt x="598198" y="1793364"/>
                  </a:lnTo>
                  <a:lnTo>
                    <a:pt x="598625" y="1791576"/>
                  </a:lnTo>
                  <a:lnTo>
                    <a:pt x="603922" y="1782590"/>
                  </a:lnTo>
                  <a:lnTo>
                    <a:pt x="603560" y="1776569"/>
                  </a:lnTo>
                  <a:lnTo>
                    <a:pt x="601845" y="1773325"/>
                  </a:lnTo>
                  <a:lnTo>
                    <a:pt x="599900" y="1768737"/>
                  </a:lnTo>
                  <a:lnTo>
                    <a:pt x="603444" y="1762484"/>
                  </a:lnTo>
                  <a:lnTo>
                    <a:pt x="607668" y="1757837"/>
                  </a:lnTo>
                  <a:lnTo>
                    <a:pt x="607484" y="1752406"/>
                  </a:lnTo>
                  <a:lnTo>
                    <a:pt x="599436" y="1748237"/>
                  </a:lnTo>
                  <a:lnTo>
                    <a:pt x="595395" y="1746140"/>
                  </a:lnTo>
                  <a:lnTo>
                    <a:pt x="590850" y="1745617"/>
                  </a:lnTo>
                  <a:lnTo>
                    <a:pt x="588659" y="1745365"/>
                  </a:lnTo>
                  <a:lnTo>
                    <a:pt x="578841" y="1741927"/>
                  </a:lnTo>
                  <a:lnTo>
                    <a:pt x="573529" y="1742372"/>
                  </a:lnTo>
                  <a:lnTo>
                    <a:pt x="571910" y="1742508"/>
                  </a:lnTo>
                  <a:lnTo>
                    <a:pt x="569495" y="1749217"/>
                  </a:lnTo>
                  <a:lnTo>
                    <a:pt x="564683" y="1754725"/>
                  </a:lnTo>
                  <a:lnTo>
                    <a:pt x="560815" y="1754632"/>
                  </a:lnTo>
                  <a:lnTo>
                    <a:pt x="554270" y="1749718"/>
                  </a:lnTo>
                  <a:lnTo>
                    <a:pt x="553664" y="1747982"/>
                  </a:lnTo>
                  <a:lnTo>
                    <a:pt x="551592" y="1742038"/>
                  </a:lnTo>
                  <a:lnTo>
                    <a:pt x="547104" y="1733803"/>
                  </a:lnTo>
                  <a:lnTo>
                    <a:pt x="549611" y="1727691"/>
                  </a:lnTo>
                  <a:lnTo>
                    <a:pt x="546381" y="1721767"/>
                  </a:lnTo>
                  <a:lnTo>
                    <a:pt x="543948" y="1712880"/>
                  </a:lnTo>
                  <a:lnTo>
                    <a:pt x="542892" y="1709022"/>
                  </a:lnTo>
                  <a:lnTo>
                    <a:pt x="531265" y="1699746"/>
                  </a:lnTo>
                  <a:lnTo>
                    <a:pt x="521415" y="1693451"/>
                  </a:lnTo>
                  <a:lnTo>
                    <a:pt x="521195" y="1693309"/>
                  </a:lnTo>
                  <a:lnTo>
                    <a:pt x="510965" y="1688471"/>
                  </a:lnTo>
                  <a:lnTo>
                    <a:pt x="507895" y="1683027"/>
                  </a:lnTo>
                  <a:lnTo>
                    <a:pt x="503906" y="1677951"/>
                  </a:lnTo>
                  <a:lnTo>
                    <a:pt x="499247" y="1677564"/>
                  </a:lnTo>
                  <a:lnTo>
                    <a:pt x="496195" y="1672119"/>
                  </a:lnTo>
                  <a:lnTo>
                    <a:pt x="495294" y="1671433"/>
                  </a:lnTo>
                  <a:lnTo>
                    <a:pt x="485578" y="1664025"/>
                  </a:lnTo>
                  <a:lnTo>
                    <a:pt x="482507" y="1661793"/>
                  </a:lnTo>
                  <a:lnTo>
                    <a:pt x="476086" y="1657117"/>
                  </a:lnTo>
                  <a:lnTo>
                    <a:pt x="476019" y="1653413"/>
                  </a:lnTo>
                  <a:lnTo>
                    <a:pt x="475953" y="1649817"/>
                  </a:lnTo>
                  <a:lnTo>
                    <a:pt x="472096" y="1646024"/>
                  </a:lnTo>
                  <a:lnTo>
                    <a:pt x="468172" y="1643385"/>
                  </a:lnTo>
                  <a:lnTo>
                    <a:pt x="468084" y="1635618"/>
                  </a:lnTo>
                  <a:lnTo>
                    <a:pt x="466877" y="1631055"/>
                  </a:lnTo>
                  <a:lnTo>
                    <a:pt x="466839" y="1630913"/>
                  </a:lnTo>
                  <a:lnTo>
                    <a:pt x="461501" y="1622353"/>
                  </a:lnTo>
                  <a:lnTo>
                    <a:pt x="459497" y="1615197"/>
                  </a:lnTo>
                  <a:lnTo>
                    <a:pt x="457024" y="1603931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h80"/>
            <p:cNvSpPr/>
            <p:nvPr/>
          </p:nvSpPr>
          <p:spPr>
            <a:xfrm>
              <a:off x="4723228" y="2233242"/>
              <a:ext cx="752080" cy="1609397"/>
            </a:xfrm>
            <a:custGeom>
              <a:avLst/>
              <a:pathLst>
                <a:path w="752080" h="1609397">
                  <a:moveTo>
                    <a:pt x="457200" y="1600200"/>
                  </a:moveTo>
                  <a:lnTo>
                    <a:pt x="458590" y="1596848"/>
                  </a:lnTo>
                  <a:lnTo>
                    <a:pt x="459811" y="1587902"/>
                  </a:lnTo>
                  <a:lnTo>
                    <a:pt x="457250" y="1579587"/>
                  </a:lnTo>
                  <a:lnTo>
                    <a:pt x="460912" y="1575929"/>
                  </a:lnTo>
                  <a:lnTo>
                    <a:pt x="462738" y="1570077"/>
                  </a:lnTo>
                  <a:lnTo>
                    <a:pt x="465226" y="1563192"/>
                  </a:lnTo>
                  <a:lnTo>
                    <a:pt x="459785" y="1558220"/>
                  </a:lnTo>
                  <a:lnTo>
                    <a:pt x="459784" y="1554143"/>
                  </a:lnTo>
                  <a:lnTo>
                    <a:pt x="459784" y="1553249"/>
                  </a:lnTo>
                  <a:lnTo>
                    <a:pt x="465090" y="1548553"/>
                  </a:lnTo>
                  <a:lnTo>
                    <a:pt x="471819" y="1542704"/>
                  </a:lnTo>
                  <a:lnTo>
                    <a:pt x="475745" y="1534128"/>
                  </a:lnTo>
                  <a:lnTo>
                    <a:pt x="477705" y="1527800"/>
                  </a:lnTo>
                  <a:lnTo>
                    <a:pt x="478387" y="1525596"/>
                  </a:lnTo>
                  <a:lnTo>
                    <a:pt x="480222" y="1519751"/>
                  </a:lnTo>
                  <a:lnTo>
                    <a:pt x="485425" y="1514945"/>
                  </a:lnTo>
                  <a:lnTo>
                    <a:pt x="484290" y="1511444"/>
                  </a:lnTo>
                  <a:lnTo>
                    <a:pt x="485037" y="1508120"/>
                  </a:lnTo>
                  <a:lnTo>
                    <a:pt x="485676" y="1505272"/>
                  </a:lnTo>
                  <a:lnTo>
                    <a:pt x="486484" y="1498738"/>
                  </a:lnTo>
                  <a:lnTo>
                    <a:pt x="492969" y="1492963"/>
                  </a:lnTo>
                  <a:lnTo>
                    <a:pt x="496026" y="1482413"/>
                  </a:lnTo>
                  <a:lnTo>
                    <a:pt x="492644" y="1474268"/>
                  </a:lnTo>
                  <a:lnTo>
                    <a:pt x="490892" y="1471273"/>
                  </a:lnTo>
                  <a:lnTo>
                    <a:pt x="489330" y="1468600"/>
                  </a:lnTo>
                  <a:lnTo>
                    <a:pt x="490579" y="1464593"/>
                  </a:lnTo>
                  <a:lnTo>
                    <a:pt x="490651" y="1464363"/>
                  </a:lnTo>
                  <a:lnTo>
                    <a:pt x="489347" y="1456477"/>
                  </a:lnTo>
                  <a:lnTo>
                    <a:pt x="484093" y="1453537"/>
                  </a:lnTo>
                  <a:lnTo>
                    <a:pt x="483740" y="1446584"/>
                  </a:lnTo>
                  <a:lnTo>
                    <a:pt x="477932" y="1441858"/>
                  </a:lnTo>
                  <a:lnTo>
                    <a:pt x="475718" y="1435144"/>
                  </a:lnTo>
                  <a:lnTo>
                    <a:pt x="475365" y="1434076"/>
                  </a:lnTo>
                  <a:lnTo>
                    <a:pt x="480618" y="1427696"/>
                  </a:lnTo>
                  <a:lnTo>
                    <a:pt x="478416" y="1423457"/>
                  </a:lnTo>
                  <a:lnTo>
                    <a:pt x="478087" y="1422005"/>
                  </a:lnTo>
                  <a:lnTo>
                    <a:pt x="476611" y="1415492"/>
                  </a:lnTo>
                  <a:lnTo>
                    <a:pt x="478223" y="1411795"/>
                  </a:lnTo>
                  <a:lnTo>
                    <a:pt x="482520" y="1410194"/>
                  </a:lnTo>
                  <a:lnTo>
                    <a:pt x="480375" y="1395226"/>
                  </a:lnTo>
                  <a:lnTo>
                    <a:pt x="480234" y="1394274"/>
                  </a:lnTo>
                  <a:lnTo>
                    <a:pt x="477860" y="1378245"/>
                  </a:lnTo>
                  <a:lnTo>
                    <a:pt x="476809" y="1371158"/>
                  </a:lnTo>
                  <a:lnTo>
                    <a:pt x="472957" y="1344280"/>
                  </a:lnTo>
                  <a:lnTo>
                    <a:pt x="470680" y="1328435"/>
                  </a:lnTo>
                  <a:lnTo>
                    <a:pt x="469880" y="1322612"/>
                  </a:lnTo>
                  <a:lnTo>
                    <a:pt x="468366" y="1311606"/>
                  </a:lnTo>
                  <a:lnTo>
                    <a:pt x="466621" y="1298946"/>
                  </a:lnTo>
                  <a:lnTo>
                    <a:pt x="462846" y="1271032"/>
                  </a:lnTo>
                  <a:lnTo>
                    <a:pt x="462606" y="1269262"/>
                  </a:lnTo>
                  <a:lnTo>
                    <a:pt x="461866" y="1263810"/>
                  </a:lnTo>
                  <a:lnTo>
                    <a:pt x="458255" y="1238983"/>
                  </a:lnTo>
                  <a:lnTo>
                    <a:pt x="455403" y="1219428"/>
                  </a:lnTo>
                  <a:lnTo>
                    <a:pt x="453287" y="1205295"/>
                  </a:lnTo>
                  <a:lnTo>
                    <a:pt x="453019" y="1203509"/>
                  </a:lnTo>
                  <a:lnTo>
                    <a:pt x="450449" y="1186106"/>
                  </a:lnTo>
                  <a:lnTo>
                    <a:pt x="448041" y="1169833"/>
                  </a:lnTo>
                  <a:lnTo>
                    <a:pt x="445036" y="1148607"/>
                  </a:lnTo>
                  <a:lnTo>
                    <a:pt x="443995" y="1141275"/>
                  </a:lnTo>
                  <a:lnTo>
                    <a:pt x="440818" y="1119256"/>
                  </a:lnTo>
                  <a:lnTo>
                    <a:pt x="446345" y="1122879"/>
                  </a:lnTo>
                  <a:lnTo>
                    <a:pt x="451089" y="1120210"/>
                  </a:lnTo>
                  <a:lnTo>
                    <a:pt x="456782" y="1126719"/>
                  </a:lnTo>
                  <a:lnTo>
                    <a:pt x="466465" y="1126365"/>
                  </a:lnTo>
                  <a:lnTo>
                    <a:pt x="469851" y="1124754"/>
                  </a:lnTo>
                  <a:lnTo>
                    <a:pt x="478322" y="1120715"/>
                  </a:lnTo>
                  <a:lnTo>
                    <a:pt x="486818" y="1116288"/>
                  </a:lnTo>
                  <a:lnTo>
                    <a:pt x="494705" y="1109742"/>
                  </a:lnTo>
                  <a:lnTo>
                    <a:pt x="496671" y="1108107"/>
                  </a:lnTo>
                  <a:lnTo>
                    <a:pt x="503726" y="1102761"/>
                  </a:lnTo>
                  <a:lnTo>
                    <a:pt x="515151" y="1100942"/>
                  </a:lnTo>
                  <a:lnTo>
                    <a:pt x="520594" y="1100070"/>
                  </a:lnTo>
                  <a:lnTo>
                    <a:pt x="531159" y="1098332"/>
                  </a:lnTo>
                  <a:lnTo>
                    <a:pt x="533206" y="1097993"/>
                  </a:lnTo>
                  <a:lnTo>
                    <a:pt x="558325" y="1093704"/>
                  </a:lnTo>
                  <a:lnTo>
                    <a:pt x="573226" y="1091197"/>
                  </a:lnTo>
                  <a:lnTo>
                    <a:pt x="597931" y="1086974"/>
                  </a:lnTo>
                  <a:lnTo>
                    <a:pt x="609900" y="1084837"/>
                  </a:lnTo>
                  <a:lnTo>
                    <a:pt x="643312" y="1078764"/>
                  </a:lnTo>
                  <a:lnTo>
                    <a:pt x="648703" y="1077769"/>
                  </a:lnTo>
                  <a:lnTo>
                    <a:pt x="651979" y="1077165"/>
                  </a:lnTo>
                  <a:lnTo>
                    <a:pt x="685722" y="1070855"/>
                  </a:lnTo>
                  <a:lnTo>
                    <a:pt x="687468" y="1070524"/>
                  </a:lnTo>
                  <a:lnTo>
                    <a:pt x="688876" y="1078398"/>
                  </a:lnTo>
                  <a:lnTo>
                    <a:pt x="692664" y="1098746"/>
                  </a:lnTo>
                  <a:lnTo>
                    <a:pt x="695035" y="1111509"/>
                  </a:lnTo>
                  <a:lnTo>
                    <a:pt x="695439" y="1113687"/>
                  </a:lnTo>
                  <a:lnTo>
                    <a:pt x="698518" y="1130538"/>
                  </a:lnTo>
                  <a:lnTo>
                    <a:pt x="698929" y="1132792"/>
                  </a:lnTo>
                  <a:lnTo>
                    <a:pt x="701863" y="1148881"/>
                  </a:lnTo>
                  <a:lnTo>
                    <a:pt x="704807" y="1165081"/>
                  </a:lnTo>
                  <a:lnTo>
                    <a:pt x="706295" y="1173278"/>
                  </a:lnTo>
                  <a:lnTo>
                    <a:pt x="710617" y="1197132"/>
                  </a:lnTo>
                  <a:lnTo>
                    <a:pt x="714007" y="1216276"/>
                  </a:lnTo>
                  <a:lnTo>
                    <a:pt x="715535" y="1224920"/>
                  </a:lnTo>
                  <a:lnTo>
                    <a:pt x="718645" y="1243242"/>
                  </a:lnTo>
                  <a:lnTo>
                    <a:pt x="719502" y="1248493"/>
                  </a:lnTo>
                  <a:lnTo>
                    <a:pt x="722107" y="1264482"/>
                  </a:lnTo>
                  <a:lnTo>
                    <a:pt x="723567" y="1273461"/>
                  </a:lnTo>
                  <a:lnTo>
                    <a:pt x="725650" y="1286024"/>
                  </a:lnTo>
                  <a:lnTo>
                    <a:pt x="727445" y="1296867"/>
                  </a:lnTo>
                  <a:lnTo>
                    <a:pt x="731312" y="1320280"/>
                  </a:lnTo>
                  <a:lnTo>
                    <a:pt x="734592" y="1339803"/>
                  </a:lnTo>
                  <a:lnTo>
                    <a:pt x="735536" y="1345427"/>
                  </a:lnTo>
                  <a:lnTo>
                    <a:pt x="738217" y="1361433"/>
                  </a:lnTo>
                  <a:lnTo>
                    <a:pt x="739944" y="1372089"/>
                  </a:lnTo>
                  <a:lnTo>
                    <a:pt x="741496" y="1381675"/>
                  </a:lnTo>
                  <a:lnTo>
                    <a:pt x="744105" y="1396619"/>
                  </a:lnTo>
                  <a:lnTo>
                    <a:pt x="740856" y="1400687"/>
                  </a:lnTo>
                  <a:lnTo>
                    <a:pt x="737952" y="1404485"/>
                  </a:lnTo>
                  <a:lnTo>
                    <a:pt x="740258" y="1406737"/>
                  </a:lnTo>
                  <a:lnTo>
                    <a:pt x="743568" y="1409967"/>
                  </a:lnTo>
                  <a:lnTo>
                    <a:pt x="746005" y="1414515"/>
                  </a:lnTo>
                  <a:lnTo>
                    <a:pt x="742601" y="1420354"/>
                  </a:lnTo>
                  <a:lnTo>
                    <a:pt x="744015" y="1420924"/>
                  </a:lnTo>
                  <a:lnTo>
                    <a:pt x="747578" y="1422358"/>
                  </a:lnTo>
                  <a:lnTo>
                    <a:pt x="752080" y="1423427"/>
                  </a:lnTo>
                  <a:lnTo>
                    <a:pt x="751405" y="1426466"/>
                  </a:lnTo>
                  <a:lnTo>
                    <a:pt x="751155" y="1427590"/>
                  </a:lnTo>
                  <a:lnTo>
                    <a:pt x="751620" y="1435693"/>
                  </a:lnTo>
                  <a:lnTo>
                    <a:pt x="747349" y="1435961"/>
                  </a:lnTo>
                  <a:lnTo>
                    <a:pt x="737568" y="1439310"/>
                  </a:lnTo>
                  <a:lnTo>
                    <a:pt x="732415" y="1442726"/>
                  </a:lnTo>
                  <a:lnTo>
                    <a:pt x="727932" y="1445693"/>
                  </a:lnTo>
                  <a:lnTo>
                    <a:pt x="721764" y="1452656"/>
                  </a:lnTo>
                  <a:lnTo>
                    <a:pt x="718077" y="1454314"/>
                  </a:lnTo>
                  <a:lnTo>
                    <a:pt x="716494" y="1453356"/>
                  </a:lnTo>
                  <a:lnTo>
                    <a:pt x="712461" y="1450913"/>
                  </a:lnTo>
                  <a:lnTo>
                    <a:pt x="708572" y="1449250"/>
                  </a:lnTo>
                  <a:lnTo>
                    <a:pt x="703259" y="1451008"/>
                  </a:lnTo>
                  <a:lnTo>
                    <a:pt x="702486" y="1451263"/>
                  </a:lnTo>
                  <a:lnTo>
                    <a:pt x="696775" y="1452020"/>
                  </a:lnTo>
                  <a:lnTo>
                    <a:pt x="692629" y="1455618"/>
                  </a:lnTo>
                  <a:lnTo>
                    <a:pt x="694697" y="1462086"/>
                  </a:lnTo>
                  <a:lnTo>
                    <a:pt x="696187" y="1469539"/>
                  </a:lnTo>
                  <a:lnTo>
                    <a:pt x="696886" y="1470933"/>
                  </a:lnTo>
                  <a:lnTo>
                    <a:pt x="699211" y="1475572"/>
                  </a:lnTo>
                  <a:lnTo>
                    <a:pt x="697993" y="1478625"/>
                  </a:lnTo>
                  <a:lnTo>
                    <a:pt x="694458" y="1481761"/>
                  </a:lnTo>
                  <a:lnTo>
                    <a:pt x="692842" y="1486577"/>
                  </a:lnTo>
                  <a:lnTo>
                    <a:pt x="684698" y="1490257"/>
                  </a:lnTo>
                  <a:lnTo>
                    <a:pt x="682128" y="1494930"/>
                  </a:lnTo>
                  <a:lnTo>
                    <a:pt x="681677" y="1499899"/>
                  </a:lnTo>
                  <a:lnTo>
                    <a:pt x="681262" y="1504456"/>
                  </a:lnTo>
                  <a:lnTo>
                    <a:pt x="678628" y="1510911"/>
                  </a:lnTo>
                  <a:lnTo>
                    <a:pt x="672711" y="1515428"/>
                  </a:lnTo>
                  <a:lnTo>
                    <a:pt x="668333" y="1514912"/>
                  </a:lnTo>
                  <a:lnTo>
                    <a:pt x="666155" y="1514655"/>
                  </a:lnTo>
                  <a:lnTo>
                    <a:pt x="664752" y="1520354"/>
                  </a:lnTo>
                  <a:lnTo>
                    <a:pt x="660468" y="1527569"/>
                  </a:lnTo>
                  <a:lnTo>
                    <a:pt x="660526" y="1528639"/>
                  </a:lnTo>
                  <a:lnTo>
                    <a:pt x="660986" y="1537254"/>
                  </a:lnTo>
                  <a:lnTo>
                    <a:pt x="660940" y="1547665"/>
                  </a:lnTo>
                  <a:lnTo>
                    <a:pt x="658382" y="1549837"/>
                  </a:lnTo>
                  <a:lnTo>
                    <a:pt x="656261" y="1551636"/>
                  </a:lnTo>
                  <a:lnTo>
                    <a:pt x="654446" y="1553502"/>
                  </a:lnTo>
                  <a:lnTo>
                    <a:pt x="651375" y="1556655"/>
                  </a:lnTo>
                  <a:lnTo>
                    <a:pt x="644614" y="1552934"/>
                  </a:lnTo>
                  <a:lnTo>
                    <a:pt x="633695" y="1553138"/>
                  </a:lnTo>
                  <a:lnTo>
                    <a:pt x="625270" y="1544879"/>
                  </a:lnTo>
                  <a:lnTo>
                    <a:pt x="620233" y="1539547"/>
                  </a:lnTo>
                  <a:lnTo>
                    <a:pt x="614316" y="1543403"/>
                  </a:lnTo>
                  <a:lnTo>
                    <a:pt x="610519" y="1548805"/>
                  </a:lnTo>
                  <a:lnTo>
                    <a:pt x="607632" y="1554393"/>
                  </a:lnTo>
                  <a:lnTo>
                    <a:pt x="606123" y="1554963"/>
                  </a:lnTo>
                  <a:lnTo>
                    <a:pt x="602965" y="1556153"/>
                  </a:lnTo>
                  <a:lnTo>
                    <a:pt x="603953" y="1564829"/>
                  </a:lnTo>
                  <a:lnTo>
                    <a:pt x="606702" y="1572616"/>
                  </a:lnTo>
                  <a:lnTo>
                    <a:pt x="597884" y="1573567"/>
                  </a:lnTo>
                  <a:lnTo>
                    <a:pt x="597398" y="1580439"/>
                  </a:lnTo>
                  <a:lnTo>
                    <a:pt x="594127" y="1579450"/>
                  </a:lnTo>
                  <a:lnTo>
                    <a:pt x="592916" y="1579083"/>
                  </a:lnTo>
                  <a:lnTo>
                    <a:pt x="586309" y="1577218"/>
                  </a:lnTo>
                  <a:lnTo>
                    <a:pt x="579552" y="1570256"/>
                  </a:lnTo>
                  <a:lnTo>
                    <a:pt x="575820" y="1565735"/>
                  </a:lnTo>
                  <a:lnTo>
                    <a:pt x="575582" y="1565910"/>
                  </a:lnTo>
                  <a:lnTo>
                    <a:pt x="570025" y="1569983"/>
                  </a:lnTo>
                  <a:lnTo>
                    <a:pt x="565661" y="1575187"/>
                  </a:lnTo>
                  <a:lnTo>
                    <a:pt x="560992" y="1577091"/>
                  </a:lnTo>
                  <a:lnTo>
                    <a:pt x="557950" y="1578331"/>
                  </a:lnTo>
                  <a:lnTo>
                    <a:pt x="555584" y="1584320"/>
                  </a:lnTo>
                  <a:lnTo>
                    <a:pt x="555006" y="1590403"/>
                  </a:lnTo>
                  <a:lnTo>
                    <a:pt x="551444" y="1598491"/>
                  </a:lnTo>
                  <a:lnTo>
                    <a:pt x="547646" y="1594095"/>
                  </a:lnTo>
                  <a:lnTo>
                    <a:pt x="542915" y="1590538"/>
                  </a:lnTo>
                  <a:lnTo>
                    <a:pt x="535170" y="1588471"/>
                  </a:lnTo>
                  <a:lnTo>
                    <a:pt x="533561" y="1587700"/>
                  </a:lnTo>
                  <a:lnTo>
                    <a:pt x="529982" y="1585985"/>
                  </a:lnTo>
                  <a:lnTo>
                    <a:pt x="527038" y="1584573"/>
                  </a:lnTo>
                  <a:lnTo>
                    <a:pt x="517993" y="1581363"/>
                  </a:lnTo>
                  <a:lnTo>
                    <a:pt x="515267" y="1583150"/>
                  </a:lnTo>
                  <a:lnTo>
                    <a:pt x="511859" y="1585383"/>
                  </a:lnTo>
                  <a:lnTo>
                    <a:pt x="505480" y="1585693"/>
                  </a:lnTo>
                  <a:lnTo>
                    <a:pt x="500396" y="1589805"/>
                  </a:lnTo>
                  <a:lnTo>
                    <a:pt x="499516" y="1595831"/>
                  </a:lnTo>
                  <a:lnTo>
                    <a:pt x="494038" y="1596147"/>
                  </a:lnTo>
                  <a:lnTo>
                    <a:pt x="490519" y="1593261"/>
                  </a:lnTo>
                  <a:lnTo>
                    <a:pt x="489349" y="1592302"/>
                  </a:lnTo>
                  <a:lnTo>
                    <a:pt x="481454" y="1595591"/>
                  </a:lnTo>
                  <a:lnTo>
                    <a:pt x="474425" y="1590868"/>
                  </a:lnTo>
                  <a:lnTo>
                    <a:pt x="469874" y="1593182"/>
                  </a:lnTo>
                  <a:lnTo>
                    <a:pt x="469659" y="1594256"/>
                  </a:lnTo>
                  <a:lnTo>
                    <a:pt x="468908" y="1598002"/>
                  </a:lnTo>
                  <a:lnTo>
                    <a:pt x="473125" y="1604031"/>
                  </a:lnTo>
                  <a:lnTo>
                    <a:pt x="470481" y="1607943"/>
                  </a:lnTo>
                  <a:lnTo>
                    <a:pt x="467270" y="1609397"/>
                  </a:lnTo>
                  <a:lnTo>
                    <a:pt x="461370" y="1608071"/>
                  </a:lnTo>
                  <a:lnTo>
                    <a:pt x="456609" y="1601621"/>
                  </a:lnTo>
                  <a:close/>
                </a:path>
              </a:pathLst>
            </a:custGeom>
            <a:solidFill>
              <a:srgbClr val="F4B6C2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h81"/>
            <p:cNvSpPr/>
            <p:nvPr/>
          </p:nvSpPr>
          <p:spPr>
            <a:xfrm>
              <a:off x="3862574" y="1700674"/>
              <a:ext cx="1057271" cy="1868851"/>
            </a:xfrm>
            <a:custGeom>
              <a:avLst/>
              <a:pathLst>
                <a:path w="1057271" h="1868851">
                  <a:moveTo>
                    <a:pt x="457200" y="1600199"/>
                  </a:moveTo>
                  <a:lnTo>
                    <a:pt x="460957" y="1594024"/>
                  </a:lnTo>
                  <a:lnTo>
                    <a:pt x="464345" y="1587559"/>
                  </a:lnTo>
                  <a:lnTo>
                    <a:pt x="463951" y="1583829"/>
                  </a:lnTo>
                  <a:lnTo>
                    <a:pt x="463768" y="1582098"/>
                  </a:lnTo>
                  <a:lnTo>
                    <a:pt x="467338" y="1577367"/>
                  </a:lnTo>
                  <a:lnTo>
                    <a:pt x="465431" y="1575178"/>
                  </a:lnTo>
                  <a:lnTo>
                    <a:pt x="467790" y="1571663"/>
                  </a:lnTo>
                  <a:lnTo>
                    <a:pt x="465892" y="1567410"/>
                  </a:lnTo>
                  <a:lnTo>
                    <a:pt x="470591" y="1563771"/>
                  </a:lnTo>
                  <a:lnTo>
                    <a:pt x="471065" y="1561885"/>
                  </a:lnTo>
                  <a:lnTo>
                    <a:pt x="472055" y="1557940"/>
                  </a:lnTo>
                  <a:lnTo>
                    <a:pt x="470130" y="1554362"/>
                  </a:lnTo>
                  <a:lnTo>
                    <a:pt x="468206" y="1544779"/>
                  </a:lnTo>
                  <a:lnTo>
                    <a:pt x="463999" y="1544972"/>
                  </a:lnTo>
                  <a:lnTo>
                    <a:pt x="461070" y="1541822"/>
                  </a:lnTo>
                  <a:lnTo>
                    <a:pt x="460469" y="1540569"/>
                  </a:lnTo>
                  <a:lnTo>
                    <a:pt x="458507" y="1536479"/>
                  </a:lnTo>
                  <a:lnTo>
                    <a:pt x="462837" y="1535185"/>
                  </a:lnTo>
                  <a:lnTo>
                    <a:pt x="463142" y="1529303"/>
                  </a:lnTo>
                  <a:lnTo>
                    <a:pt x="463187" y="1524521"/>
                  </a:lnTo>
                  <a:lnTo>
                    <a:pt x="456382" y="1518773"/>
                  </a:lnTo>
                  <a:lnTo>
                    <a:pt x="457070" y="1514334"/>
                  </a:lnTo>
                  <a:lnTo>
                    <a:pt x="455621" y="1510557"/>
                  </a:lnTo>
                  <a:lnTo>
                    <a:pt x="468738" y="1510006"/>
                  </a:lnTo>
                  <a:lnTo>
                    <a:pt x="491676" y="1508979"/>
                  </a:lnTo>
                  <a:lnTo>
                    <a:pt x="504759" y="1508375"/>
                  </a:lnTo>
                  <a:lnTo>
                    <a:pt x="522061" y="1507540"/>
                  </a:lnTo>
                  <a:lnTo>
                    <a:pt x="524449" y="1507422"/>
                  </a:lnTo>
                  <a:lnTo>
                    <a:pt x="555728" y="1505720"/>
                  </a:lnTo>
                  <a:lnTo>
                    <a:pt x="558640" y="1505549"/>
                  </a:lnTo>
                  <a:lnTo>
                    <a:pt x="564635" y="1505192"/>
                  </a:lnTo>
                  <a:lnTo>
                    <a:pt x="580181" y="1504244"/>
                  </a:lnTo>
                  <a:lnTo>
                    <a:pt x="607194" y="1502642"/>
                  </a:lnTo>
                  <a:lnTo>
                    <a:pt x="610826" y="1502420"/>
                  </a:lnTo>
                  <a:lnTo>
                    <a:pt x="612595" y="1502308"/>
                  </a:lnTo>
                  <a:lnTo>
                    <a:pt x="649610" y="1499883"/>
                  </a:lnTo>
                  <a:lnTo>
                    <a:pt x="654306" y="1499562"/>
                  </a:lnTo>
                  <a:lnTo>
                    <a:pt x="667127" y="1498703"/>
                  </a:lnTo>
                  <a:lnTo>
                    <a:pt x="692041" y="1496970"/>
                  </a:lnTo>
                  <a:lnTo>
                    <a:pt x="720985" y="1494775"/>
                  </a:lnTo>
                  <a:lnTo>
                    <a:pt x="727433" y="1494270"/>
                  </a:lnTo>
                  <a:lnTo>
                    <a:pt x="734560" y="1493702"/>
                  </a:lnTo>
                  <a:lnTo>
                    <a:pt x="758664" y="1491729"/>
                  </a:lnTo>
                  <a:lnTo>
                    <a:pt x="774789" y="1490369"/>
                  </a:lnTo>
                  <a:lnTo>
                    <a:pt x="777018" y="1490178"/>
                  </a:lnTo>
                  <a:lnTo>
                    <a:pt x="790843" y="1488979"/>
                  </a:lnTo>
                  <a:lnTo>
                    <a:pt x="819282" y="1486332"/>
                  </a:lnTo>
                  <a:lnTo>
                    <a:pt x="828623" y="1485455"/>
                  </a:lnTo>
                  <a:lnTo>
                    <a:pt x="852831" y="1483126"/>
                  </a:lnTo>
                  <a:lnTo>
                    <a:pt x="861709" y="1482266"/>
                  </a:lnTo>
                  <a:lnTo>
                    <a:pt x="884553" y="1480002"/>
                  </a:lnTo>
                  <a:lnTo>
                    <a:pt x="893029" y="1479143"/>
                  </a:lnTo>
                  <a:lnTo>
                    <a:pt x="903721" y="1478044"/>
                  </a:lnTo>
                  <a:lnTo>
                    <a:pt x="914448" y="1476926"/>
                  </a:lnTo>
                  <a:lnTo>
                    <a:pt x="938917" y="1474334"/>
                  </a:lnTo>
                  <a:lnTo>
                    <a:pt x="938266" y="1480612"/>
                  </a:lnTo>
                  <a:lnTo>
                    <a:pt x="940617" y="1484302"/>
                  </a:lnTo>
                  <a:lnTo>
                    <a:pt x="941842" y="1486223"/>
                  </a:lnTo>
                  <a:lnTo>
                    <a:pt x="941516" y="1489934"/>
                  </a:lnTo>
                  <a:lnTo>
                    <a:pt x="946745" y="1494226"/>
                  </a:lnTo>
                  <a:lnTo>
                    <a:pt x="951295" y="1496380"/>
                  </a:lnTo>
                  <a:lnTo>
                    <a:pt x="956522" y="1503276"/>
                  </a:lnTo>
                  <a:lnTo>
                    <a:pt x="954295" y="1507537"/>
                  </a:lnTo>
                  <a:lnTo>
                    <a:pt x="950726" y="1513872"/>
                  </a:lnTo>
                  <a:lnTo>
                    <a:pt x="947554" y="1519192"/>
                  </a:lnTo>
                  <a:lnTo>
                    <a:pt x="948300" y="1525921"/>
                  </a:lnTo>
                  <a:lnTo>
                    <a:pt x="948869" y="1531059"/>
                  </a:lnTo>
                  <a:lnTo>
                    <a:pt x="950953" y="1537245"/>
                  </a:lnTo>
                  <a:lnTo>
                    <a:pt x="951429" y="1538658"/>
                  </a:lnTo>
                  <a:lnTo>
                    <a:pt x="953961" y="1547394"/>
                  </a:lnTo>
                  <a:lnTo>
                    <a:pt x="958024" y="1551876"/>
                  </a:lnTo>
                  <a:lnTo>
                    <a:pt x="961747" y="1562598"/>
                  </a:lnTo>
                  <a:lnTo>
                    <a:pt x="967336" y="1568984"/>
                  </a:lnTo>
                  <a:lnTo>
                    <a:pt x="974675" y="1572642"/>
                  </a:lnTo>
                  <a:lnTo>
                    <a:pt x="978847" y="1573369"/>
                  </a:lnTo>
                  <a:lnTo>
                    <a:pt x="983008" y="1574091"/>
                  </a:lnTo>
                  <a:lnTo>
                    <a:pt x="993140" y="1575356"/>
                  </a:lnTo>
                  <a:lnTo>
                    <a:pt x="997288" y="1577277"/>
                  </a:lnTo>
                  <a:lnTo>
                    <a:pt x="1000529" y="1583149"/>
                  </a:lnTo>
                  <a:lnTo>
                    <a:pt x="1004187" y="1591261"/>
                  </a:lnTo>
                  <a:lnTo>
                    <a:pt x="1004341" y="1595825"/>
                  </a:lnTo>
                  <a:lnTo>
                    <a:pt x="1009802" y="1598253"/>
                  </a:lnTo>
                  <a:lnTo>
                    <a:pt x="1012213" y="1599070"/>
                  </a:lnTo>
                  <a:lnTo>
                    <a:pt x="1017057" y="1602982"/>
                  </a:lnTo>
                  <a:lnTo>
                    <a:pt x="1020377" y="1605278"/>
                  </a:lnTo>
                  <a:lnTo>
                    <a:pt x="1024186" y="1607908"/>
                  </a:lnTo>
                  <a:lnTo>
                    <a:pt x="1027371" y="1612182"/>
                  </a:lnTo>
                  <a:lnTo>
                    <a:pt x="1026707" y="1617487"/>
                  </a:lnTo>
                  <a:lnTo>
                    <a:pt x="1030015" y="1621976"/>
                  </a:lnTo>
                  <a:lnTo>
                    <a:pt x="1036229" y="1625749"/>
                  </a:lnTo>
                  <a:lnTo>
                    <a:pt x="1038468" y="1626686"/>
                  </a:lnTo>
                  <a:lnTo>
                    <a:pt x="1042949" y="1628560"/>
                  </a:lnTo>
                  <a:lnTo>
                    <a:pt x="1048946" y="1631023"/>
                  </a:lnTo>
                  <a:lnTo>
                    <a:pt x="1053791" y="1635796"/>
                  </a:lnTo>
                  <a:lnTo>
                    <a:pt x="1054538" y="1643975"/>
                  </a:lnTo>
                  <a:lnTo>
                    <a:pt x="1054988" y="1644838"/>
                  </a:lnTo>
                  <a:lnTo>
                    <a:pt x="1057271" y="1649211"/>
                  </a:lnTo>
                  <a:lnTo>
                    <a:pt x="1056617" y="1656537"/>
                  </a:lnTo>
                  <a:lnTo>
                    <a:pt x="1056623" y="1657582"/>
                  </a:lnTo>
                  <a:lnTo>
                    <a:pt x="1056655" y="1663352"/>
                  </a:lnTo>
                  <a:lnTo>
                    <a:pt x="1055721" y="1668369"/>
                  </a:lnTo>
                  <a:lnTo>
                    <a:pt x="1056261" y="1672399"/>
                  </a:lnTo>
                  <a:lnTo>
                    <a:pt x="1051011" y="1676690"/>
                  </a:lnTo>
                  <a:lnTo>
                    <a:pt x="1050478" y="1677125"/>
                  </a:lnTo>
                  <a:lnTo>
                    <a:pt x="1045307" y="1682452"/>
                  </a:lnTo>
                  <a:lnTo>
                    <a:pt x="1045396" y="1684155"/>
                  </a:lnTo>
                  <a:lnTo>
                    <a:pt x="1045614" y="1688353"/>
                  </a:lnTo>
                  <a:lnTo>
                    <a:pt x="1044015" y="1692338"/>
                  </a:lnTo>
                  <a:lnTo>
                    <a:pt x="1044689" y="1700515"/>
                  </a:lnTo>
                  <a:lnTo>
                    <a:pt x="1042689" y="1703132"/>
                  </a:lnTo>
                  <a:lnTo>
                    <a:pt x="1038156" y="1705758"/>
                  </a:lnTo>
                  <a:lnTo>
                    <a:pt x="1034499" y="1711121"/>
                  </a:lnTo>
                  <a:lnTo>
                    <a:pt x="1029783" y="1712172"/>
                  </a:lnTo>
                  <a:lnTo>
                    <a:pt x="1024472" y="1713188"/>
                  </a:lnTo>
                  <a:lnTo>
                    <a:pt x="1020524" y="1717562"/>
                  </a:lnTo>
                  <a:lnTo>
                    <a:pt x="1013303" y="1722180"/>
                  </a:lnTo>
                  <a:lnTo>
                    <a:pt x="1005458" y="1723300"/>
                  </a:lnTo>
                  <a:lnTo>
                    <a:pt x="998031" y="1724719"/>
                  </a:lnTo>
                  <a:lnTo>
                    <a:pt x="993090" y="1728443"/>
                  </a:lnTo>
                  <a:lnTo>
                    <a:pt x="989080" y="1727987"/>
                  </a:lnTo>
                  <a:lnTo>
                    <a:pt x="983509" y="1729407"/>
                  </a:lnTo>
                  <a:lnTo>
                    <a:pt x="980771" y="1736527"/>
                  </a:lnTo>
                  <a:lnTo>
                    <a:pt x="980553" y="1740235"/>
                  </a:lnTo>
                  <a:lnTo>
                    <a:pt x="980366" y="1741009"/>
                  </a:lnTo>
                  <a:lnTo>
                    <a:pt x="977762" y="1751752"/>
                  </a:lnTo>
                  <a:lnTo>
                    <a:pt x="981263" y="1755825"/>
                  </a:lnTo>
                  <a:lnTo>
                    <a:pt x="985598" y="1761394"/>
                  </a:lnTo>
                  <a:lnTo>
                    <a:pt x="989698" y="1761391"/>
                  </a:lnTo>
                  <a:lnTo>
                    <a:pt x="994153" y="1767342"/>
                  </a:lnTo>
                  <a:lnTo>
                    <a:pt x="995120" y="1772035"/>
                  </a:lnTo>
                  <a:lnTo>
                    <a:pt x="995192" y="1772384"/>
                  </a:lnTo>
                  <a:lnTo>
                    <a:pt x="996469" y="1778574"/>
                  </a:lnTo>
                  <a:lnTo>
                    <a:pt x="996682" y="1786713"/>
                  </a:lnTo>
                  <a:lnTo>
                    <a:pt x="994132" y="1792238"/>
                  </a:lnTo>
                  <a:lnTo>
                    <a:pt x="989179" y="1798259"/>
                  </a:lnTo>
                  <a:lnTo>
                    <a:pt x="985277" y="1804598"/>
                  </a:lnTo>
                  <a:lnTo>
                    <a:pt x="985931" y="1809702"/>
                  </a:lnTo>
                  <a:lnTo>
                    <a:pt x="984385" y="1816692"/>
                  </a:lnTo>
                  <a:lnTo>
                    <a:pt x="984481" y="1819888"/>
                  </a:lnTo>
                  <a:lnTo>
                    <a:pt x="984581" y="1823224"/>
                  </a:lnTo>
                  <a:lnTo>
                    <a:pt x="978969" y="1828164"/>
                  </a:lnTo>
                  <a:lnTo>
                    <a:pt x="978837" y="1828280"/>
                  </a:lnTo>
                  <a:lnTo>
                    <a:pt x="973120" y="1828756"/>
                  </a:lnTo>
                  <a:lnTo>
                    <a:pt x="964822" y="1832749"/>
                  </a:lnTo>
                  <a:lnTo>
                    <a:pt x="961969" y="1836913"/>
                  </a:lnTo>
                  <a:lnTo>
                    <a:pt x="960668" y="1843056"/>
                  </a:lnTo>
                  <a:lnTo>
                    <a:pt x="963464" y="1845771"/>
                  </a:lnTo>
                  <a:lnTo>
                    <a:pt x="963059" y="1853111"/>
                  </a:lnTo>
                  <a:lnTo>
                    <a:pt x="964374" y="1859599"/>
                  </a:lnTo>
                  <a:lnTo>
                    <a:pt x="960257" y="1862636"/>
                  </a:lnTo>
                  <a:lnTo>
                    <a:pt x="952564" y="1860477"/>
                  </a:lnTo>
                  <a:lnTo>
                    <a:pt x="950207" y="1856859"/>
                  </a:lnTo>
                  <a:lnTo>
                    <a:pt x="945660" y="1853807"/>
                  </a:lnTo>
                  <a:lnTo>
                    <a:pt x="941004" y="1849403"/>
                  </a:lnTo>
                  <a:lnTo>
                    <a:pt x="939531" y="1844673"/>
                  </a:lnTo>
                  <a:lnTo>
                    <a:pt x="934506" y="1843703"/>
                  </a:lnTo>
                  <a:lnTo>
                    <a:pt x="932820" y="1840381"/>
                  </a:lnTo>
                  <a:lnTo>
                    <a:pt x="929588" y="1837602"/>
                  </a:lnTo>
                  <a:lnTo>
                    <a:pt x="928300" y="1836495"/>
                  </a:lnTo>
                  <a:lnTo>
                    <a:pt x="908667" y="1839382"/>
                  </a:lnTo>
                  <a:lnTo>
                    <a:pt x="908309" y="1839428"/>
                  </a:lnTo>
                  <a:lnTo>
                    <a:pt x="886156" y="1842258"/>
                  </a:lnTo>
                  <a:lnTo>
                    <a:pt x="870132" y="1844174"/>
                  </a:lnTo>
                  <a:lnTo>
                    <a:pt x="860484" y="1845312"/>
                  </a:lnTo>
                  <a:lnTo>
                    <a:pt x="843228" y="1847416"/>
                  </a:lnTo>
                  <a:lnTo>
                    <a:pt x="838655" y="1847967"/>
                  </a:lnTo>
                  <a:lnTo>
                    <a:pt x="836035" y="1848228"/>
                  </a:lnTo>
                  <a:lnTo>
                    <a:pt x="814718" y="1850316"/>
                  </a:lnTo>
                  <a:lnTo>
                    <a:pt x="800118" y="1852043"/>
                  </a:lnTo>
                  <a:lnTo>
                    <a:pt x="796506" y="1852466"/>
                  </a:lnTo>
                  <a:lnTo>
                    <a:pt x="776812" y="1854375"/>
                  </a:lnTo>
                  <a:lnTo>
                    <a:pt x="774090" y="1854609"/>
                  </a:lnTo>
                  <a:lnTo>
                    <a:pt x="756926" y="1856063"/>
                  </a:lnTo>
                  <a:lnTo>
                    <a:pt x="753121" y="1856380"/>
                  </a:lnTo>
                  <a:lnTo>
                    <a:pt x="736482" y="1857901"/>
                  </a:lnTo>
                  <a:lnTo>
                    <a:pt x="730221" y="1858464"/>
                  </a:lnTo>
                  <a:lnTo>
                    <a:pt x="713812" y="1860012"/>
                  </a:lnTo>
                  <a:lnTo>
                    <a:pt x="706704" y="1860671"/>
                  </a:lnTo>
                  <a:lnTo>
                    <a:pt x="693420" y="1861723"/>
                  </a:lnTo>
                  <a:lnTo>
                    <a:pt x="686032" y="1862297"/>
                  </a:lnTo>
                  <a:lnTo>
                    <a:pt x="670920" y="1863396"/>
                  </a:lnTo>
                  <a:lnTo>
                    <a:pt x="665018" y="1863817"/>
                  </a:lnTo>
                  <a:lnTo>
                    <a:pt x="655764" y="1864298"/>
                  </a:lnTo>
                  <a:lnTo>
                    <a:pt x="638040" y="1865189"/>
                  </a:lnTo>
                  <a:lnTo>
                    <a:pt x="629087" y="1865596"/>
                  </a:lnTo>
                  <a:lnTo>
                    <a:pt x="614557" y="1866235"/>
                  </a:lnTo>
                  <a:lnTo>
                    <a:pt x="601979" y="1866790"/>
                  </a:lnTo>
                  <a:lnTo>
                    <a:pt x="589402" y="1867326"/>
                  </a:lnTo>
                  <a:lnTo>
                    <a:pt x="585785" y="1867472"/>
                  </a:lnTo>
                  <a:lnTo>
                    <a:pt x="570759" y="1868062"/>
                  </a:lnTo>
                  <a:lnTo>
                    <a:pt x="548824" y="1868851"/>
                  </a:lnTo>
                  <a:lnTo>
                    <a:pt x="550317" y="1866517"/>
                  </a:lnTo>
                  <a:lnTo>
                    <a:pt x="546876" y="1860484"/>
                  </a:lnTo>
                  <a:lnTo>
                    <a:pt x="540659" y="1857152"/>
                  </a:lnTo>
                  <a:lnTo>
                    <a:pt x="536323" y="1850691"/>
                  </a:lnTo>
                  <a:lnTo>
                    <a:pt x="541160" y="1844542"/>
                  </a:lnTo>
                  <a:lnTo>
                    <a:pt x="540123" y="1836905"/>
                  </a:lnTo>
                  <a:lnTo>
                    <a:pt x="542748" y="1831662"/>
                  </a:lnTo>
                  <a:lnTo>
                    <a:pt x="541927" y="1830302"/>
                  </a:lnTo>
                  <a:lnTo>
                    <a:pt x="539978" y="1827072"/>
                  </a:lnTo>
                  <a:lnTo>
                    <a:pt x="540575" y="1821113"/>
                  </a:lnTo>
                  <a:lnTo>
                    <a:pt x="536785" y="1815703"/>
                  </a:lnTo>
                  <a:lnTo>
                    <a:pt x="536675" y="1811300"/>
                  </a:lnTo>
                  <a:lnTo>
                    <a:pt x="536579" y="1807491"/>
                  </a:lnTo>
                  <a:lnTo>
                    <a:pt x="535878" y="1802402"/>
                  </a:lnTo>
                  <a:lnTo>
                    <a:pt x="536298" y="1797952"/>
                  </a:lnTo>
                  <a:lnTo>
                    <a:pt x="536614" y="1794603"/>
                  </a:lnTo>
                  <a:lnTo>
                    <a:pt x="531688" y="1795185"/>
                  </a:lnTo>
                  <a:lnTo>
                    <a:pt x="531625" y="1794314"/>
                  </a:lnTo>
                  <a:lnTo>
                    <a:pt x="531210" y="1788541"/>
                  </a:lnTo>
                  <a:lnTo>
                    <a:pt x="532951" y="1783440"/>
                  </a:lnTo>
                  <a:lnTo>
                    <a:pt x="529375" y="1778158"/>
                  </a:lnTo>
                  <a:lnTo>
                    <a:pt x="528801" y="1772228"/>
                  </a:lnTo>
                  <a:lnTo>
                    <a:pt x="528819" y="1769753"/>
                  </a:lnTo>
                  <a:lnTo>
                    <a:pt x="528874" y="1761567"/>
                  </a:lnTo>
                  <a:lnTo>
                    <a:pt x="523170" y="1760105"/>
                  </a:lnTo>
                  <a:lnTo>
                    <a:pt x="521924" y="1755549"/>
                  </a:lnTo>
                  <a:lnTo>
                    <a:pt x="520679" y="1750993"/>
                  </a:lnTo>
                  <a:lnTo>
                    <a:pt x="513762" y="1753292"/>
                  </a:lnTo>
                  <a:lnTo>
                    <a:pt x="512521" y="1749261"/>
                  </a:lnTo>
                  <a:lnTo>
                    <a:pt x="509782" y="1742872"/>
                  </a:lnTo>
                  <a:lnTo>
                    <a:pt x="510083" y="1736009"/>
                  </a:lnTo>
                  <a:lnTo>
                    <a:pt x="510366" y="1735006"/>
                  </a:lnTo>
                  <a:lnTo>
                    <a:pt x="511990" y="1729247"/>
                  </a:lnTo>
                  <a:lnTo>
                    <a:pt x="513718" y="1720355"/>
                  </a:lnTo>
                  <a:lnTo>
                    <a:pt x="509433" y="1714670"/>
                  </a:lnTo>
                  <a:lnTo>
                    <a:pt x="507537" y="1711556"/>
                  </a:lnTo>
                  <a:lnTo>
                    <a:pt x="504305" y="1706239"/>
                  </a:lnTo>
                  <a:lnTo>
                    <a:pt x="506391" y="1698109"/>
                  </a:lnTo>
                  <a:lnTo>
                    <a:pt x="497719" y="1692539"/>
                  </a:lnTo>
                  <a:lnTo>
                    <a:pt x="493040" y="1689695"/>
                  </a:lnTo>
                  <a:lnTo>
                    <a:pt x="493042" y="1681442"/>
                  </a:lnTo>
                  <a:lnTo>
                    <a:pt x="485493" y="1675162"/>
                  </a:lnTo>
                  <a:lnTo>
                    <a:pt x="486203" y="1669154"/>
                  </a:lnTo>
                  <a:lnTo>
                    <a:pt x="486263" y="1668645"/>
                  </a:lnTo>
                  <a:lnTo>
                    <a:pt x="486044" y="1662948"/>
                  </a:lnTo>
                  <a:lnTo>
                    <a:pt x="484491" y="1661016"/>
                  </a:lnTo>
                  <a:lnTo>
                    <a:pt x="479044" y="1654227"/>
                  </a:lnTo>
                  <a:lnTo>
                    <a:pt x="478304" y="1645119"/>
                  </a:lnTo>
                  <a:lnTo>
                    <a:pt x="480827" y="1638689"/>
                  </a:lnTo>
                  <a:lnTo>
                    <a:pt x="474795" y="1635354"/>
                  </a:lnTo>
                  <a:lnTo>
                    <a:pt x="471771" y="1633126"/>
                  </a:lnTo>
                  <a:lnTo>
                    <a:pt x="470311" y="1632232"/>
                  </a:lnTo>
                  <a:lnTo>
                    <a:pt x="471574" y="1627352"/>
                  </a:lnTo>
                  <a:lnTo>
                    <a:pt x="471266" y="1626713"/>
                  </a:lnTo>
                  <a:lnTo>
                    <a:pt x="466580" y="1616980"/>
                  </a:lnTo>
                  <a:lnTo>
                    <a:pt x="460420" y="1611406"/>
                  </a:lnTo>
                  <a:lnTo>
                    <a:pt x="457212" y="1606885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h82"/>
            <p:cNvSpPr/>
            <p:nvPr/>
          </p:nvSpPr>
          <p:spPr>
            <a:xfrm>
              <a:off x="3359052" y="2049432"/>
              <a:ext cx="1187651" cy="1975112"/>
            </a:xfrm>
            <a:custGeom>
              <a:avLst/>
              <a:pathLst>
                <a:path w="1187651" h="1975112">
                  <a:moveTo>
                    <a:pt x="457200" y="1600200"/>
                  </a:moveTo>
                  <a:lnTo>
                    <a:pt x="478114" y="1600708"/>
                  </a:lnTo>
                  <a:lnTo>
                    <a:pt x="505726" y="1601311"/>
                  </a:lnTo>
                  <a:lnTo>
                    <a:pt x="518228" y="1601537"/>
                  </a:lnTo>
                  <a:lnTo>
                    <a:pt x="526516" y="1601676"/>
                  </a:lnTo>
                  <a:lnTo>
                    <a:pt x="529378" y="1601722"/>
                  </a:lnTo>
                  <a:lnTo>
                    <a:pt x="551639" y="1602070"/>
                  </a:lnTo>
                  <a:lnTo>
                    <a:pt x="580363" y="1602386"/>
                  </a:lnTo>
                  <a:lnTo>
                    <a:pt x="582269" y="1602408"/>
                  </a:lnTo>
                  <a:lnTo>
                    <a:pt x="607212" y="1602654"/>
                  </a:lnTo>
                  <a:lnTo>
                    <a:pt x="634217" y="1602786"/>
                  </a:lnTo>
                  <a:lnTo>
                    <a:pt x="635722" y="1602790"/>
                  </a:lnTo>
                  <a:lnTo>
                    <a:pt x="670442" y="1602809"/>
                  </a:lnTo>
                  <a:lnTo>
                    <a:pt x="688083" y="1602703"/>
                  </a:lnTo>
                  <a:lnTo>
                    <a:pt x="688362" y="1602701"/>
                  </a:lnTo>
                  <a:lnTo>
                    <a:pt x="700132" y="1602608"/>
                  </a:lnTo>
                  <a:lnTo>
                    <a:pt x="730874" y="1602353"/>
                  </a:lnTo>
                  <a:lnTo>
                    <a:pt x="739785" y="1602257"/>
                  </a:lnTo>
                  <a:lnTo>
                    <a:pt x="741555" y="1602236"/>
                  </a:lnTo>
                  <a:lnTo>
                    <a:pt x="774008" y="1601780"/>
                  </a:lnTo>
                  <a:lnTo>
                    <a:pt x="784737" y="1601599"/>
                  </a:lnTo>
                  <a:lnTo>
                    <a:pt x="795149" y="1601421"/>
                  </a:lnTo>
                  <a:lnTo>
                    <a:pt x="817100" y="1600999"/>
                  </a:lnTo>
                  <a:lnTo>
                    <a:pt x="835958" y="1600588"/>
                  </a:lnTo>
                  <a:lnTo>
                    <a:pt x="849694" y="1600265"/>
                  </a:lnTo>
                  <a:lnTo>
                    <a:pt x="860201" y="1600002"/>
                  </a:lnTo>
                  <a:lnTo>
                    <a:pt x="864425" y="1599892"/>
                  </a:lnTo>
                  <a:lnTo>
                    <a:pt x="898834" y="1598914"/>
                  </a:lnTo>
                  <a:lnTo>
                    <a:pt x="903275" y="1598781"/>
                  </a:lnTo>
                  <a:lnTo>
                    <a:pt x="937557" y="1597677"/>
                  </a:lnTo>
                  <a:lnTo>
                    <a:pt x="946388" y="1597354"/>
                  </a:lnTo>
                  <a:lnTo>
                    <a:pt x="950443" y="1597202"/>
                  </a:lnTo>
                  <a:lnTo>
                    <a:pt x="956920" y="1596965"/>
                  </a:lnTo>
                  <a:lnTo>
                    <a:pt x="988887" y="1595716"/>
                  </a:lnTo>
                  <a:lnTo>
                    <a:pt x="989481" y="1595692"/>
                  </a:lnTo>
                  <a:lnTo>
                    <a:pt x="1010851" y="1594783"/>
                  </a:lnTo>
                  <a:lnTo>
                    <a:pt x="1018922" y="1594436"/>
                  </a:lnTo>
                  <a:lnTo>
                    <a:pt x="1031317" y="1593822"/>
                  </a:lnTo>
                  <a:lnTo>
                    <a:pt x="1032593" y="1593763"/>
                  </a:lnTo>
                  <a:lnTo>
                    <a:pt x="1053769" y="1592743"/>
                  </a:lnTo>
                  <a:lnTo>
                    <a:pt x="1054105" y="1592726"/>
                  </a:lnTo>
                  <a:lnTo>
                    <a:pt x="1096403" y="1590510"/>
                  </a:lnTo>
                  <a:lnTo>
                    <a:pt x="1099409" y="1590344"/>
                  </a:lnTo>
                  <a:lnTo>
                    <a:pt x="1107131" y="1596896"/>
                  </a:lnTo>
                  <a:lnTo>
                    <a:pt x="1115905" y="1602402"/>
                  </a:lnTo>
                  <a:lnTo>
                    <a:pt x="1121942" y="1606238"/>
                  </a:lnTo>
                  <a:lnTo>
                    <a:pt x="1127671" y="1601459"/>
                  </a:lnTo>
                  <a:lnTo>
                    <a:pt x="1130078" y="1601166"/>
                  </a:lnTo>
                  <a:lnTo>
                    <a:pt x="1134047" y="1600679"/>
                  </a:lnTo>
                  <a:lnTo>
                    <a:pt x="1136419" y="1603544"/>
                  </a:lnTo>
                  <a:lnTo>
                    <a:pt x="1141525" y="1609429"/>
                  </a:lnTo>
                  <a:lnTo>
                    <a:pt x="1141645" y="1610146"/>
                  </a:lnTo>
                  <a:lnTo>
                    <a:pt x="1142635" y="1616022"/>
                  </a:lnTo>
                  <a:lnTo>
                    <a:pt x="1143834" y="1618867"/>
                  </a:lnTo>
                  <a:lnTo>
                    <a:pt x="1140304" y="1622257"/>
                  </a:lnTo>
                  <a:lnTo>
                    <a:pt x="1133460" y="1622787"/>
                  </a:lnTo>
                  <a:lnTo>
                    <a:pt x="1133700" y="1627343"/>
                  </a:lnTo>
                  <a:lnTo>
                    <a:pt x="1127619" y="1631879"/>
                  </a:lnTo>
                  <a:lnTo>
                    <a:pt x="1127267" y="1636781"/>
                  </a:lnTo>
                  <a:lnTo>
                    <a:pt x="1127100" y="1639099"/>
                  </a:lnTo>
                  <a:lnTo>
                    <a:pt x="1124404" y="1641543"/>
                  </a:lnTo>
                  <a:lnTo>
                    <a:pt x="1121035" y="1644582"/>
                  </a:lnTo>
                  <a:lnTo>
                    <a:pt x="1123298" y="1647021"/>
                  </a:lnTo>
                  <a:lnTo>
                    <a:pt x="1127552" y="1651600"/>
                  </a:lnTo>
                  <a:lnTo>
                    <a:pt x="1134421" y="1657888"/>
                  </a:lnTo>
                  <a:lnTo>
                    <a:pt x="1136128" y="1660132"/>
                  </a:lnTo>
                  <a:lnTo>
                    <a:pt x="1138115" y="1662743"/>
                  </a:lnTo>
                  <a:lnTo>
                    <a:pt x="1143702" y="1663307"/>
                  </a:lnTo>
                  <a:lnTo>
                    <a:pt x="1142367" y="1671945"/>
                  </a:lnTo>
                  <a:lnTo>
                    <a:pt x="1147626" y="1677821"/>
                  </a:lnTo>
                  <a:lnTo>
                    <a:pt x="1150880" y="1681611"/>
                  </a:lnTo>
                  <a:lnTo>
                    <a:pt x="1153642" y="1685881"/>
                  </a:lnTo>
                  <a:lnTo>
                    <a:pt x="1154414" y="1686425"/>
                  </a:lnTo>
                  <a:lnTo>
                    <a:pt x="1159460" y="1689971"/>
                  </a:lnTo>
                  <a:lnTo>
                    <a:pt x="1165281" y="1687845"/>
                  </a:lnTo>
                  <a:lnTo>
                    <a:pt x="1170918" y="1690929"/>
                  </a:lnTo>
                  <a:lnTo>
                    <a:pt x="1173043" y="1690927"/>
                  </a:lnTo>
                  <a:lnTo>
                    <a:pt x="1174010" y="1690927"/>
                  </a:lnTo>
                  <a:lnTo>
                    <a:pt x="1172842" y="1696174"/>
                  </a:lnTo>
                  <a:lnTo>
                    <a:pt x="1173006" y="1699107"/>
                  </a:lnTo>
                  <a:lnTo>
                    <a:pt x="1173321" y="1704773"/>
                  </a:lnTo>
                  <a:lnTo>
                    <a:pt x="1173750" y="1712494"/>
                  </a:lnTo>
                  <a:lnTo>
                    <a:pt x="1174712" y="1729178"/>
                  </a:lnTo>
                  <a:lnTo>
                    <a:pt x="1175471" y="1742380"/>
                  </a:lnTo>
                  <a:lnTo>
                    <a:pt x="1175488" y="1742702"/>
                  </a:lnTo>
                  <a:lnTo>
                    <a:pt x="1177129" y="1775006"/>
                  </a:lnTo>
                  <a:lnTo>
                    <a:pt x="1177808" y="1786014"/>
                  </a:lnTo>
                  <a:lnTo>
                    <a:pt x="1178959" y="1804715"/>
                  </a:lnTo>
                  <a:lnTo>
                    <a:pt x="1180164" y="1826739"/>
                  </a:lnTo>
                  <a:lnTo>
                    <a:pt x="1180320" y="1829589"/>
                  </a:lnTo>
                  <a:lnTo>
                    <a:pt x="1180653" y="1835693"/>
                  </a:lnTo>
                  <a:lnTo>
                    <a:pt x="1182599" y="1873566"/>
                  </a:lnTo>
                  <a:lnTo>
                    <a:pt x="1182668" y="1874693"/>
                  </a:lnTo>
                  <a:lnTo>
                    <a:pt x="1182816" y="1877112"/>
                  </a:lnTo>
                  <a:lnTo>
                    <a:pt x="1184651" y="1907164"/>
                  </a:lnTo>
                  <a:lnTo>
                    <a:pt x="1184982" y="1912953"/>
                  </a:lnTo>
                  <a:lnTo>
                    <a:pt x="1185164" y="1916142"/>
                  </a:lnTo>
                  <a:lnTo>
                    <a:pt x="1186423" y="1938213"/>
                  </a:lnTo>
                  <a:lnTo>
                    <a:pt x="1187211" y="1951016"/>
                  </a:lnTo>
                  <a:lnTo>
                    <a:pt x="1187651" y="1958183"/>
                  </a:lnTo>
                  <a:lnTo>
                    <a:pt x="1178244" y="1958795"/>
                  </a:lnTo>
                  <a:lnTo>
                    <a:pt x="1150197" y="1960427"/>
                  </a:lnTo>
                  <a:lnTo>
                    <a:pt x="1148973" y="1960500"/>
                  </a:lnTo>
                  <a:lnTo>
                    <a:pt x="1142433" y="1960892"/>
                  </a:lnTo>
                  <a:lnTo>
                    <a:pt x="1117706" y="1962325"/>
                  </a:lnTo>
                  <a:lnTo>
                    <a:pt x="1109249" y="1962794"/>
                  </a:lnTo>
                  <a:lnTo>
                    <a:pt x="1097860" y="1963413"/>
                  </a:lnTo>
                  <a:lnTo>
                    <a:pt x="1092777" y="1963684"/>
                  </a:lnTo>
                  <a:lnTo>
                    <a:pt x="1071605" y="1964780"/>
                  </a:lnTo>
                  <a:lnTo>
                    <a:pt x="1057563" y="1965477"/>
                  </a:lnTo>
                  <a:lnTo>
                    <a:pt x="1053972" y="1965653"/>
                  </a:lnTo>
                  <a:lnTo>
                    <a:pt x="1050342" y="1965830"/>
                  </a:lnTo>
                  <a:lnTo>
                    <a:pt x="1028806" y="1966845"/>
                  </a:lnTo>
                  <a:lnTo>
                    <a:pt x="1000715" y="1968118"/>
                  </a:lnTo>
                  <a:lnTo>
                    <a:pt x="998201" y="1968218"/>
                  </a:lnTo>
                  <a:lnTo>
                    <a:pt x="975911" y="1969073"/>
                  </a:lnTo>
                  <a:lnTo>
                    <a:pt x="941038" y="1970350"/>
                  </a:lnTo>
                  <a:lnTo>
                    <a:pt x="936359" y="1970513"/>
                  </a:lnTo>
                  <a:lnTo>
                    <a:pt x="912776" y="1971298"/>
                  </a:lnTo>
                  <a:lnTo>
                    <a:pt x="905079" y="1971536"/>
                  </a:lnTo>
                  <a:lnTo>
                    <a:pt x="874615" y="1972411"/>
                  </a:lnTo>
                  <a:lnTo>
                    <a:pt x="871273" y="1972506"/>
                  </a:lnTo>
                  <a:lnTo>
                    <a:pt x="847105" y="1973149"/>
                  </a:lnTo>
                  <a:lnTo>
                    <a:pt x="840477" y="1973311"/>
                  </a:lnTo>
                  <a:lnTo>
                    <a:pt x="817089" y="1973839"/>
                  </a:lnTo>
                  <a:lnTo>
                    <a:pt x="816400" y="1973853"/>
                  </a:lnTo>
                  <a:lnTo>
                    <a:pt x="797442" y="1974134"/>
                  </a:lnTo>
                  <a:lnTo>
                    <a:pt x="772844" y="1974433"/>
                  </a:lnTo>
                  <a:lnTo>
                    <a:pt x="752116" y="1974693"/>
                  </a:lnTo>
                  <a:lnTo>
                    <a:pt x="739269" y="1974828"/>
                  </a:lnTo>
                  <a:lnTo>
                    <a:pt x="711656" y="1975049"/>
                  </a:lnTo>
                  <a:lnTo>
                    <a:pt x="706763" y="1975068"/>
                  </a:lnTo>
                  <a:lnTo>
                    <a:pt x="698315" y="1975092"/>
                  </a:lnTo>
                  <a:lnTo>
                    <a:pt x="686721" y="1975112"/>
                  </a:lnTo>
                  <a:lnTo>
                    <a:pt x="653140" y="1975003"/>
                  </a:lnTo>
                  <a:lnTo>
                    <a:pt x="652407" y="1975005"/>
                  </a:lnTo>
                  <a:lnTo>
                    <a:pt x="643761" y="1975017"/>
                  </a:lnTo>
                  <a:lnTo>
                    <a:pt x="597680" y="1974934"/>
                  </a:lnTo>
                  <a:lnTo>
                    <a:pt x="589657" y="1974947"/>
                  </a:lnTo>
                  <a:lnTo>
                    <a:pt x="567540" y="1974942"/>
                  </a:lnTo>
                  <a:lnTo>
                    <a:pt x="558603" y="1974893"/>
                  </a:lnTo>
                  <a:lnTo>
                    <a:pt x="546567" y="1974813"/>
                  </a:lnTo>
                  <a:lnTo>
                    <a:pt x="532138" y="1974693"/>
                  </a:lnTo>
                  <a:lnTo>
                    <a:pt x="504896" y="1974443"/>
                  </a:lnTo>
                  <a:lnTo>
                    <a:pt x="497939" y="1974356"/>
                  </a:lnTo>
                  <a:lnTo>
                    <a:pt x="463402" y="1973842"/>
                  </a:lnTo>
                  <a:lnTo>
                    <a:pt x="450892" y="1973618"/>
                  </a:lnTo>
                  <a:lnTo>
                    <a:pt x="449496" y="1973592"/>
                  </a:lnTo>
                  <a:lnTo>
                    <a:pt x="449645" y="1968387"/>
                  </a:lnTo>
                  <a:lnTo>
                    <a:pt x="449839" y="1959529"/>
                  </a:lnTo>
                  <a:lnTo>
                    <a:pt x="450266" y="1940735"/>
                  </a:lnTo>
                  <a:lnTo>
                    <a:pt x="450636" y="1924492"/>
                  </a:lnTo>
                  <a:lnTo>
                    <a:pt x="451360" y="1892865"/>
                  </a:lnTo>
                  <a:lnTo>
                    <a:pt x="451586" y="1882995"/>
                  </a:lnTo>
                  <a:lnTo>
                    <a:pt x="451619" y="1881177"/>
                  </a:lnTo>
                  <a:lnTo>
                    <a:pt x="452456" y="1834733"/>
                  </a:lnTo>
                  <a:lnTo>
                    <a:pt x="452845" y="1816202"/>
                  </a:lnTo>
                  <a:lnTo>
                    <a:pt x="452862" y="1815416"/>
                  </a:lnTo>
                  <a:lnTo>
                    <a:pt x="453163" y="1801068"/>
                  </a:lnTo>
                  <a:lnTo>
                    <a:pt x="453769" y="1772443"/>
                  </a:lnTo>
                  <a:lnTo>
                    <a:pt x="453986" y="1762220"/>
                  </a:lnTo>
                  <a:lnTo>
                    <a:pt x="454910" y="1718860"/>
                  </a:lnTo>
                  <a:lnTo>
                    <a:pt x="455098" y="1708174"/>
                  </a:lnTo>
                  <a:lnTo>
                    <a:pt x="455627" y="1678318"/>
                  </a:lnTo>
                  <a:lnTo>
                    <a:pt x="456097" y="1654182"/>
                  </a:lnTo>
                  <a:lnTo>
                    <a:pt x="456111" y="1653453"/>
                  </a:lnTo>
                  <a:lnTo>
                    <a:pt x="456706" y="162305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h83"/>
            <p:cNvSpPr/>
            <p:nvPr/>
          </p:nvSpPr>
          <p:spPr>
            <a:xfrm>
              <a:off x="4597438" y="2412193"/>
              <a:ext cx="1177820" cy="1609580"/>
            </a:xfrm>
            <a:custGeom>
              <a:avLst/>
              <a:pathLst>
                <a:path w="1177820" h="1609580">
                  <a:moveTo>
                    <a:pt x="457200" y="1600200"/>
                  </a:moveTo>
                  <a:lnTo>
                    <a:pt x="463768" y="1600407"/>
                  </a:lnTo>
                  <a:lnTo>
                    <a:pt x="470904" y="1599992"/>
                  </a:lnTo>
                  <a:lnTo>
                    <a:pt x="472934" y="1592231"/>
                  </a:lnTo>
                  <a:lnTo>
                    <a:pt x="477996" y="1591377"/>
                  </a:lnTo>
                  <a:lnTo>
                    <a:pt x="478259" y="1591333"/>
                  </a:lnTo>
                  <a:lnTo>
                    <a:pt x="483461" y="1596465"/>
                  </a:lnTo>
                  <a:lnTo>
                    <a:pt x="488695" y="1596833"/>
                  </a:lnTo>
                  <a:lnTo>
                    <a:pt x="490661" y="1589532"/>
                  </a:lnTo>
                  <a:lnTo>
                    <a:pt x="492607" y="1586065"/>
                  </a:lnTo>
                  <a:lnTo>
                    <a:pt x="493449" y="1584565"/>
                  </a:lnTo>
                  <a:lnTo>
                    <a:pt x="488990" y="1578358"/>
                  </a:lnTo>
                  <a:lnTo>
                    <a:pt x="492908" y="1572921"/>
                  </a:lnTo>
                  <a:lnTo>
                    <a:pt x="492559" y="1569169"/>
                  </a:lnTo>
                  <a:lnTo>
                    <a:pt x="492526" y="1568818"/>
                  </a:lnTo>
                  <a:lnTo>
                    <a:pt x="492479" y="1561558"/>
                  </a:lnTo>
                  <a:lnTo>
                    <a:pt x="494498" y="1555689"/>
                  </a:lnTo>
                  <a:lnTo>
                    <a:pt x="495420" y="1548947"/>
                  </a:lnTo>
                  <a:lnTo>
                    <a:pt x="495648" y="1547277"/>
                  </a:lnTo>
                  <a:lnTo>
                    <a:pt x="491932" y="1544731"/>
                  </a:lnTo>
                  <a:lnTo>
                    <a:pt x="491794" y="1540258"/>
                  </a:lnTo>
                  <a:lnTo>
                    <a:pt x="487277" y="1534058"/>
                  </a:lnTo>
                  <a:lnTo>
                    <a:pt x="487101" y="1533817"/>
                  </a:lnTo>
                  <a:lnTo>
                    <a:pt x="492895" y="1524698"/>
                  </a:lnTo>
                  <a:lnTo>
                    <a:pt x="496207" y="1518274"/>
                  </a:lnTo>
                  <a:lnTo>
                    <a:pt x="501272" y="1513140"/>
                  </a:lnTo>
                  <a:lnTo>
                    <a:pt x="507843" y="1511877"/>
                  </a:lnTo>
                  <a:lnTo>
                    <a:pt x="508015" y="1511844"/>
                  </a:lnTo>
                  <a:lnTo>
                    <a:pt x="508412" y="1511946"/>
                  </a:lnTo>
                  <a:lnTo>
                    <a:pt x="517977" y="1514410"/>
                  </a:lnTo>
                  <a:lnTo>
                    <a:pt x="526666" y="1518476"/>
                  </a:lnTo>
                  <a:lnTo>
                    <a:pt x="532676" y="1519358"/>
                  </a:lnTo>
                  <a:lnTo>
                    <a:pt x="541223" y="1521753"/>
                  </a:lnTo>
                  <a:lnTo>
                    <a:pt x="546621" y="1524615"/>
                  </a:lnTo>
                  <a:lnTo>
                    <a:pt x="549781" y="1526288"/>
                  </a:lnTo>
                  <a:lnTo>
                    <a:pt x="553806" y="1525636"/>
                  </a:lnTo>
                  <a:lnTo>
                    <a:pt x="554460" y="1525529"/>
                  </a:lnTo>
                  <a:lnTo>
                    <a:pt x="555212" y="1525407"/>
                  </a:lnTo>
                  <a:lnTo>
                    <a:pt x="557828" y="1521233"/>
                  </a:lnTo>
                  <a:lnTo>
                    <a:pt x="558961" y="1514640"/>
                  </a:lnTo>
                  <a:lnTo>
                    <a:pt x="553240" y="1506622"/>
                  </a:lnTo>
                  <a:lnTo>
                    <a:pt x="547917" y="1498480"/>
                  </a:lnTo>
                  <a:lnTo>
                    <a:pt x="549862" y="1492107"/>
                  </a:lnTo>
                  <a:lnTo>
                    <a:pt x="550958" y="1484308"/>
                  </a:lnTo>
                  <a:lnTo>
                    <a:pt x="555238" y="1481021"/>
                  </a:lnTo>
                  <a:lnTo>
                    <a:pt x="555489" y="1481074"/>
                  </a:lnTo>
                  <a:lnTo>
                    <a:pt x="561392" y="1482309"/>
                  </a:lnTo>
                  <a:lnTo>
                    <a:pt x="568125" y="1475369"/>
                  </a:lnTo>
                  <a:lnTo>
                    <a:pt x="580059" y="1471872"/>
                  </a:lnTo>
                  <a:lnTo>
                    <a:pt x="588966" y="1467969"/>
                  </a:lnTo>
                  <a:lnTo>
                    <a:pt x="588312" y="1466017"/>
                  </a:lnTo>
                  <a:lnTo>
                    <a:pt x="587321" y="1463058"/>
                  </a:lnTo>
                  <a:lnTo>
                    <a:pt x="580808" y="1458451"/>
                  </a:lnTo>
                  <a:lnTo>
                    <a:pt x="580691" y="1458177"/>
                  </a:lnTo>
                  <a:lnTo>
                    <a:pt x="576705" y="1448822"/>
                  </a:lnTo>
                  <a:lnTo>
                    <a:pt x="578702" y="1443160"/>
                  </a:lnTo>
                  <a:lnTo>
                    <a:pt x="585030" y="1436540"/>
                  </a:lnTo>
                  <a:lnTo>
                    <a:pt x="587160" y="1429120"/>
                  </a:lnTo>
                  <a:lnTo>
                    <a:pt x="593060" y="1430446"/>
                  </a:lnTo>
                  <a:lnTo>
                    <a:pt x="596271" y="1428992"/>
                  </a:lnTo>
                  <a:lnTo>
                    <a:pt x="598915" y="1425080"/>
                  </a:lnTo>
                  <a:lnTo>
                    <a:pt x="594698" y="1419051"/>
                  </a:lnTo>
                  <a:lnTo>
                    <a:pt x="595450" y="1415305"/>
                  </a:lnTo>
                  <a:lnTo>
                    <a:pt x="595665" y="1414231"/>
                  </a:lnTo>
                  <a:lnTo>
                    <a:pt x="600215" y="1411917"/>
                  </a:lnTo>
                  <a:lnTo>
                    <a:pt x="607244" y="1416640"/>
                  </a:lnTo>
                  <a:lnTo>
                    <a:pt x="615140" y="1413351"/>
                  </a:lnTo>
                  <a:lnTo>
                    <a:pt x="616309" y="1414310"/>
                  </a:lnTo>
                  <a:lnTo>
                    <a:pt x="619828" y="1417196"/>
                  </a:lnTo>
                  <a:lnTo>
                    <a:pt x="625307" y="1416880"/>
                  </a:lnTo>
                  <a:lnTo>
                    <a:pt x="626186" y="1410854"/>
                  </a:lnTo>
                  <a:lnTo>
                    <a:pt x="631270" y="1406742"/>
                  </a:lnTo>
                  <a:lnTo>
                    <a:pt x="637649" y="1406432"/>
                  </a:lnTo>
                  <a:lnTo>
                    <a:pt x="641058" y="1404199"/>
                  </a:lnTo>
                  <a:lnTo>
                    <a:pt x="643783" y="1402412"/>
                  </a:lnTo>
                  <a:lnTo>
                    <a:pt x="652829" y="1405622"/>
                  </a:lnTo>
                  <a:lnTo>
                    <a:pt x="655773" y="1407034"/>
                  </a:lnTo>
                  <a:lnTo>
                    <a:pt x="659351" y="1408750"/>
                  </a:lnTo>
                  <a:lnTo>
                    <a:pt x="660961" y="1409520"/>
                  </a:lnTo>
                  <a:lnTo>
                    <a:pt x="668705" y="1411587"/>
                  </a:lnTo>
                  <a:lnTo>
                    <a:pt x="673436" y="1415144"/>
                  </a:lnTo>
                  <a:lnTo>
                    <a:pt x="677235" y="1419540"/>
                  </a:lnTo>
                  <a:lnTo>
                    <a:pt x="680796" y="1411452"/>
                  </a:lnTo>
                  <a:lnTo>
                    <a:pt x="681375" y="1405369"/>
                  </a:lnTo>
                  <a:lnTo>
                    <a:pt x="683740" y="1399380"/>
                  </a:lnTo>
                  <a:lnTo>
                    <a:pt x="686783" y="1398140"/>
                  </a:lnTo>
                  <a:lnTo>
                    <a:pt x="691451" y="1396236"/>
                  </a:lnTo>
                  <a:lnTo>
                    <a:pt x="695815" y="1391032"/>
                  </a:lnTo>
                  <a:lnTo>
                    <a:pt x="701372" y="1386959"/>
                  </a:lnTo>
                  <a:lnTo>
                    <a:pt x="701610" y="1386784"/>
                  </a:lnTo>
                  <a:lnTo>
                    <a:pt x="705342" y="1391305"/>
                  </a:lnTo>
                  <a:lnTo>
                    <a:pt x="712099" y="1398267"/>
                  </a:lnTo>
                  <a:lnTo>
                    <a:pt x="718707" y="1400132"/>
                  </a:lnTo>
                  <a:lnTo>
                    <a:pt x="719918" y="1400499"/>
                  </a:lnTo>
                  <a:lnTo>
                    <a:pt x="723188" y="1401488"/>
                  </a:lnTo>
                  <a:lnTo>
                    <a:pt x="723674" y="1394616"/>
                  </a:lnTo>
                  <a:lnTo>
                    <a:pt x="732492" y="1393665"/>
                  </a:lnTo>
                  <a:lnTo>
                    <a:pt x="729743" y="1385878"/>
                  </a:lnTo>
                  <a:lnTo>
                    <a:pt x="728755" y="1377202"/>
                  </a:lnTo>
                  <a:lnTo>
                    <a:pt x="731913" y="1376012"/>
                  </a:lnTo>
                  <a:lnTo>
                    <a:pt x="733423" y="1375442"/>
                  </a:lnTo>
                  <a:lnTo>
                    <a:pt x="736348" y="1369799"/>
                  </a:lnTo>
                  <a:lnTo>
                    <a:pt x="740106" y="1364452"/>
                  </a:lnTo>
                  <a:lnTo>
                    <a:pt x="746024" y="1360597"/>
                  </a:lnTo>
                  <a:lnTo>
                    <a:pt x="751060" y="1365928"/>
                  </a:lnTo>
                  <a:lnTo>
                    <a:pt x="759485" y="1374187"/>
                  </a:lnTo>
                  <a:lnTo>
                    <a:pt x="770405" y="1373984"/>
                  </a:lnTo>
                  <a:lnTo>
                    <a:pt x="777166" y="1377704"/>
                  </a:lnTo>
                  <a:lnTo>
                    <a:pt x="780236" y="1374551"/>
                  </a:lnTo>
                  <a:lnTo>
                    <a:pt x="782052" y="1372685"/>
                  </a:lnTo>
                  <a:lnTo>
                    <a:pt x="784172" y="1370886"/>
                  </a:lnTo>
                  <a:lnTo>
                    <a:pt x="786730" y="1368714"/>
                  </a:lnTo>
                  <a:lnTo>
                    <a:pt x="786776" y="1358303"/>
                  </a:lnTo>
                  <a:lnTo>
                    <a:pt x="786316" y="1349688"/>
                  </a:lnTo>
                  <a:lnTo>
                    <a:pt x="786258" y="1348618"/>
                  </a:lnTo>
                  <a:lnTo>
                    <a:pt x="790542" y="1341403"/>
                  </a:lnTo>
                  <a:lnTo>
                    <a:pt x="791945" y="1335704"/>
                  </a:lnTo>
                  <a:lnTo>
                    <a:pt x="794123" y="1335961"/>
                  </a:lnTo>
                  <a:lnTo>
                    <a:pt x="798502" y="1336477"/>
                  </a:lnTo>
                  <a:lnTo>
                    <a:pt x="804419" y="1331961"/>
                  </a:lnTo>
                  <a:lnTo>
                    <a:pt x="807052" y="1325505"/>
                  </a:lnTo>
                  <a:lnTo>
                    <a:pt x="807467" y="1320948"/>
                  </a:lnTo>
                  <a:lnTo>
                    <a:pt x="807919" y="1315979"/>
                  </a:lnTo>
                  <a:lnTo>
                    <a:pt x="810488" y="1311306"/>
                  </a:lnTo>
                  <a:lnTo>
                    <a:pt x="818632" y="1307627"/>
                  </a:lnTo>
                  <a:lnTo>
                    <a:pt x="820248" y="1302810"/>
                  </a:lnTo>
                  <a:lnTo>
                    <a:pt x="823794" y="1299647"/>
                  </a:lnTo>
                  <a:lnTo>
                    <a:pt x="825001" y="1296621"/>
                  </a:lnTo>
                  <a:lnTo>
                    <a:pt x="822676" y="1291983"/>
                  </a:lnTo>
                  <a:lnTo>
                    <a:pt x="821977" y="1290588"/>
                  </a:lnTo>
                  <a:lnTo>
                    <a:pt x="820487" y="1283135"/>
                  </a:lnTo>
                  <a:lnTo>
                    <a:pt x="818419" y="1276667"/>
                  </a:lnTo>
                  <a:lnTo>
                    <a:pt x="822565" y="1273069"/>
                  </a:lnTo>
                  <a:lnTo>
                    <a:pt x="828276" y="1272312"/>
                  </a:lnTo>
                  <a:lnTo>
                    <a:pt x="829049" y="1272057"/>
                  </a:lnTo>
                  <a:lnTo>
                    <a:pt x="834362" y="1270299"/>
                  </a:lnTo>
                  <a:lnTo>
                    <a:pt x="838251" y="1271962"/>
                  </a:lnTo>
                  <a:lnTo>
                    <a:pt x="842284" y="1274405"/>
                  </a:lnTo>
                  <a:lnTo>
                    <a:pt x="843868" y="1275363"/>
                  </a:lnTo>
                  <a:lnTo>
                    <a:pt x="847554" y="1273705"/>
                  </a:lnTo>
                  <a:lnTo>
                    <a:pt x="853722" y="1266742"/>
                  </a:lnTo>
                  <a:lnTo>
                    <a:pt x="858206" y="1263775"/>
                  </a:lnTo>
                  <a:lnTo>
                    <a:pt x="863358" y="1260359"/>
                  </a:lnTo>
                  <a:lnTo>
                    <a:pt x="873139" y="1257010"/>
                  </a:lnTo>
                  <a:lnTo>
                    <a:pt x="877410" y="1256742"/>
                  </a:lnTo>
                  <a:lnTo>
                    <a:pt x="876945" y="1248639"/>
                  </a:lnTo>
                  <a:lnTo>
                    <a:pt x="877195" y="1247515"/>
                  </a:lnTo>
                  <a:lnTo>
                    <a:pt x="877870" y="1244476"/>
                  </a:lnTo>
                  <a:lnTo>
                    <a:pt x="873369" y="1243407"/>
                  </a:lnTo>
                  <a:lnTo>
                    <a:pt x="869805" y="1241973"/>
                  </a:lnTo>
                  <a:lnTo>
                    <a:pt x="868391" y="1241403"/>
                  </a:lnTo>
                  <a:lnTo>
                    <a:pt x="871795" y="1235564"/>
                  </a:lnTo>
                  <a:lnTo>
                    <a:pt x="869358" y="1231016"/>
                  </a:lnTo>
                  <a:lnTo>
                    <a:pt x="866048" y="1227786"/>
                  </a:lnTo>
                  <a:lnTo>
                    <a:pt x="863742" y="1225534"/>
                  </a:lnTo>
                  <a:lnTo>
                    <a:pt x="866646" y="1221736"/>
                  </a:lnTo>
                  <a:lnTo>
                    <a:pt x="869895" y="1217668"/>
                  </a:lnTo>
                  <a:lnTo>
                    <a:pt x="875557" y="1211305"/>
                  </a:lnTo>
                  <a:lnTo>
                    <a:pt x="879341" y="1212460"/>
                  </a:lnTo>
                  <a:lnTo>
                    <a:pt x="879584" y="1212666"/>
                  </a:lnTo>
                  <a:lnTo>
                    <a:pt x="883562" y="1216029"/>
                  </a:lnTo>
                  <a:lnTo>
                    <a:pt x="889212" y="1217492"/>
                  </a:lnTo>
                  <a:lnTo>
                    <a:pt x="890658" y="1217866"/>
                  </a:lnTo>
                  <a:lnTo>
                    <a:pt x="895486" y="1213641"/>
                  </a:lnTo>
                  <a:lnTo>
                    <a:pt x="899621" y="1212552"/>
                  </a:lnTo>
                  <a:lnTo>
                    <a:pt x="900813" y="1212237"/>
                  </a:lnTo>
                  <a:lnTo>
                    <a:pt x="901710" y="1210253"/>
                  </a:lnTo>
                  <a:lnTo>
                    <a:pt x="903385" y="1209299"/>
                  </a:lnTo>
                  <a:lnTo>
                    <a:pt x="905132" y="1209892"/>
                  </a:lnTo>
                  <a:lnTo>
                    <a:pt x="906963" y="1213412"/>
                  </a:lnTo>
                  <a:lnTo>
                    <a:pt x="910814" y="1217447"/>
                  </a:lnTo>
                  <a:lnTo>
                    <a:pt x="918264" y="1218416"/>
                  </a:lnTo>
                  <a:lnTo>
                    <a:pt x="918920" y="1219163"/>
                  </a:lnTo>
                  <a:lnTo>
                    <a:pt x="921867" y="1222516"/>
                  </a:lnTo>
                  <a:lnTo>
                    <a:pt x="923477" y="1226509"/>
                  </a:lnTo>
                  <a:lnTo>
                    <a:pt x="930449" y="1234721"/>
                  </a:lnTo>
                  <a:lnTo>
                    <a:pt x="930560" y="1235432"/>
                  </a:lnTo>
                  <a:lnTo>
                    <a:pt x="931179" y="1239378"/>
                  </a:lnTo>
                  <a:lnTo>
                    <a:pt x="932139" y="1240831"/>
                  </a:lnTo>
                  <a:lnTo>
                    <a:pt x="933928" y="1243538"/>
                  </a:lnTo>
                  <a:lnTo>
                    <a:pt x="941667" y="1244097"/>
                  </a:lnTo>
                  <a:lnTo>
                    <a:pt x="949984" y="1244772"/>
                  </a:lnTo>
                  <a:lnTo>
                    <a:pt x="956535" y="1241494"/>
                  </a:lnTo>
                  <a:lnTo>
                    <a:pt x="961591" y="1242090"/>
                  </a:lnTo>
                  <a:lnTo>
                    <a:pt x="964038" y="1242534"/>
                  </a:lnTo>
                  <a:lnTo>
                    <a:pt x="969353" y="1243497"/>
                  </a:lnTo>
                  <a:lnTo>
                    <a:pt x="971869" y="1247499"/>
                  </a:lnTo>
                  <a:lnTo>
                    <a:pt x="977111" y="1249047"/>
                  </a:lnTo>
                  <a:lnTo>
                    <a:pt x="979050" y="1253425"/>
                  </a:lnTo>
                  <a:lnTo>
                    <a:pt x="985801" y="1254635"/>
                  </a:lnTo>
                  <a:lnTo>
                    <a:pt x="988487" y="1255115"/>
                  </a:lnTo>
                  <a:lnTo>
                    <a:pt x="991303" y="1253051"/>
                  </a:lnTo>
                  <a:lnTo>
                    <a:pt x="991647" y="1252800"/>
                  </a:lnTo>
                  <a:lnTo>
                    <a:pt x="992344" y="1248069"/>
                  </a:lnTo>
                  <a:lnTo>
                    <a:pt x="1000693" y="1243499"/>
                  </a:lnTo>
                  <a:lnTo>
                    <a:pt x="1010259" y="1245725"/>
                  </a:lnTo>
                  <a:lnTo>
                    <a:pt x="1016518" y="1245454"/>
                  </a:lnTo>
                  <a:lnTo>
                    <a:pt x="1022709" y="1249120"/>
                  </a:lnTo>
                  <a:lnTo>
                    <a:pt x="1026484" y="1251334"/>
                  </a:lnTo>
                  <a:lnTo>
                    <a:pt x="1028268" y="1249200"/>
                  </a:lnTo>
                  <a:lnTo>
                    <a:pt x="1030253" y="1246825"/>
                  </a:lnTo>
                  <a:lnTo>
                    <a:pt x="1036787" y="1246539"/>
                  </a:lnTo>
                  <a:lnTo>
                    <a:pt x="1040454" y="1243237"/>
                  </a:lnTo>
                  <a:lnTo>
                    <a:pt x="1041283" y="1239060"/>
                  </a:lnTo>
                  <a:lnTo>
                    <a:pt x="1047043" y="1233198"/>
                  </a:lnTo>
                  <a:lnTo>
                    <a:pt x="1047976" y="1231915"/>
                  </a:lnTo>
                  <a:lnTo>
                    <a:pt x="1049413" y="1229935"/>
                  </a:lnTo>
                  <a:lnTo>
                    <a:pt x="1055591" y="1226958"/>
                  </a:lnTo>
                  <a:lnTo>
                    <a:pt x="1060385" y="1224322"/>
                  </a:lnTo>
                  <a:lnTo>
                    <a:pt x="1062991" y="1228577"/>
                  </a:lnTo>
                  <a:lnTo>
                    <a:pt x="1064108" y="1233464"/>
                  </a:lnTo>
                  <a:lnTo>
                    <a:pt x="1067610" y="1242135"/>
                  </a:lnTo>
                  <a:lnTo>
                    <a:pt x="1072146" y="1245252"/>
                  </a:lnTo>
                  <a:lnTo>
                    <a:pt x="1073449" y="1246147"/>
                  </a:lnTo>
                  <a:lnTo>
                    <a:pt x="1080715" y="1245320"/>
                  </a:lnTo>
                  <a:lnTo>
                    <a:pt x="1086388" y="1249480"/>
                  </a:lnTo>
                  <a:lnTo>
                    <a:pt x="1087676" y="1250199"/>
                  </a:lnTo>
                  <a:lnTo>
                    <a:pt x="1092747" y="1253022"/>
                  </a:lnTo>
                  <a:lnTo>
                    <a:pt x="1096441" y="1259281"/>
                  </a:lnTo>
                  <a:lnTo>
                    <a:pt x="1097900" y="1268774"/>
                  </a:lnTo>
                  <a:lnTo>
                    <a:pt x="1101087" y="1271807"/>
                  </a:lnTo>
                  <a:lnTo>
                    <a:pt x="1101774" y="1280226"/>
                  </a:lnTo>
                  <a:lnTo>
                    <a:pt x="1101694" y="1281273"/>
                  </a:lnTo>
                  <a:lnTo>
                    <a:pt x="1101303" y="1286393"/>
                  </a:lnTo>
                  <a:lnTo>
                    <a:pt x="1100301" y="1295042"/>
                  </a:lnTo>
                  <a:lnTo>
                    <a:pt x="1109356" y="1302258"/>
                  </a:lnTo>
                  <a:lnTo>
                    <a:pt x="1119503" y="1311072"/>
                  </a:lnTo>
                  <a:lnTo>
                    <a:pt x="1119055" y="1316051"/>
                  </a:lnTo>
                  <a:lnTo>
                    <a:pt x="1118802" y="1318858"/>
                  </a:lnTo>
                  <a:lnTo>
                    <a:pt x="1126467" y="1322896"/>
                  </a:lnTo>
                  <a:lnTo>
                    <a:pt x="1129115" y="1326064"/>
                  </a:lnTo>
                  <a:lnTo>
                    <a:pt x="1132846" y="1330526"/>
                  </a:lnTo>
                  <a:lnTo>
                    <a:pt x="1137889" y="1334475"/>
                  </a:lnTo>
                  <a:lnTo>
                    <a:pt x="1138926" y="1336325"/>
                  </a:lnTo>
                  <a:lnTo>
                    <a:pt x="1142739" y="1343125"/>
                  </a:lnTo>
                  <a:lnTo>
                    <a:pt x="1150257" y="1345711"/>
                  </a:lnTo>
                  <a:lnTo>
                    <a:pt x="1159786" y="1351021"/>
                  </a:lnTo>
                  <a:lnTo>
                    <a:pt x="1168433" y="1355589"/>
                  </a:lnTo>
                  <a:lnTo>
                    <a:pt x="1177820" y="1354378"/>
                  </a:lnTo>
                  <a:lnTo>
                    <a:pt x="1159404" y="1379180"/>
                  </a:lnTo>
                  <a:lnTo>
                    <a:pt x="1150867" y="1390603"/>
                  </a:lnTo>
                  <a:lnTo>
                    <a:pt x="1150481" y="1391166"/>
                  </a:lnTo>
                  <a:lnTo>
                    <a:pt x="1147285" y="1395820"/>
                  </a:lnTo>
                  <a:lnTo>
                    <a:pt x="1138752" y="1400372"/>
                  </a:lnTo>
                  <a:lnTo>
                    <a:pt x="1129688" y="1407720"/>
                  </a:lnTo>
                  <a:lnTo>
                    <a:pt x="1129294" y="1408039"/>
                  </a:lnTo>
                  <a:lnTo>
                    <a:pt x="1128697" y="1408638"/>
                  </a:lnTo>
                  <a:lnTo>
                    <a:pt x="1115133" y="1422216"/>
                  </a:lnTo>
                  <a:lnTo>
                    <a:pt x="1116798" y="1428728"/>
                  </a:lnTo>
                  <a:lnTo>
                    <a:pt x="1114841" y="1433448"/>
                  </a:lnTo>
                  <a:lnTo>
                    <a:pt x="1108939" y="1436840"/>
                  </a:lnTo>
                  <a:lnTo>
                    <a:pt x="1104533" y="1441963"/>
                  </a:lnTo>
                  <a:lnTo>
                    <a:pt x="1106166" y="1448398"/>
                  </a:lnTo>
                  <a:lnTo>
                    <a:pt x="1104921" y="1451686"/>
                  </a:lnTo>
                  <a:lnTo>
                    <a:pt x="1104136" y="1453756"/>
                  </a:lnTo>
                  <a:lnTo>
                    <a:pt x="1093568" y="1460384"/>
                  </a:lnTo>
                  <a:lnTo>
                    <a:pt x="1087369" y="1461245"/>
                  </a:lnTo>
                  <a:lnTo>
                    <a:pt x="1084822" y="1468698"/>
                  </a:lnTo>
                  <a:lnTo>
                    <a:pt x="1083928" y="1475619"/>
                  </a:lnTo>
                  <a:lnTo>
                    <a:pt x="1074561" y="1479594"/>
                  </a:lnTo>
                  <a:lnTo>
                    <a:pt x="1060887" y="1487489"/>
                  </a:lnTo>
                  <a:lnTo>
                    <a:pt x="1056431" y="1490979"/>
                  </a:lnTo>
                  <a:lnTo>
                    <a:pt x="1054048" y="1491466"/>
                  </a:lnTo>
                  <a:lnTo>
                    <a:pt x="1047597" y="1492778"/>
                  </a:lnTo>
                  <a:lnTo>
                    <a:pt x="1039781" y="1498401"/>
                  </a:lnTo>
                  <a:lnTo>
                    <a:pt x="1034570" y="1503646"/>
                  </a:lnTo>
                  <a:lnTo>
                    <a:pt x="1033479" y="1506175"/>
                  </a:lnTo>
                  <a:lnTo>
                    <a:pt x="1013479" y="1509616"/>
                  </a:lnTo>
                  <a:lnTo>
                    <a:pt x="1009899" y="1510161"/>
                  </a:lnTo>
                  <a:lnTo>
                    <a:pt x="1004275" y="1511014"/>
                  </a:lnTo>
                  <a:lnTo>
                    <a:pt x="980788" y="1515215"/>
                  </a:lnTo>
                  <a:lnTo>
                    <a:pt x="977450" y="1515782"/>
                  </a:lnTo>
                  <a:lnTo>
                    <a:pt x="954004" y="1519722"/>
                  </a:lnTo>
                  <a:lnTo>
                    <a:pt x="926581" y="1523999"/>
                  </a:lnTo>
                  <a:lnTo>
                    <a:pt x="925897" y="1524104"/>
                  </a:lnTo>
                  <a:lnTo>
                    <a:pt x="910167" y="1525824"/>
                  </a:lnTo>
                  <a:lnTo>
                    <a:pt x="907095" y="1526129"/>
                  </a:lnTo>
                  <a:lnTo>
                    <a:pt x="895044" y="1527313"/>
                  </a:lnTo>
                  <a:lnTo>
                    <a:pt x="877300" y="1530029"/>
                  </a:lnTo>
                  <a:lnTo>
                    <a:pt x="875887" y="1530244"/>
                  </a:lnTo>
                  <a:lnTo>
                    <a:pt x="875385" y="1530371"/>
                  </a:lnTo>
                  <a:lnTo>
                    <a:pt x="861750" y="1533813"/>
                  </a:lnTo>
                  <a:lnTo>
                    <a:pt x="856710" y="1535079"/>
                  </a:lnTo>
                  <a:lnTo>
                    <a:pt x="832692" y="1538571"/>
                  </a:lnTo>
                  <a:lnTo>
                    <a:pt x="827098" y="1539371"/>
                  </a:lnTo>
                  <a:lnTo>
                    <a:pt x="818680" y="1540569"/>
                  </a:lnTo>
                  <a:lnTo>
                    <a:pt x="808575" y="1541657"/>
                  </a:lnTo>
                  <a:lnTo>
                    <a:pt x="798035" y="1542778"/>
                  </a:lnTo>
                  <a:lnTo>
                    <a:pt x="785781" y="1544148"/>
                  </a:lnTo>
                  <a:lnTo>
                    <a:pt x="765363" y="1546389"/>
                  </a:lnTo>
                  <a:lnTo>
                    <a:pt x="755816" y="1547419"/>
                  </a:lnTo>
                  <a:lnTo>
                    <a:pt x="751799" y="1549893"/>
                  </a:lnTo>
                  <a:lnTo>
                    <a:pt x="750688" y="1549725"/>
                  </a:lnTo>
                  <a:lnTo>
                    <a:pt x="746119" y="1549034"/>
                  </a:lnTo>
                  <a:lnTo>
                    <a:pt x="730740" y="1551930"/>
                  </a:lnTo>
                  <a:lnTo>
                    <a:pt x="725862" y="1552842"/>
                  </a:lnTo>
                  <a:lnTo>
                    <a:pt x="701511" y="1557038"/>
                  </a:lnTo>
                  <a:lnTo>
                    <a:pt x="696185" y="1557946"/>
                  </a:lnTo>
                  <a:lnTo>
                    <a:pt x="674453" y="1561613"/>
                  </a:lnTo>
                  <a:lnTo>
                    <a:pt x="673290" y="1561807"/>
                  </a:lnTo>
                  <a:lnTo>
                    <a:pt x="644420" y="1566582"/>
                  </a:lnTo>
                  <a:lnTo>
                    <a:pt x="639208" y="1567506"/>
                  </a:lnTo>
                  <a:lnTo>
                    <a:pt x="623576" y="1570256"/>
                  </a:lnTo>
                  <a:lnTo>
                    <a:pt x="623431" y="1566454"/>
                  </a:lnTo>
                  <a:lnTo>
                    <a:pt x="607206" y="1567137"/>
                  </a:lnTo>
                  <a:lnTo>
                    <a:pt x="601392" y="1567836"/>
                  </a:lnTo>
                  <a:lnTo>
                    <a:pt x="603626" y="1573495"/>
                  </a:lnTo>
                  <a:lnTo>
                    <a:pt x="607073" y="1582881"/>
                  </a:lnTo>
                  <a:lnTo>
                    <a:pt x="606265" y="1589483"/>
                  </a:lnTo>
                  <a:lnTo>
                    <a:pt x="605980" y="1589531"/>
                  </a:lnTo>
                  <a:lnTo>
                    <a:pt x="598680" y="1590759"/>
                  </a:lnTo>
                  <a:lnTo>
                    <a:pt x="562838" y="1595449"/>
                  </a:lnTo>
                  <a:lnTo>
                    <a:pt x="560574" y="1595740"/>
                  </a:lnTo>
                  <a:lnTo>
                    <a:pt x="560134" y="1595799"/>
                  </a:lnTo>
                  <a:lnTo>
                    <a:pt x="530373" y="1599787"/>
                  </a:lnTo>
                  <a:lnTo>
                    <a:pt x="529341" y="1599924"/>
                  </a:lnTo>
                  <a:lnTo>
                    <a:pt x="528607" y="1600021"/>
                  </a:lnTo>
                  <a:lnTo>
                    <a:pt x="515734" y="1601709"/>
                  </a:lnTo>
                  <a:lnTo>
                    <a:pt x="491206" y="1604489"/>
                  </a:lnTo>
                  <a:lnTo>
                    <a:pt x="478002" y="1606723"/>
                  </a:lnTo>
                  <a:lnTo>
                    <a:pt x="470884" y="1607919"/>
                  </a:lnTo>
                  <a:lnTo>
                    <a:pt x="458803" y="1609580"/>
                  </a:lnTo>
                  <a:lnTo>
                    <a:pt x="455035" y="1605028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h84"/>
            <p:cNvSpPr/>
            <p:nvPr/>
          </p:nvSpPr>
          <p:spPr>
            <a:xfrm>
              <a:off x="4180479" y="2935754"/>
              <a:ext cx="1030865" cy="2019103"/>
            </a:xfrm>
            <a:custGeom>
              <a:avLst/>
              <a:pathLst>
                <a:path w="1030865" h="2019103">
                  <a:moveTo>
                    <a:pt x="457200" y="1600200"/>
                  </a:moveTo>
                  <a:lnTo>
                    <a:pt x="456407" y="1587311"/>
                  </a:lnTo>
                  <a:lnTo>
                    <a:pt x="455772" y="1576992"/>
                  </a:lnTo>
                  <a:lnTo>
                    <a:pt x="454720" y="1559944"/>
                  </a:lnTo>
                  <a:lnTo>
                    <a:pt x="478570" y="1558224"/>
                  </a:lnTo>
                  <a:lnTo>
                    <a:pt x="479351" y="1558167"/>
                  </a:lnTo>
                  <a:lnTo>
                    <a:pt x="488106" y="1557519"/>
                  </a:lnTo>
                  <a:lnTo>
                    <a:pt x="509232" y="1556027"/>
                  </a:lnTo>
                  <a:lnTo>
                    <a:pt x="512410" y="1555798"/>
                  </a:lnTo>
                  <a:lnTo>
                    <a:pt x="524254" y="1554936"/>
                  </a:lnTo>
                  <a:lnTo>
                    <a:pt x="538711" y="1553827"/>
                  </a:lnTo>
                  <a:lnTo>
                    <a:pt x="543016" y="1553493"/>
                  </a:lnTo>
                  <a:lnTo>
                    <a:pt x="564792" y="1551814"/>
                  </a:lnTo>
                  <a:lnTo>
                    <a:pt x="566633" y="1551670"/>
                  </a:lnTo>
                  <a:lnTo>
                    <a:pt x="592488" y="1549854"/>
                  </a:lnTo>
                  <a:lnTo>
                    <a:pt x="615680" y="1548111"/>
                  </a:lnTo>
                  <a:lnTo>
                    <a:pt x="644754" y="1545885"/>
                  </a:lnTo>
                  <a:lnTo>
                    <a:pt x="660802" y="1544479"/>
                  </a:lnTo>
                  <a:lnTo>
                    <a:pt x="681007" y="1542666"/>
                  </a:lnTo>
                  <a:lnTo>
                    <a:pt x="721230" y="1538925"/>
                  </a:lnTo>
                  <a:lnTo>
                    <a:pt x="724231" y="1538647"/>
                  </a:lnTo>
                  <a:lnTo>
                    <a:pt x="726779" y="1538411"/>
                  </a:lnTo>
                  <a:lnTo>
                    <a:pt x="744635" y="1536731"/>
                  </a:lnTo>
                  <a:lnTo>
                    <a:pt x="754896" y="1535749"/>
                  </a:lnTo>
                  <a:lnTo>
                    <a:pt x="758460" y="1538311"/>
                  </a:lnTo>
                  <a:lnTo>
                    <a:pt x="765439" y="1542893"/>
                  </a:lnTo>
                  <a:lnTo>
                    <a:pt x="766156" y="1548936"/>
                  </a:lnTo>
                  <a:lnTo>
                    <a:pt x="759592" y="1554559"/>
                  </a:lnTo>
                  <a:lnTo>
                    <a:pt x="757525" y="1559315"/>
                  </a:lnTo>
                  <a:lnTo>
                    <a:pt x="758360" y="1563760"/>
                  </a:lnTo>
                  <a:lnTo>
                    <a:pt x="763359" y="1567725"/>
                  </a:lnTo>
                  <a:lnTo>
                    <a:pt x="769439" y="1568878"/>
                  </a:lnTo>
                  <a:lnTo>
                    <a:pt x="765536" y="1574299"/>
                  </a:lnTo>
                  <a:lnTo>
                    <a:pt x="768511" y="1584511"/>
                  </a:lnTo>
                  <a:lnTo>
                    <a:pt x="771278" y="1586906"/>
                  </a:lnTo>
                  <a:lnTo>
                    <a:pt x="772045" y="1587608"/>
                  </a:lnTo>
                  <a:lnTo>
                    <a:pt x="776611" y="1594117"/>
                  </a:lnTo>
                  <a:lnTo>
                    <a:pt x="771503" y="1595181"/>
                  </a:lnTo>
                  <a:lnTo>
                    <a:pt x="773141" y="1604202"/>
                  </a:lnTo>
                  <a:lnTo>
                    <a:pt x="782407" y="1604920"/>
                  </a:lnTo>
                  <a:lnTo>
                    <a:pt x="781075" y="1614145"/>
                  </a:lnTo>
                  <a:lnTo>
                    <a:pt x="788058" y="1614609"/>
                  </a:lnTo>
                  <a:lnTo>
                    <a:pt x="785934" y="1622121"/>
                  </a:lnTo>
                  <a:lnTo>
                    <a:pt x="782164" y="1631078"/>
                  </a:lnTo>
                  <a:lnTo>
                    <a:pt x="769912" y="1633173"/>
                  </a:lnTo>
                  <a:lnTo>
                    <a:pt x="778304" y="1644750"/>
                  </a:lnTo>
                  <a:lnTo>
                    <a:pt x="778884" y="1645549"/>
                  </a:lnTo>
                  <a:lnTo>
                    <a:pt x="774784" y="1652293"/>
                  </a:lnTo>
                  <a:lnTo>
                    <a:pt x="774907" y="1655611"/>
                  </a:lnTo>
                  <a:lnTo>
                    <a:pt x="771459" y="1660494"/>
                  </a:lnTo>
                  <a:lnTo>
                    <a:pt x="765289" y="1662849"/>
                  </a:lnTo>
                  <a:lnTo>
                    <a:pt x="765491" y="1669439"/>
                  </a:lnTo>
                  <a:lnTo>
                    <a:pt x="760294" y="1675341"/>
                  </a:lnTo>
                  <a:lnTo>
                    <a:pt x="759410" y="1676318"/>
                  </a:lnTo>
                  <a:lnTo>
                    <a:pt x="754937" y="1681257"/>
                  </a:lnTo>
                  <a:lnTo>
                    <a:pt x="748967" y="1680720"/>
                  </a:lnTo>
                  <a:lnTo>
                    <a:pt x="747983" y="1686223"/>
                  </a:lnTo>
                  <a:lnTo>
                    <a:pt x="752672" y="1692153"/>
                  </a:lnTo>
                  <a:lnTo>
                    <a:pt x="752898" y="1692438"/>
                  </a:lnTo>
                  <a:lnTo>
                    <a:pt x="746446" y="1694687"/>
                  </a:lnTo>
                  <a:lnTo>
                    <a:pt x="745835" y="1705715"/>
                  </a:lnTo>
                  <a:lnTo>
                    <a:pt x="738880" y="1709367"/>
                  </a:lnTo>
                  <a:lnTo>
                    <a:pt x="739898" y="1713338"/>
                  </a:lnTo>
                  <a:lnTo>
                    <a:pt x="742451" y="1718224"/>
                  </a:lnTo>
                  <a:lnTo>
                    <a:pt x="737066" y="1720238"/>
                  </a:lnTo>
                  <a:lnTo>
                    <a:pt x="734529" y="1724944"/>
                  </a:lnTo>
                  <a:lnTo>
                    <a:pt x="735880" y="1732192"/>
                  </a:lnTo>
                  <a:lnTo>
                    <a:pt x="734061" y="1738412"/>
                  </a:lnTo>
                  <a:lnTo>
                    <a:pt x="734214" y="1744841"/>
                  </a:lnTo>
                  <a:lnTo>
                    <a:pt x="737600" y="1750304"/>
                  </a:lnTo>
                  <a:lnTo>
                    <a:pt x="732032" y="1754579"/>
                  </a:lnTo>
                  <a:lnTo>
                    <a:pt x="725887" y="1754414"/>
                  </a:lnTo>
                  <a:lnTo>
                    <a:pt x="723788" y="1758764"/>
                  </a:lnTo>
                  <a:lnTo>
                    <a:pt x="729993" y="1763210"/>
                  </a:lnTo>
                  <a:lnTo>
                    <a:pt x="729910" y="1763429"/>
                  </a:lnTo>
                  <a:lnTo>
                    <a:pt x="727219" y="1770533"/>
                  </a:lnTo>
                  <a:lnTo>
                    <a:pt x="730568" y="1775842"/>
                  </a:lnTo>
                  <a:lnTo>
                    <a:pt x="734666" y="1780643"/>
                  </a:lnTo>
                  <a:lnTo>
                    <a:pt x="727887" y="1786817"/>
                  </a:lnTo>
                  <a:lnTo>
                    <a:pt x="727020" y="1787606"/>
                  </a:lnTo>
                  <a:lnTo>
                    <a:pt x="771064" y="1783238"/>
                  </a:lnTo>
                  <a:lnTo>
                    <a:pt x="776174" y="1782709"/>
                  </a:lnTo>
                  <a:lnTo>
                    <a:pt x="788542" y="1781416"/>
                  </a:lnTo>
                  <a:lnTo>
                    <a:pt x="813515" y="1778755"/>
                  </a:lnTo>
                  <a:lnTo>
                    <a:pt x="820660" y="1777981"/>
                  </a:lnTo>
                  <a:lnTo>
                    <a:pt x="841069" y="1775713"/>
                  </a:lnTo>
                  <a:lnTo>
                    <a:pt x="843159" y="1775479"/>
                  </a:lnTo>
                  <a:lnTo>
                    <a:pt x="864485" y="1773055"/>
                  </a:lnTo>
                  <a:lnTo>
                    <a:pt x="864623" y="1773039"/>
                  </a:lnTo>
                  <a:lnTo>
                    <a:pt x="873826" y="1771961"/>
                  </a:lnTo>
                  <a:lnTo>
                    <a:pt x="912349" y="1767344"/>
                  </a:lnTo>
                  <a:lnTo>
                    <a:pt x="918902" y="1766545"/>
                  </a:lnTo>
                  <a:lnTo>
                    <a:pt x="930361" y="1765152"/>
                  </a:lnTo>
                  <a:lnTo>
                    <a:pt x="929167" y="1776416"/>
                  </a:lnTo>
                  <a:lnTo>
                    <a:pt x="925898" y="1788318"/>
                  </a:lnTo>
                  <a:lnTo>
                    <a:pt x="922314" y="1800334"/>
                  </a:lnTo>
                  <a:lnTo>
                    <a:pt x="924130" y="1807378"/>
                  </a:lnTo>
                  <a:lnTo>
                    <a:pt x="924902" y="1810370"/>
                  </a:lnTo>
                  <a:lnTo>
                    <a:pt x="929292" y="1821351"/>
                  </a:lnTo>
                  <a:lnTo>
                    <a:pt x="938695" y="1829432"/>
                  </a:lnTo>
                  <a:lnTo>
                    <a:pt x="940336" y="1832154"/>
                  </a:lnTo>
                  <a:lnTo>
                    <a:pt x="943137" y="1836795"/>
                  </a:lnTo>
                  <a:lnTo>
                    <a:pt x="949226" y="1849213"/>
                  </a:lnTo>
                  <a:lnTo>
                    <a:pt x="953233" y="1860064"/>
                  </a:lnTo>
                  <a:lnTo>
                    <a:pt x="962622" y="1863443"/>
                  </a:lnTo>
                  <a:lnTo>
                    <a:pt x="954452" y="1869152"/>
                  </a:lnTo>
                  <a:lnTo>
                    <a:pt x="949186" y="1872823"/>
                  </a:lnTo>
                  <a:lnTo>
                    <a:pt x="946847" y="1878369"/>
                  </a:lnTo>
                  <a:lnTo>
                    <a:pt x="936603" y="1883401"/>
                  </a:lnTo>
                  <a:lnTo>
                    <a:pt x="930210" y="1887508"/>
                  </a:lnTo>
                  <a:lnTo>
                    <a:pt x="930210" y="1887760"/>
                  </a:lnTo>
                  <a:lnTo>
                    <a:pt x="930213" y="1895669"/>
                  </a:lnTo>
                  <a:lnTo>
                    <a:pt x="936542" y="1897247"/>
                  </a:lnTo>
                  <a:lnTo>
                    <a:pt x="942315" y="1898593"/>
                  </a:lnTo>
                  <a:lnTo>
                    <a:pt x="947443" y="1903394"/>
                  </a:lnTo>
                  <a:lnTo>
                    <a:pt x="953465" y="1903974"/>
                  </a:lnTo>
                  <a:lnTo>
                    <a:pt x="958514" y="1901154"/>
                  </a:lnTo>
                  <a:lnTo>
                    <a:pt x="959769" y="1888283"/>
                  </a:lnTo>
                  <a:lnTo>
                    <a:pt x="967683" y="1880205"/>
                  </a:lnTo>
                  <a:lnTo>
                    <a:pt x="972742" y="1877100"/>
                  </a:lnTo>
                  <a:lnTo>
                    <a:pt x="983777" y="1875961"/>
                  </a:lnTo>
                  <a:lnTo>
                    <a:pt x="987560" y="1871462"/>
                  </a:lnTo>
                  <a:lnTo>
                    <a:pt x="994494" y="1865199"/>
                  </a:lnTo>
                  <a:lnTo>
                    <a:pt x="999662" y="1862760"/>
                  </a:lnTo>
                  <a:lnTo>
                    <a:pt x="1000517" y="1873278"/>
                  </a:lnTo>
                  <a:lnTo>
                    <a:pt x="998233" y="1882323"/>
                  </a:lnTo>
                  <a:lnTo>
                    <a:pt x="997458" y="1890883"/>
                  </a:lnTo>
                  <a:lnTo>
                    <a:pt x="997540" y="1896892"/>
                  </a:lnTo>
                  <a:lnTo>
                    <a:pt x="992371" y="1906743"/>
                  </a:lnTo>
                  <a:lnTo>
                    <a:pt x="995373" y="1912175"/>
                  </a:lnTo>
                  <a:lnTo>
                    <a:pt x="981373" y="1912140"/>
                  </a:lnTo>
                  <a:lnTo>
                    <a:pt x="981996" y="1923099"/>
                  </a:lnTo>
                  <a:lnTo>
                    <a:pt x="975730" y="1927605"/>
                  </a:lnTo>
                  <a:lnTo>
                    <a:pt x="972139" y="1930315"/>
                  </a:lnTo>
                  <a:lnTo>
                    <a:pt x="971756" y="1930604"/>
                  </a:lnTo>
                  <a:lnTo>
                    <a:pt x="968249" y="1928911"/>
                  </a:lnTo>
                  <a:lnTo>
                    <a:pt x="961504" y="1934482"/>
                  </a:lnTo>
                  <a:lnTo>
                    <a:pt x="966395" y="1942154"/>
                  </a:lnTo>
                  <a:lnTo>
                    <a:pt x="966482" y="1948323"/>
                  </a:lnTo>
                  <a:lnTo>
                    <a:pt x="971286" y="1955130"/>
                  </a:lnTo>
                  <a:lnTo>
                    <a:pt x="977040" y="1957951"/>
                  </a:lnTo>
                  <a:lnTo>
                    <a:pt x="988304" y="1958365"/>
                  </a:lnTo>
                  <a:lnTo>
                    <a:pt x="995706" y="1957916"/>
                  </a:lnTo>
                  <a:lnTo>
                    <a:pt x="1002240" y="1963463"/>
                  </a:lnTo>
                  <a:lnTo>
                    <a:pt x="1008367" y="1961760"/>
                  </a:lnTo>
                  <a:lnTo>
                    <a:pt x="1016371" y="1968843"/>
                  </a:lnTo>
                  <a:lnTo>
                    <a:pt x="1019070" y="1975936"/>
                  </a:lnTo>
                  <a:lnTo>
                    <a:pt x="1028961" y="1975227"/>
                  </a:lnTo>
                  <a:lnTo>
                    <a:pt x="1030865" y="1980981"/>
                  </a:lnTo>
                  <a:lnTo>
                    <a:pt x="1026186" y="1991045"/>
                  </a:lnTo>
                  <a:lnTo>
                    <a:pt x="1020982" y="1993768"/>
                  </a:lnTo>
                  <a:lnTo>
                    <a:pt x="1018055" y="1999656"/>
                  </a:lnTo>
                  <a:lnTo>
                    <a:pt x="1019194" y="2004240"/>
                  </a:lnTo>
                  <a:lnTo>
                    <a:pt x="1010553" y="2001485"/>
                  </a:lnTo>
                  <a:lnTo>
                    <a:pt x="1005669" y="1997641"/>
                  </a:lnTo>
                  <a:lnTo>
                    <a:pt x="999475" y="2004384"/>
                  </a:lnTo>
                  <a:lnTo>
                    <a:pt x="991858" y="2014815"/>
                  </a:lnTo>
                  <a:lnTo>
                    <a:pt x="990526" y="2004652"/>
                  </a:lnTo>
                  <a:lnTo>
                    <a:pt x="994440" y="1997355"/>
                  </a:lnTo>
                  <a:lnTo>
                    <a:pt x="990586" y="1991404"/>
                  </a:lnTo>
                  <a:lnTo>
                    <a:pt x="985656" y="1988848"/>
                  </a:lnTo>
                  <a:lnTo>
                    <a:pt x="979402" y="1981410"/>
                  </a:lnTo>
                  <a:lnTo>
                    <a:pt x="970190" y="1979116"/>
                  </a:lnTo>
                  <a:lnTo>
                    <a:pt x="965504" y="1978502"/>
                  </a:lnTo>
                  <a:lnTo>
                    <a:pt x="961442" y="1974208"/>
                  </a:lnTo>
                  <a:lnTo>
                    <a:pt x="951893" y="1973672"/>
                  </a:lnTo>
                  <a:lnTo>
                    <a:pt x="939078" y="1973351"/>
                  </a:lnTo>
                  <a:lnTo>
                    <a:pt x="934793" y="1975309"/>
                  </a:lnTo>
                  <a:lnTo>
                    <a:pt x="932876" y="1977280"/>
                  </a:lnTo>
                  <a:lnTo>
                    <a:pt x="927518" y="1982782"/>
                  </a:lnTo>
                  <a:lnTo>
                    <a:pt x="917275" y="1992660"/>
                  </a:lnTo>
                  <a:lnTo>
                    <a:pt x="914100" y="1995408"/>
                  </a:lnTo>
                  <a:lnTo>
                    <a:pt x="910761" y="1998295"/>
                  </a:lnTo>
                  <a:lnTo>
                    <a:pt x="900491" y="2006807"/>
                  </a:lnTo>
                  <a:lnTo>
                    <a:pt x="888621" y="2010779"/>
                  </a:lnTo>
                  <a:lnTo>
                    <a:pt x="880553" y="2012343"/>
                  </a:lnTo>
                  <a:lnTo>
                    <a:pt x="876974" y="2013034"/>
                  </a:lnTo>
                  <a:lnTo>
                    <a:pt x="872002" y="2013246"/>
                  </a:lnTo>
                  <a:lnTo>
                    <a:pt x="854154" y="2015320"/>
                  </a:lnTo>
                  <a:lnTo>
                    <a:pt x="843865" y="2018614"/>
                  </a:lnTo>
                  <a:lnTo>
                    <a:pt x="836850" y="2019103"/>
                  </a:lnTo>
                  <a:lnTo>
                    <a:pt x="830672" y="2018032"/>
                  </a:lnTo>
                  <a:lnTo>
                    <a:pt x="829078" y="2012150"/>
                  </a:lnTo>
                  <a:lnTo>
                    <a:pt x="821452" y="2005828"/>
                  </a:lnTo>
                  <a:lnTo>
                    <a:pt x="815039" y="2005617"/>
                  </a:lnTo>
                  <a:lnTo>
                    <a:pt x="804621" y="2004436"/>
                  </a:lnTo>
                  <a:lnTo>
                    <a:pt x="797319" y="2001420"/>
                  </a:lnTo>
                  <a:lnTo>
                    <a:pt x="783880" y="1999108"/>
                  </a:lnTo>
                  <a:lnTo>
                    <a:pt x="777246" y="1993457"/>
                  </a:lnTo>
                  <a:lnTo>
                    <a:pt x="783253" y="1989008"/>
                  </a:lnTo>
                  <a:lnTo>
                    <a:pt x="784043" y="1985021"/>
                  </a:lnTo>
                  <a:lnTo>
                    <a:pt x="776369" y="1982057"/>
                  </a:lnTo>
                  <a:lnTo>
                    <a:pt x="772816" y="1978802"/>
                  </a:lnTo>
                  <a:lnTo>
                    <a:pt x="774355" y="1975704"/>
                  </a:lnTo>
                  <a:lnTo>
                    <a:pt x="768728" y="1969740"/>
                  </a:lnTo>
                  <a:lnTo>
                    <a:pt x="761775" y="1973793"/>
                  </a:lnTo>
                  <a:lnTo>
                    <a:pt x="758802" y="1970475"/>
                  </a:lnTo>
                  <a:lnTo>
                    <a:pt x="753540" y="1966975"/>
                  </a:lnTo>
                  <a:lnTo>
                    <a:pt x="752492" y="1962823"/>
                  </a:lnTo>
                  <a:lnTo>
                    <a:pt x="751710" y="1959374"/>
                  </a:lnTo>
                  <a:lnTo>
                    <a:pt x="745026" y="1955467"/>
                  </a:lnTo>
                  <a:lnTo>
                    <a:pt x="740300" y="1955991"/>
                  </a:lnTo>
                  <a:lnTo>
                    <a:pt x="741772" y="1947350"/>
                  </a:lnTo>
                  <a:lnTo>
                    <a:pt x="736612" y="1942079"/>
                  </a:lnTo>
                  <a:lnTo>
                    <a:pt x="728986" y="1942372"/>
                  </a:lnTo>
                  <a:lnTo>
                    <a:pt x="721553" y="1946086"/>
                  </a:lnTo>
                  <a:lnTo>
                    <a:pt x="716906" y="1949269"/>
                  </a:lnTo>
                  <a:lnTo>
                    <a:pt x="716229" y="1953734"/>
                  </a:lnTo>
                  <a:lnTo>
                    <a:pt x="715463" y="1958774"/>
                  </a:lnTo>
                  <a:lnTo>
                    <a:pt x="723313" y="1961912"/>
                  </a:lnTo>
                  <a:lnTo>
                    <a:pt x="733626" y="1964225"/>
                  </a:lnTo>
                  <a:lnTo>
                    <a:pt x="728209" y="1974521"/>
                  </a:lnTo>
                  <a:lnTo>
                    <a:pt x="722583" y="1977089"/>
                  </a:lnTo>
                  <a:lnTo>
                    <a:pt x="711967" y="1972567"/>
                  </a:lnTo>
                  <a:lnTo>
                    <a:pt x="698975" y="1967069"/>
                  </a:lnTo>
                  <a:lnTo>
                    <a:pt x="697550" y="1966605"/>
                  </a:lnTo>
                  <a:lnTo>
                    <a:pt x="695126" y="1965814"/>
                  </a:lnTo>
                  <a:lnTo>
                    <a:pt x="684953" y="1967243"/>
                  </a:lnTo>
                  <a:lnTo>
                    <a:pt x="675231" y="1973349"/>
                  </a:lnTo>
                  <a:lnTo>
                    <a:pt x="667529" y="1975008"/>
                  </a:lnTo>
                  <a:lnTo>
                    <a:pt x="658000" y="1973871"/>
                  </a:lnTo>
                  <a:lnTo>
                    <a:pt x="650956" y="1972803"/>
                  </a:lnTo>
                  <a:lnTo>
                    <a:pt x="640553" y="1971684"/>
                  </a:lnTo>
                  <a:lnTo>
                    <a:pt x="635235" y="1970730"/>
                  </a:lnTo>
                  <a:lnTo>
                    <a:pt x="627665" y="1969367"/>
                  </a:lnTo>
                  <a:lnTo>
                    <a:pt x="605791" y="1961881"/>
                  </a:lnTo>
                  <a:lnTo>
                    <a:pt x="593146" y="1957526"/>
                  </a:lnTo>
                  <a:lnTo>
                    <a:pt x="582625" y="1955246"/>
                  </a:lnTo>
                  <a:lnTo>
                    <a:pt x="572825" y="1953382"/>
                  </a:lnTo>
                  <a:lnTo>
                    <a:pt x="559924" y="1953824"/>
                  </a:lnTo>
                  <a:lnTo>
                    <a:pt x="547461" y="1955735"/>
                  </a:lnTo>
                  <a:lnTo>
                    <a:pt x="533678" y="1957276"/>
                  </a:lnTo>
                  <a:lnTo>
                    <a:pt x="511809" y="1962213"/>
                  </a:lnTo>
                  <a:lnTo>
                    <a:pt x="505749" y="1965254"/>
                  </a:lnTo>
                  <a:lnTo>
                    <a:pt x="501730" y="1968585"/>
                  </a:lnTo>
                  <a:lnTo>
                    <a:pt x="498741" y="1964666"/>
                  </a:lnTo>
                  <a:lnTo>
                    <a:pt x="495464" y="1960251"/>
                  </a:lnTo>
                  <a:lnTo>
                    <a:pt x="490995" y="1955465"/>
                  </a:lnTo>
                  <a:lnTo>
                    <a:pt x="496789" y="1949040"/>
                  </a:lnTo>
                  <a:lnTo>
                    <a:pt x="498819" y="1946370"/>
                  </a:lnTo>
                  <a:lnTo>
                    <a:pt x="501029" y="1943461"/>
                  </a:lnTo>
                  <a:lnTo>
                    <a:pt x="503019" y="1935881"/>
                  </a:lnTo>
                  <a:lnTo>
                    <a:pt x="509733" y="1927114"/>
                  </a:lnTo>
                  <a:lnTo>
                    <a:pt x="513272" y="1923056"/>
                  </a:lnTo>
                  <a:lnTo>
                    <a:pt x="513499" y="1922796"/>
                  </a:lnTo>
                  <a:lnTo>
                    <a:pt x="513213" y="1915593"/>
                  </a:lnTo>
                  <a:lnTo>
                    <a:pt x="512598" y="1908070"/>
                  </a:lnTo>
                  <a:lnTo>
                    <a:pt x="511168" y="1901829"/>
                  </a:lnTo>
                  <a:lnTo>
                    <a:pt x="511272" y="1899508"/>
                  </a:lnTo>
                  <a:lnTo>
                    <a:pt x="511447" y="1895595"/>
                  </a:lnTo>
                  <a:lnTo>
                    <a:pt x="505299" y="1889313"/>
                  </a:lnTo>
                  <a:lnTo>
                    <a:pt x="506401" y="1880937"/>
                  </a:lnTo>
                  <a:lnTo>
                    <a:pt x="507129" y="1880201"/>
                  </a:lnTo>
                  <a:lnTo>
                    <a:pt x="510742" y="1876549"/>
                  </a:lnTo>
                  <a:lnTo>
                    <a:pt x="509349" y="1867196"/>
                  </a:lnTo>
                  <a:lnTo>
                    <a:pt x="507000" y="1862612"/>
                  </a:lnTo>
                  <a:lnTo>
                    <a:pt x="511453" y="1856382"/>
                  </a:lnTo>
                  <a:lnTo>
                    <a:pt x="511114" y="1852372"/>
                  </a:lnTo>
                  <a:lnTo>
                    <a:pt x="516616" y="1845196"/>
                  </a:lnTo>
                  <a:lnTo>
                    <a:pt x="517467" y="1837891"/>
                  </a:lnTo>
                  <a:lnTo>
                    <a:pt x="522145" y="1829563"/>
                  </a:lnTo>
                  <a:lnTo>
                    <a:pt x="522761" y="1821294"/>
                  </a:lnTo>
                  <a:lnTo>
                    <a:pt x="523130" y="1820271"/>
                  </a:lnTo>
                  <a:lnTo>
                    <a:pt x="525284" y="1814284"/>
                  </a:lnTo>
                  <a:lnTo>
                    <a:pt x="522920" y="1809192"/>
                  </a:lnTo>
                  <a:lnTo>
                    <a:pt x="523693" y="1804012"/>
                  </a:lnTo>
                  <a:lnTo>
                    <a:pt x="524234" y="1798627"/>
                  </a:lnTo>
                  <a:lnTo>
                    <a:pt x="522646" y="1789191"/>
                  </a:lnTo>
                  <a:lnTo>
                    <a:pt x="522743" y="1782159"/>
                  </a:lnTo>
                  <a:lnTo>
                    <a:pt x="520893" y="1782397"/>
                  </a:lnTo>
                  <a:lnTo>
                    <a:pt x="515776" y="1783051"/>
                  </a:lnTo>
                  <a:lnTo>
                    <a:pt x="515581" y="1783075"/>
                  </a:lnTo>
                  <a:lnTo>
                    <a:pt x="513742" y="1773701"/>
                  </a:lnTo>
                  <a:lnTo>
                    <a:pt x="506856" y="1769052"/>
                  </a:lnTo>
                  <a:lnTo>
                    <a:pt x="507048" y="1759869"/>
                  </a:lnTo>
                  <a:lnTo>
                    <a:pt x="503491" y="1753531"/>
                  </a:lnTo>
                  <a:lnTo>
                    <a:pt x="497655" y="1748970"/>
                  </a:lnTo>
                  <a:lnTo>
                    <a:pt x="499883" y="1744425"/>
                  </a:lnTo>
                  <a:lnTo>
                    <a:pt x="493134" y="1742037"/>
                  </a:lnTo>
                  <a:lnTo>
                    <a:pt x="487657" y="1735143"/>
                  </a:lnTo>
                  <a:lnTo>
                    <a:pt x="489298" y="1730531"/>
                  </a:lnTo>
                  <a:lnTo>
                    <a:pt x="490115" y="1720792"/>
                  </a:lnTo>
                  <a:lnTo>
                    <a:pt x="484003" y="1708256"/>
                  </a:lnTo>
                  <a:lnTo>
                    <a:pt x="481069" y="1703660"/>
                  </a:lnTo>
                  <a:lnTo>
                    <a:pt x="477378" y="1697871"/>
                  </a:lnTo>
                  <a:lnTo>
                    <a:pt x="469936" y="1694276"/>
                  </a:lnTo>
                  <a:lnTo>
                    <a:pt x="464035" y="1688093"/>
                  </a:lnTo>
                  <a:lnTo>
                    <a:pt x="462627" y="1686616"/>
                  </a:lnTo>
                  <a:lnTo>
                    <a:pt x="461442" y="1668672"/>
                  </a:lnTo>
                  <a:lnTo>
                    <a:pt x="461002" y="1661505"/>
                  </a:lnTo>
                  <a:lnTo>
                    <a:pt x="459732" y="1640846"/>
                  </a:lnTo>
                  <a:lnTo>
                    <a:pt x="459509" y="1637303"/>
                  </a:lnTo>
                  <a:lnTo>
                    <a:pt x="458175" y="1616088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h85"/>
            <p:cNvSpPr/>
            <p:nvPr/>
          </p:nvSpPr>
          <p:spPr>
            <a:xfrm>
              <a:off x="6253208" y="1041637"/>
              <a:ext cx="464955" cy="1608591"/>
            </a:xfrm>
            <a:custGeom>
              <a:avLst/>
              <a:pathLst>
                <a:path w="464955" h="1608591">
                  <a:moveTo>
                    <a:pt x="457200" y="1600200"/>
                  </a:moveTo>
                  <a:lnTo>
                    <a:pt x="460307" y="1596267"/>
                  </a:lnTo>
                  <a:lnTo>
                    <a:pt x="464955" y="1601843"/>
                  </a:lnTo>
                  <a:lnTo>
                    <a:pt x="463880" y="1608591"/>
                  </a:lnTo>
                  <a:lnTo>
                    <a:pt x="457859" y="160677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h86"/>
            <p:cNvSpPr/>
            <p:nvPr/>
          </p:nvSpPr>
          <p:spPr>
            <a:xfrm>
              <a:off x="6014277" y="944076"/>
              <a:ext cx="809518" cy="1853882"/>
            </a:xfrm>
            <a:custGeom>
              <a:avLst/>
              <a:pathLst>
                <a:path w="809518" h="1853882">
                  <a:moveTo>
                    <a:pt x="457200" y="1600200"/>
                  </a:moveTo>
                  <a:lnTo>
                    <a:pt x="460588" y="1598022"/>
                  </a:lnTo>
                  <a:lnTo>
                    <a:pt x="461183" y="1593354"/>
                  </a:lnTo>
                  <a:lnTo>
                    <a:pt x="466857" y="1592953"/>
                  </a:lnTo>
                  <a:lnTo>
                    <a:pt x="471413" y="1595971"/>
                  </a:lnTo>
                  <a:lnTo>
                    <a:pt x="475487" y="1602108"/>
                  </a:lnTo>
                  <a:lnTo>
                    <a:pt x="479583" y="1601151"/>
                  </a:lnTo>
                  <a:lnTo>
                    <a:pt x="478766" y="1596424"/>
                  </a:lnTo>
                  <a:lnTo>
                    <a:pt x="478433" y="1594503"/>
                  </a:lnTo>
                  <a:lnTo>
                    <a:pt x="479037" y="1590930"/>
                  </a:lnTo>
                  <a:lnTo>
                    <a:pt x="476841" y="1587746"/>
                  </a:lnTo>
                  <a:lnTo>
                    <a:pt x="476339" y="1583187"/>
                  </a:lnTo>
                  <a:lnTo>
                    <a:pt x="473731" y="1580986"/>
                  </a:lnTo>
                  <a:lnTo>
                    <a:pt x="475893" y="1575969"/>
                  </a:lnTo>
                  <a:lnTo>
                    <a:pt x="478091" y="1575493"/>
                  </a:lnTo>
                  <a:lnTo>
                    <a:pt x="481433" y="1578117"/>
                  </a:lnTo>
                  <a:lnTo>
                    <a:pt x="485818" y="1577083"/>
                  </a:lnTo>
                  <a:lnTo>
                    <a:pt x="489767" y="1576996"/>
                  </a:lnTo>
                  <a:lnTo>
                    <a:pt x="487722" y="1571806"/>
                  </a:lnTo>
                  <a:lnTo>
                    <a:pt x="483471" y="1570138"/>
                  </a:lnTo>
                  <a:lnTo>
                    <a:pt x="477003" y="1564808"/>
                  </a:lnTo>
                  <a:lnTo>
                    <a:pt x="477416" y="1557387"/>
                  </a:lnTo>
                  <a:lnTo>
                    <a:pt x="478967" y="1552151"/>
                  </a:lnTo>
                  <a:lnTo>
                    <a:pt x="482159" y="1546508"/>
                  </a:lnTo>
                  <a:lnTo>
                    <a:pt x="483546" y="1540908"/>
                  </a:lnTo>
                  <a:lnTo>
                    <a:pt x="490334" y="1533323"/>
                  </a:lnTo>
                  <a:lnTo>
                    <a:pt x="493971" y="1527701"/>
                  </a:lnTo>
                  <a:lnTo>
                    <a:pt x="489098" y="1522667"/>
                  </a:lnTo>
                  <a:lnTo>
                    <a:pt x="489598" y="1519438"/>
                  </a:lnTo>
                  <a:lnTo>
                    <a:pt x="492840" y="1512001"/>
                  </a:lnTo>
                  <a:lnTo>
                    <a:pt x="496748" y="1505427"/>
                  </a:lnTo>
                  <a:lnTo>
                    <a:pt x="495335" y="1500225"/>
                  </a:lnTo>
                  <a:lnTo>
                    <a:pt x="492971" y="1497155"/>
                  </a:lnTo>
                  <a:lnTo>
                    <a:pt x="489251" y="1498748"/>
                  </a:lnTo>
                  <a:lnTo>
                    <a:pt x="488345" y="1494066"/>
                  </a:lnTo>
                  <a:lnTo>
                    <a:pt x="486277" y="1492156"/>
                  </a:lnTo>
                  <a:lnTo>
                    <a:pt x="485210" y="1486839"/>
                  </a:lnTo>
                  <a:lnTo>
                    <a:pt x="486584" y="1480905"/>
                  </a:lnTo>
                  <a:lnTo>
                    <a:pt x="486784" y="1475148"/>
                  </a:lnTo>
                  <a:lnTo>
                    <a:pt x="480775" y="1471688"/>
                  </a:lnTo>
                  <a:lnTo>
                    <a:pt x="480786" y="1463447"/>
                  </a:lnTo>
                  <a:lnTo>
                    <a:pt x="480837" y="1458263"/>
                  </a:lnTo>
                  <a:lnTo>
                    <a:pt x="482245" y="1455601"/>
                  </a:lnTo>
                  <a:lnTo>
                    <a:pt x="480669" y="1451955"/>
                  </a:lnTo>
                  <a:lnTo>
                    <a:pt x="482918" y="1447021"/>
                  </a:lnTo>
                  <a:lnTo>
                    <a:pt x="485195" y="1442945"/>
                  </a:lnTo>
                  <a:lnTo>
                    <a:pt x="486981" y="1438649"/>
                  </a:lnTo>
                  <a:lnTo>
                    <a:pt x="488193" y="1435616"/>
                  </a:lnTo>
                  <a:lnTo>
                    <a:pt x="483921" y="1417698"/>
                  </a:lnTo>
                  <a:lnTo>
                    <a:pt x="480295" y="1402580"/>
                  </a:lnTo>
                  <a:lnTo>
                    <a:pt x="485767" y="1375858"/>
                  </a:lnTo>
                  <a:lnTo>
                    <a:pt x="493460" y="1338584"/>
                  </a:lnTo>
                  <a:lnTo>
                    <a:pt x="497294" y="1319916"/>
                  </a:lnTo>
                  <a:lnTo>
                    <a:pt x="504149" y="1288717"/>
                  </a:lnTo>
                  <a:lnTo>
                    <a:pt x="509314" y="1287397"/>
                  </a:lnTo>
                  <a:lnTo>
                    <a:pt x="513693" y="1287648"/>
                  </a:lnTo>
                  <a:lnTo>
                    <a:pt x="519602" y="1287040"/>
                  </a:lnTo>
                  <a:lnTo>
                    <a:pt x="520628" y="1292684"/>
                  </a:lnTo>
                  <a:lnTo>
                    <a:pt x="528072" y="1307765"/>
                  </a:lnTo>
                  <a:lnTo>
                    <a:pt x="535274" y="1309180"/>
                  </a:lnTo>
                  <a:lnTo>
                    <a:pt x="541930" y="1311066"/>
                  </a:lnTo>
                  <a:lnTo>
                    <a:pt x="547561" y="1303535"/>
                  </a:lnTo>
                  <a:lnTo>
                    <a:pt x="556008" y="1296293"/>
                  </a:lnTo>
                  <a:lnTo>
                    <a:pt x="561097" y="1293190"/>
                  </a:lnTo>
                  <a:lnTo>
                    <a:pt x="560745" y="1288897"/>
                  </a:lnTo>
                  <a:lnTo>
                    <a:pt x="566204" y="1284509"/>
                  </a:lnTo>
                  <a:lnTo>
                    <a:pt x="570326" y="1284196"/>
                  </a:lnTo>
                  <a:lnTo>
                    <a:pt x="576445" y="1280711"/>
                  </a:lnTo>
                  <a:lnTo>
                    <a:pt x="574080" y="1276952"/>
                  </a:lnTo>
                  <a:lnTo>
                    <a:pt x="574394" y="1272868"/>
                  </a:lnTo>
                  <a:lnTo>
                    <a:pt x="581459" y="1270076"/>
                  </a:lnTo>
                  <a:lnTo>
                    <a:pt x="587117" y="1269557"/>
                  </a:lnTo>
                  <a:lnTo>
                    <a:pt x="592240" y="1270878"/>
                  </a:lnTo>
                  <a:lnTo>
                    <a:pt x="599688" y="1273451"/>
                  </a:lnTo>
                  <a:lnTo>
                    <a:pt x="608807" y="1276942"/>
                  </a:lnTo>
                  <a:lnTo>
                    <a:pt x="613373" y="1277944"/>
                  </a:lnTo>
                  <a:lnTo>
                    <a:pt x="622023" y="1284848"/>
                  </a:lnTo>
                  <a:lnTo>
                    <a:pt x="632227" y="1287699"/>
                  </a:lnTo>
                  <a:lnTo>
                    <a:pt x="645733" y="1319219"/>
                  </a:lnTo>
                  <a:lnTo>
                    <a:pt x="655442" y="1341648"/>
                  </a:lnTo>
                  <a:lnTo>
                    <a:pt x="671914" y="1378987"/>
                  </a:lnTo>
                  <a:lnTo>
                    <a:pt x="683951" y="1407005"/>
                  </a:lnTo>
                  <a:lnTo>
                    <a:pt x="688933" y="1418680"/>
                  </a:lnTo>
                  <a:lnTo>
                    <a:pt x="692231" y="1420036"/>
                  </a:lnTo>
                  <a:lnTo>
                    <a:pt x="690478" y="1427505"/>
                  </a:lnTo>
                  <a:lnTo>
                    <a:pt x="695511" y="1430746"/>
                  </a:lnTo>
                  <a:lnTo>
                    <a:pt x="694799" y="1437737"/>
                  </a:lnTo>
                  <a:lnTo>
                    <a:pt x="698975" y="1442878"/>
                  </a:lnTo>
                  <a:lnTo>
                    <a:pt x="699903" y="1449690"/>
                  </a:lnTo>
                  <a:lnTo>
                    <a:pt x="699921" y="1449826"/>
                  </a:lnTo>
                  <a:lnTo>
                    <a:pt x="707101" y="1446481"/>
                  </a:lnTo>
                  <a:lnTo>
                    <a:pt x="712223" y="1450926"/>
                  </a:lnTo>
                  <a:lnTo>
                    <a:pt x="716104" y="1450542"/>
                  </a:lnTo>
                  <a:lnTo>
                    <a:pt x="724953" y="1450242"/>
                  </a:lnTo>
                  <a:lnTo>
                    <a:pt x="730704" y="1446425"/>
                  </a:lnTo>
                  <a:lnTo>
                    <a:pt x="734796" y="1449115"/>
                  </a:lnTo>
                  <a:lnTo>
                    <a:pt x="738762" y="1457074"/>
                  </a:lnTo>
                  <a:lnTo>
                    <a:pt x="734349" y="1459681"/>
                  </a:lnTo>
                  <a:lnTo>
                    <a:pt x="736004" y="1465217"/>
                  </a:lnTo>
                  <a:lnTo>
                    <a:pt x="744347" y="1472362"/>
                  </a:lnTo>
                  <a:lnTo>
                    <a:pt x="745358" y="1482061"/>
                  </a:lnTo>
                  <a:lnTo>
                    <a:pt x="745400" y="1486496"/>
                  </a:lnTo>
                  <a:lnTo>
                    <a:pt x="748840" y="1488722"/>
                  </a:lnTo>
                  <a:lnTo>
                    <a:pt x="758082" y="1496680"/>
                  </a:lnTo>
                  <a:lnTo>
                    <a:pt x="763482" y="1498238"/>
                  </a:lnTo>
                  <a:lnTo>
                    <a:pt x="765716" y="1494329"/>
                  </a:lnTo>
                  <a:lnTo>
                    <a:pt x="765648" y="1488208"/>
                  </a:lnTo>
                  <a:lnTo>
                    <a:pt x="771899" y="1488154"/>
                  </a:lnTo>
                  <a:lnTo>
                    <a:pt x="775676" y="1487654"/>
                  </a:lnTo>
                  <a:lnTo>
                    <a:pt x="782028" y="1491828"/>
                  </a:lnTo>
                  <a:lnTo>
                    <a:pt x="785899" y="1496146"/>
                  </a:lnTo>
                  <a:lnTo>
                    <a:pt x="788532" y="1500393"/>
                  </a:lnTo>
                  <a:lnTo>
                    <a:pt x="796824" y="1509125"/>
                  </a:lnTo>
                  <a:lnTo>
                    <a:pt x="802584" y="1511629"/>
                  </a:lnTo>
                  <a:lnTo>
                    <a:pt x="804537" y="1518260"/>
                  </a:lnTo>
                  <a:lnTo>
                    <a:pt x="809518" y="1520434"/>
                  </a:lnTo>
                  <a:lnTo>
                    <a:pt x="805945" y="1528864"/>
                  </a:lnTo>
                  <a:lnTo>
                    <a:pt x="803509" y="1533592"/>
                  </a:lnTo>
                  <a:lnTo>
                    <a:pt x="801858" y="1539298"/>
                  </a:lnTo>
                  <a:lnTo>
                    <a:pt x="799827" y="1546299"/>
                  </a:lnTo>
                  <a:lnTo>
                    <a:pt x="795947" y="1551472"/>
                  </a:lnTo>
                  <a:lnTo>
                    <a:pt x="793121" y="1557976"/>
                  </a:lnTo>
                  <a:lnTo>
                    <a:pt x="785925" y="1557641"/>
                  </a:lnTo>
                  <a:lnTo>
                    <a:pt x="784565" y="1561289"/>
                  </a:lnTo>
                  <a:lnTo>
                    <a:pt x="780741" y="1563293"/>
                  </a:lnTo>
                  <a:lnTo>
                    <a:pt x="779463" y="1569964"/>
                  </a:lnTo>
                  <a:lnTo>
                    <a:pt x="779378" y="1576388"/>
                  </a:lnTo>
                  <a:lnTo>
                    <a:pt x="782420" y="1579612"/>
                  </a:lnTo>
                  <a:lnTo>
                    <a:pt x="778644" y="1587869"/>
                  </a:lnTo>
                  <a:lnTo>
                    <a:pt x="771429" y="1583025"/>
                  </a:lnTo>
                  <a:lnTo>
                    <a:pt x="768082" y="1579134"/>
                  </a:lnTo>
                  <a:lnTo>
                    <a:pt x="764968" y="1583783"/>
                  </a:lnTo>
                  <a:lnTo>
                    <a:pt x="758378" y="1587642"/>
                  </a:lnTo>
                  <a:lnTo>
                    <a:pt x="756291" y="1592700"/>
                  </a:lnTo>
                  <a:lnTo>
                    <a:pt x="757103" y="1598584"/>
                  </a:lnTo>
                  <a:lnTo>
                    <a:pt x="754767" y="1603089"/>
                  </a:lnTo>
                  <a:lnTo>
                    <a:pt x="750983" y="1602367"/>
                  </a:lnTo>
                  <a:lnTo>
                    <a:pt x="750598" y="1603108"/>
                  </a:lnTo>
                  <a:lnTo>
                    <a:pt x="748754" y="1606656"/>
                  </a:lnTo>
                  <a:lnTo>
                    <a:pt x="745785" y="1607491"/>
                  </a:lnTo>
                  <a:lnTo>
                    <a:pt x="745807" y="1615676"/>
                  </a:lnTo>
                  <a:lnTo>
                    <a:pt x="739828" y="1613615"/>
                  </a:lnTo>
                  <a:lnTo>
                    <a:pt x="736984" y="1611702"/>
                  </a:lnTo>
                  <a:lnTo>
                    <a:pt x="732523" y="1615441"/>
                  </a:lnTo>
                  <a:lnTo>
                    <a:pt x="735941" y="1620228"/>
                  </a:lnTo>
                  <a:lnTo>
                    <a:pt x="735506" y="1623401"/>
                  </a:lnTo>
                  <a:lnTo>
                    <a:pt x="734382" y="1629347"/>
                  </a:lnTo>
                  <a:lnTo>
                    <a:pt x="740774" y="1632255"/>
                  </a:lnTo>
                  <a:lnTo>
                    <a:pt x="729708" y="1635749"/>
                  </a:lnTo>
                  <a:lnTo>
                    <a:pt x="730831" y="1640447"/>
                  </a:lnTo>
                  <a:lnTo>
                    <a:pt x="733770" y="1651503"/>
                  </a:lnTo>
                  <a:lnTo>
                    <a:pt x="724684" y="1654174"/>
                  </a:lnTo>
                  <a:lnTo>
                    <a:pt x="720255" y="1658305"/>
                  </a:lnTo>
                  <a:lnTo>
                    <a:pt x="718418" y="1660433"/>
                  </a:lnTo>
                  <a:lnTo>
                    <a:pt x="715016" y="1664371"/>
                  </a:lnTo>
                  <a:lnTo>
                    <a:pt x="715233" y="1672710"/>
                  </a:lnTo>
                  <a:lnTo>
                    <a:pt x="712290" y="1674805"/>
                  </a:lnTo>
                  <a:lnTo>
                    <a:pt x="707889" y="1666711"/>
                  </a:lnTo>
                  <a:lnTo>
                    <a:pt x="699828" y="1672633"/>
                  </a:lnTo>
                  <a:lnTo>
                    <a:pt x="693677" y="1679632"/>
                  </a:lnTo>
                  <a:lnTo>
                    <a:pt x="688746" y="1674569"/>
                  </a:lnTo>
                  <a:lnTo>
                    <a:pt x="683828" y="1669357"/>
                  </a:lnTo>
                  <a:lnTo>
                    <a:pt x="686254" y="1664357"/>
                  </a:lnTo>
                  <a:lnTo>
                    <a:pt x="683537" y="1662695"/>
                  </a:lnTo>
                  <a:lnTo>
                    <a:pt x="678376" y="1659536"/>
                  </a:lnTo>
                  <a:lnTo>
                    <a:pt x="672233" y="1660480"/>
                  </a:lnTo>
                  <a:lnTo>
                    <a:pt x="670536" y="1660741"/>
                  </a:lnTo>
                  <a:lnTo>
                    <a:pt x="672257" y="1668523"/>
                  </a:lnTo>
                  <a:lnTo>
                    <a:pt x="672471" y="1674114"/>
                  </a:lnTo>
                  <a:lnTo>
                    <a:pt x="678384" y="1678635"/>
                  </a:lnTo>
                  <a:lnTo>
                    <a:pt x="677261" y="1684467"/>
                  </a:lnTo>
                  <a:lnTo>
                    <a:pt x="680775" y="1687585"/>
                  </a:lnTo>
                  <a:lnTo>
                    <a:pt x="679595" y="1692539"/>
                  </a:lnTo>
                  <a:lnTo>
                    <a:pt x="675049" y="1694081"/>
                  </a:lnTo>
                  <a:lnTo>
                    <a:pt x="671475" y="1695434"/>
                  </a:lnTo>
                  <a:lnTo>
                    <a:pt x="670942" y="1703238"/>
                  </a:lnTo>
                  <a:lnTo>
                    <a:pt x="668627" y="1704541"/>
                  </a:lnTo>
                  <a:lnTo>
                    <a:pt x="667404" y="1710398"/>
                  </a:lnTo>
                  <a:lnTo>
                    <a:pt x="665098" y="1714462"/>
                  </a:lnTo>
                  <a:lnTo>
                    <a:pt x="659564" y="1708393"/>
                  </a:lnTo>
                  <a:lnTo>
                    <a:pt x="656267" y="1706210"/>
                  </a:lnTo>
                  <a:lnTo>
                    <a:pt x="654639" y="1705131"/>
                  </a:lnTo>
                  <a:lnTo>
                    <a:pt x="653819" y="1710016"/>
                  </a:lnTo>
                  <a:lnTo>
                    <a:pt x="653130" y="1712138"/>
                  </a:lnTo>
                  <a:lnTo>
                    <a:pt x="651080" y="1722766"/>
                  </a:lnTo>
                  <a:lnTo>
                    <a:pt x="646881" y="1723968"/>
                  </a:lnTo>
                  <a:lnTo>
                    <a:pt x="645580" y="1726951"/>
                  </a:lnTo>
                  <a:lnTo>
                    <a:pt x="640550" y="1731643"/>
                  </a:lnTo>
                  <a:lnTo>
                    <a:pt x="637215" y="1734040"/>
                  </a:lnTo>
                  <a:lnTo>
                    <a:pt x="635639" y="1735171"/>
                  </a:lnTo>
                  <a:lnTo>
                    <a:pt x="634796" y="1742114"/>
                  </a:lnTo>
                  <a:lnTo>
                    <a:pt x="631138" y="1745729"/>
                  </a:lnTo>
                  <a:lnTo>
                    <a:pt x="630200" y="1749748"/>
                  </a:lnTo>
                  <a:lnTo>
                    <a:pt x="628270" y="1750050"/>
                  </a:lnTo>
                  <a:lnTo>
                    <a:pt x="625252" y="1743887"/>
                  </a:lnTo>
                  <a:lnTo>
                    <a:pt x="622837" y="1743816"/>
                  </a:lnTo>
                  <a:lnTo>
                    <a:pt x="620142" y="1743735"/>
                  </a:lnTo>
                  <a:lnTo>
                    <a:pt x="615930" y="1749588"/>
                  </a:lnTo>
                  <a:lnTo>
                    <a:pt x="616007" y="1754177"/>
                  </a:lnTo>
                  <a:lnTo>
                    <a:pt x="610099" y="1756065"/>
                  </a:lnTo>
                  <a:lnTo>
                    <a:pt x="609915" y="1761770"/>
                  </a:lnTo>
                  <a:lnTo>
                    <a:pt x="603846" y="1763784"/>
                  </a:lnTo>
                  <a:lnTo>
                    <a:pt x="603309" y="1768006"/>
                  </a:lnTo>
                  <a:lnTo>
                    <a:pt x="603303" y="1774636"/>
                  </a:lnTo>
                  <a:lnTo>
                    <a:pt x="605941" y="1778897"/>
                  </a:lnTo>
                  <a:lnTo>
                    <a:pt x="603488" y="1782303"/>
                  </a:lnTo>
                  <a:lnTo>
                    <a:pt x="597790" y="1786221"/>
                  </a:lnTo>
                  <a:lnTo>
                    <a:pt x="596297" y="1786692"/>
                  </a:lnTo>
                  <a:lnTo>
                    <a:pt x="594392" y="1787293"/>
                  </a:lnTo>
                  <a:lnTo>
                    <a:pt x="594233" y="1793067"/>
                  </a:lnTo>
                  <a:lnTo>
                    <a:pt x="600313" y="1794547"/>
                  </a:lnTo>
                  <a:lnTo>
                    <a:pt x="597630" y="1801773"/>
                  </a:lnTo>
                  <a:lnTo>
                    <a:pt x="597214" y="1808947"/>
                  </a:lnTo>
                  <a:lnTo>
                    <a:pt x="594009" y="1813016"/>
                  </a:lnTo>
                  <a:lnTo>
                    <a:pt x="589551" y="1814240"/>
                  </a:lnTo>
                  <a:lnTo>
                    <a:pt x="587519" y="1818028"/>
                  </a:lnTo>
                  <a:lnTo>
                    <a:pt x="587177" y="1825165"/>
                  </a:lnTo>
                  <a:lnTo>
                    <a:pt x="590063" y="1830572"/>
                  </a:lnTo>
                  <a:lnTo>
                    <a:pt x="590911" y="1838141"/>
                  </a:lnTo>
                  <a:lnTo>
                    <a:pt x="589975" y="1842411"/>
                  </a:lnTo>
                  <a:lnTo>
                    <a:pt x="588887" y="1850719"/>
                  </a:lnTo>
                  <a:lnTo>
                    <a:pt x="586439" y="1853882"/>
                  </a:lnTo>
                  <a:lnTo>
                    <a:pt x="581176" y="1853187"/>
                  </a:lnTo>
                  <a:lnTo>
                    <a:pt x="574035" y="1850093"/>
                  </a:lnTo>
                  <a:lnTo>
                    <a:pt x="573068" y="1849674"/>
                  </a:lnTo>
                  <a:lnTo>
                    <a:pt x="571156" y="1843574"/>
                  </a:lnTo>
                  <a:lnTo>
                    <a:pt x="570505" y="1838751"/>
                  </a:lnTo>
                  <a:lnTo>
                    <a:pt x="563264" y="1834387"/>
                  </a:lnTo>
                  <a:lnTo>
                    <a:pt x="556630" y="1829557"/>
                  </a:lnTo>
                  <a:lnTo>
                    <a:pt x="549390" y="1825394"/>
                  </a:lnTo>
                  <a:lnTo>
                    <a:pt x="548444" y="1818598"/>
                  </a:lnTo>
                  <a:lnTo>
                    <a:pt x="546095" y="1808628"/>
                  </a:lnTo>
                  <a:lnTo>
                    <a:pt x="544030" y="1805312"/>
                  </a:lnTo>
                  <a:lnTo>
                    <a:pt x="541992" y="1802038"/>
                  </a:lnTo>
                  <a:lnTo>
                    <a:pt x="535573" y="1786850"/>
                  </a:lnTo>
                  <a:lnTo>
                    <a:pt x="531148" y="1776121"/>
                  </a:lnTo>
                  <a:lnTo>
                    <a:pt x="528922" y="1770727"/>
                  </a:lnTo>
                  <a:lnTo>
                    <a:pt x="516964" y="1741053"/>
                  </a:lnTo>
                  <a:lnTo>
                    <a:pt x="509139" y="1721650"/>
                  </a:lnTo>
                  <a:lnTo>
                    <a:pt x="507878" y="1718613"/>
                  </a:lnTo>
                  <a:lnTo>
                    <a:pt x="507057" y="1716638"/>
                  </a:lnTo>
                  <a:lnTo>
                    <a:pt x="497451" y="1693551"/>
                  </a:lnTo>
                  <a:lnTo>
                    <a:pt x="485996" y="1666009"/>
                  </a:lnTo>
                  <a:lnTo>
                    <a:pt x="472727" y="163549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h87"/>
            <p:cNvSpPr/>
            <p:nvPr/>
          </p:nvSpPr>
          <p:spPr>
            <a:xfrm>
              <a:off x="5863794" y="1961490"/>
              <a:ext cx="465833" cy="1609029"/>
            </a:xfrm>
            <a:custGeom>
              <a:avLst/>
              <a:pathLst>
                <a:path w="465833" h="1609029">
                  <a:moveTo>
                    <a:pt x="457200" y="1600200"/>
                  </a:moveTo>
                  <a:lnTo>
                    <a:pt x="460446" y="1597763"/>
                  </a:lnTo>
                  <a:lnTo>
                    <a:pt x="464039" y="1600840"/>
                  </a:lnTo>
                  <a:lnTo>
                    <a:pt x="465833" y="1609029"/>
                  </a:lnTo>
                  <a:lnTo>
                    <a:pt x="459555" y="1608896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h88"/>
            <p:cNvSpPr/>
            <p:nvPr/>
          </p:nvSpPr>
          <p:spPr>
            <a:xfrm>
              <a:off x="5503587" y="1890406"/>
              <a:ext cx="896293" cy="1680096"/>
            </a:xfrm>
            <a:custGeom>
              <a:avLst/>
              <a:pathLst>
                <a:path w="896293" h="1680096">
                  <a:moveTo>
                    <a:pt x="457200" y="1600200"/>
                  </a:moveTo>
                  <a:lnTo>
                    <a:pt x="451945" y="1577367"/>
                  </a:lnTo>
                  <a:lnTo>
                    <a:pt x="446957" y="1554205"/>
                  </a:lnTo>
                  <a:lnTo>
                    <a:pt x="454695" y="1552171"/>
                  </a:lnTo>
                  <a:lnTo>
                    <a:pt x="486545" y="1543710"/>
                  </a:lnTo>
                  <a:lnTo>
                    <a:pt x="497305" y="1540874"/>
                  </a:lnTo>
                  <a:lnTo>
                    <a:pt x="508332" y="1537950"/>
                  </a:lnTo>
                  <a:lnTo>
                    <a:pt x="516106" y="1535878"/>
                  </a:lnTo>
                  <a:lnTo>
                    <a:pt x="547581" y="1527479"/>
                  </a:lnTo>
                  <a:lnTo>
                    <a:pt x="551054" y="1526543"/>
                  </a:lnTo>
                  <a:lnTo>
                    <a:pt x="573369" y="1520474"/>
                  </a:lnTo>
                  <a:lnTo>
                    <a:pt x="575485" y="1519895"/>
                  </a:lnTo>
                  <a:lnTo>
                    <a:pt x="603612" y="1512219"/>
                  </a:lnTo>
                  <a:lnTo>
                    <a:pt x="631012" y="1504683"/>
                  </a:lnTo>
                  <a:lnTo>
                    <a:pt x="631926" y="1504424"/>
                  </a:lnTo>
                  <a:lnTo>
                    <a:pt x="651925" y="1498726"/>
                  </a:lnTo>
                  <a:lnTo>
                    <a:pt x="654016" y="1498128"/>
                  </a:lnTo>
                  <a:lnTo>
                    <a:pt x="673864" y="1492427"/>
                  </a:lnTo>
                  <a:lnTo>
                    <a:pt x="674617" y="1492210"/>
                  </a:lnTo>
                  <a:lnTo>
                    <a:pt x="693157" y="1486682"/>
                  </a:lnTo>
                  <a:lnTo>
                    <a:pt x="699637" y="1484737"/>
                  </a:lnTo>
                  <a:lnTo>
                    <a:pt x="701284" y="1484252"/>
                  </a:lnTo>
                  <a:lnTo>
                    <a:pt x="712944" y="1480808"/>
                  </a:lnTo>
                  <a:lnTo>
                    <a:pt x="726618" y="1476742"/>
                  </a:lnTo>
                  <a:lnTo>
                    <a:pt x="742900" y="1471860"/>
                  </a:lnTo>
                  <a:lnTo>
                    <a:pt x="743481" y="1471685"/>
                  </a:lnTo>
                  <a:lnTo>
                    <a:pt x="752335" y="1469004"/>
                  </a:lnTo>
                  <a:lnTo>
                    <a:pt x="783794" y="1459383"/>
                  </a:lnTo>
                  <a:lnTo>
                    <a:pt x="797580" y="1500342"/>
                  </a:lnTo>
                  <a:lnTo>
                    <a:pt x="800928" y="1509895"/>
                  </a:lnTo>
                  <a:lnTo>
                    <a:pt x="803006" y="1515825"/>
                  </a:lnTo>
                  <a:lnTo>
                    <a:pt x="807297" y="1528081"/>
                  </a:lnTo>
                  <a:lnTo>
                    <a:pt x="820264" y="1565164"/>
                  </a:lnTo>
                  <a:lnTo>
                    <a:pt x="828300" y="1588185"/>
                  </a:lnTo>
                  <a:lnTo>
                    <a:pt x="831361" y="1597016"/>
                  </a:lnTo>
                  <a:lnTo>
                    <a:pt x="832101" y="1599151"/>
                  </a:lnTo>
                  <a:lnTo>
                    <a:pt x="835514" y="1608928"/>
                  </a:lnTo>
                  <a:lnTo>
                    <a:pt x="855521" y="1603620"/>
                  </a:lnTo>
                  <a:lnTo>
                    <a:pt x="868288" y="1599830"/>
                  </a:lnTo>
                  <a:lnTo>
                    <a:pt x="882697" y="1595522"/>
                  </a:lnTo>
                  <a:lnTo>
                    <a:pt x="895259" y="1591546"/>
                  </a:lnTo>
                  <a:lnTo>
                    <a:pt x="896293" y="1607902"/>
                  </a:lnTo>
                  <a:lnTo>
                    <a:pt x="895127" y="1609942"/>
                  </a:lnTo>
                  <a:lnTo>
                    <a:pt x="894553" y="1622077"/>
                  </a:lnTo>
                  <a:lnTo>
                    <a:pt x="894511" y="1633965"/>
                  </a:lnTo>
                  <a:lnTo>
                    <a:pt x="894161" y="1638536"/>
                  </a:lnTo>
                  <a:lnTo>
                    <a:pt x="892031" y="1648229"/>
                  </a:lnTo>
                  <a:lnTo>
                    <a:pt x="857687" y="1663163"/>
                  </a:lnTo>
                  <a:lnTo>
                    <a:pt x="854932" y="1669690"/>
                  </a:lnTo>
                  <a:lnTo>
                    <a:pt x="849317" y="1668718"/>
                  </a:lnTo>
                  <a:lnTo>
                    <a:pt x="843586" y="1670295"/>
                  </a:lnTo>
                  <a:lnTo>
                    <a:pt x="838242" y="1679018"/>
                  </a:lnTo>
                  <a:lnTo>
                    <a:pt x="835314" y="1680096"/>
                  </a:lnTo>
                  <a:lnTo>
                    <a:pt x="832808" y="1673312"/>
                  </a:lnTo>
                  <a:lnTo>
                    <a:pt x="834518" y="1664388"/>
                  </a:lnTo>
                  <a:lnTo>
                    <a:pt x="833676" y="1661849"/>
                  </a:lnTo>
                  <a:lnTo>
                    <a:pt x="831852" y="1657059"/>
                  </a:lnTo>
                  <a:lnTo>
                    <a:pt x="824269" y="1656314"/>
                  </a:lnTo>
                  <a:lnTo>
                    <a:pt x="821681" y="1648875"/>
                  </a:lnTo>
                  <a:lnTo>
                    <a:pt x="828481" y="1645012"/>
                  </a:lnTo>
                  <a:lnTo>
                    <a:pt x="826798" y="1643056"/>
                  </a:lnTo>
                  <a:lnTo>
                    <a:pt x="824859" y="1640802"/>
                  </a:lnTo>
                  <a:lnTo>
                    <a:pt x="821428" y="1641205"/>
                  </a:lnTo>
                  <a:lnTo>
                    <a:pt x="819410" y="1641441"/>
                  </a:lnTo>
                  <a:lnTo>
                    <a:pt x="810460" y="1643383"/>
                  </a:lnTo>
                  <a:lnTo>
                    <a:pt x="813351" y="1651340"/>
                  </a:lnTo>
                  <a:lnTo>
                    <a:pt x="817384" y="1658651"/>
                  </a:lnTo>
                  <a:lnTo>
                    <a:pt x="819441" y="1663921"/>
                  </a:lnTo>
                  <a:lnTo>
                    <a:pt x="815145" y="1663964"/>
                  </a:lnTo>
                  <a:lnTo>
                    <a:pt x="809515" y="1660635"/>
                  </a:lnTo>
                  <a:lnTo>
                    <a:pt x="807918" y="1652289"/>
                  </a:lnTo>
                  <a:lnTo>
                    <a:pt x="802255" y="1648819"/>
                  </a:lnTo>
                  <a:lnTo>
                    <a:pt x="792204" y="1642221"/>
                  </a:lnTo>
                  <a:lnTo>
                    <a:pt x="787855" y="1641013"/>
                  </a:lnTo>
                  <a:lnTo>
                    <a:pt x="787329" y="1636278"/>
                  </a:lnTo>
                  <a:lnTo>
                    <a:pt x="783149" y="1632188"/>
                  </a:lnTo>
                  <a:lnTo>
                    <a:pt x="775040" y="1622963"/>
                  </a:lnTo>
                  <a:lnTo>
                    <a:pt x="778849" y="1615349"/>
                  </a:lnTo>
                  <a:lnTo>
                    <a:pt x="776782" y="1612397"/>
                  </a:lnTo>
                  <a:lnTo>
                    <a:pt x="776412" y="1607234"/>
                  </a:lnTo>
                  <a:lnTo>
                    <a:pt x="780732" y="1605358"/>
                  </a:lnTo>
                  <a:lnTo>
                    <a:pt x="783438" y="1604977"/>
                  </a:lnTo>
                  <a:lnTo>
                    <a:pt x="786929" y="1604002"/>
                  </a:lnTo>
                  <a:lnTo>
                    <a:pt x="785473" y="1600433"/>
                  </a:lnTo>
                  <a:lnTo>
                    <a:pt x="783934" y="1596659"/>
                  </a:lnTo>
                  <a:lnTo>
                    <a:pt x="781694" y="1597652"/>
                  </a:lnTo>
                  <a:lnTo>
                    <a:pt x="776754" y="1593630"/>
                  </a:lnTo>
                  <a:lnTo>
                    <a:pt x="773412" y="1594645"/>
                  </a:lnTo>
                  <a:lnTo>
                    <a:pt x="770147" y="1599983"/>
                  </a:lnTo>
                  <a:lnTo>
                    <a:pt x="767557" y="1599848"/>
                  </a:lnTo>
                  <a:lnTo>
                    <a:pt x="766786" y="1594316"/>
                  </a:lnTo>
                  <a:lnTo>
                    <a:pt x="761311" y="1592459"/>
                  </a:lnTo>
                  <a:lnTo>
                    <a:pt x="761254" y="1588386"/>
                  </a:lnTo>
                  <a:lnTo>
                    <a:pt x="767389" y="1585447"/>
                  </a:lnTo>
                  <a:lnTo>
                    <a:pt x="769110" y="1577756"/>
                  </a:lnTo>
                  <a:lnTo>
                    <a:pt x="775230" y="1581077"/>
                  </a:lnTo>
                  <a:lnTo>
                    <a:pt x="777253" y="1578211"/>
                  </a:lnTo>
                  <a:lnTo>
                    <a:pt x="775851" y="1575221"/>
                  </a:lnTo>
                  <a:lnTo>
                    <a:pt x="773864" y="1570982"/>
                  </a:lnTo>
                  <a:lnTo>
                    <a:pt x="772805" y="1566637"/>
                  </a:lnTo>
                  <a:lnTo>
                    <a:pt x="768469" y="1567952"/>
                  </a:lnTo>
                  <a:lnTo>
                    <a:pt x="762866" y="1571838"/>
                  </a:lnTo>
                  <a:lnTo>
                    <a:pt x="763083" y="1578447"/>
                  </a:lnTo>
                  <a:lnTo>
                    <a:pt x="759524" y="1580782"/>
                  </a:lnTo>
                  <a:lnTo>
                    <a:pt x="757915" y="1569671"/>
                  </a:lnTo>
                  <a:lnTo>
                    <a:pt x="759307" y="1560476"/>
                  </a:lnTo>
                  <a:lnTo>
                    <a:pt x="760076" y="1555897"/>
                  </a:lnTo>
                  <a:lnTo>
                    <a:pt x="763824" y="1556229"/>
                  </a:lnTo>
                  <a:lnTo>
                    <a:pt x="767213" y="1556527"/>
                  </a:lnTo>
                  <a:lnTo>
                    <a:pt x="764623" y="1547776"/>
                  </a:lnTo>
                  <a:lnTo>
                    <a:pt x="762487" y="1544728"/>
                  </a:lnTo>
                  <a:lnTo>
                    <a:pt x="758677" y="1542445"/>
                  </a:lnTo>
                  <a:lnTo>
                    <a:pt x="759655" y="1533315"/>
                  </a:lnTo>
                  <a:lnTo>
                    <a:pt x="760682" y="1525625"/>
                  </a:lnTo>
                  <a:lnTo>
                    <a:pt x="762779" y="1521217"/>
                  </a:lnTo>
                  <a:lnTo>
                    <a:pt x="763175" y="1516231"/>
                  </a:lnTo>
                  <a:lnTo>
                    <a:pt x="766435" y="1510493"/>
                  </a:lnTo>
                  <a:lnTo>
                    <a:pt x="770384" y="1507274"/>
                  </a:lnTo>
                  <a:lnTo>
                    <a:pt x="772037" y="1505925"/>
                  </a:lnTo>
                  <a:lnTo>
                    <a:pt x="774457" y="1502536"/>
                  </a:lnTo>
                  <a:lnTo>
                    <a:pt x="772654" y="1498030"/>
                  </a:lnTo>
                  <a:lnTo>
                    <a:pt x="770362" y="1498786"/>
                  </a:lnTo>
                  <a:lnTo>
                    <a:pt x="768256" y="1499480"/>
                  </a:lnTo>
                  <a:lnTo>
                    <a:pt x="762052" y="1507489"/>
                  </a:lnTo>
                  <a:lnTo>
                    <a:pt x="756720" y="1515962"/>
                  </a:lnTo>
                  <a:lnTo>
                    <a:pt x="751831" y="1524179"/>
                  </a:lnTo>
                  <a:lnTo>
                    <a:pt x="750140" y="1528374"/>
                  </a:lnTo>
                  <a:lnTo>
                    <a:pt x="748695" y="1531953"/>
                  </a:lnTo>
                  <a:lnTo>
                    <a:pt x="745982" y="1534449"/>
                  </a:lnTo>
                  <a:lnTo>
                    <a:pt x="745100" y="1535260"/>
                  </a:lnTo>
                  <a:lnTo>
                    <a:pt x="743238" y="1539210"/>
                  </a:lnTo>
                  <a:lnTo>
                    <a:pt x="739732" y="1540224"/>
                  </a:lnTo>
                  <a:lnTo>
                    <a:pt x="736571" y="1541304"/>
                  </a:lnTo>
                  <a:lnTo>
                    <a:pt x="736238" y="1542123"/>
                  </a:lnTo>
                  <a:lnTo>
                    <a:pt x="734949" y="1545296"/>
                  </a:lnTo>
                  <a:lnTo>
                    <a:pt x="745382" y="1548241"/>
                  </a:lnTo>
                  <a:lnTo>
                    <a:pt x="747675" y="1554127"/>
                  </a:lnTo>
                  <a:lnTo>
                    <a:pt x="749114" y="1558843"/>
                  </a:lnTo>
                  <a:lnTo>
                    <a:pt x="752550" y="1561841"/>
                  </a:lnTo>
                  <a:lnTo>
                    <a:pt x="748450" y="1566780"/>
                  </a:lnTo>
                  <a:lnTo>
                    <a:pt x="747269" y="1570565"/>
                  </a:lnTo>
                  <a:lnTo>
                    <a:pt x="749709" y="1571853"/>
                  </a:lnTo>
                  <a:lnTo>
                    <a:pt x="749058" y="1576421"/>
                  </a:lnTo>
                  <a:lnTo>
                    <a:pt x="748797" y="1577140"/>
                  </a:lnTo>
                  <a:lnTo>
                    <a:pt x="747849" y="1579755"/>
                  </a:lnTo>
                  <a:lnTo>
                    <a:pt x="746539" y="1584536"/>
                  </a:lnTo>
                  <a:lnTo>
                    <a:pt x="749442" y="1585303"/>
                  </a:lnTo>
                  <a:lnTo>
                    <a:pt x="747724" y="1592560"/>
                  </a:lnTo>
                  <a:lnTo>
                    <a:pt x="745801" y="1597129"/>
                  </a:lnTo>
                  <a:lnTo>
                    <a:pt x="749810" y="1600114"/>
                  </a:lnTo>
                  <a:lnTo>
                    <a:pt x="750153" y="1601537"/>
                  </a:lnTo>
                  <a:lnTo>
                    <a:pt x="751588" y="1607492"/>
                  </a:lnTo>
                  <a:lnTo>
                    <a:pt x="754798" y="1612829"/>
                  </a:lnTo>
                  <a:lnTo>
                    <a:pt x="756733" y="1622255"/>
                  </a:lnTo>
                  <a:lnTo>
                    <a:pt x="760875" y="1628382"/>
                  </a:lnTo>
                  <a:lnTo>
                    <a:pt x="766069" y="1632125"/>
                  </a:lnTo>
                  <a:lnTo>
                    <a:pt x="773143" y="1636944"/>
                  </a:lnTo>
                  <a:lnTo>
                    <a:pt x="774661" y="1640178"/>
                  </a:lnTo>
                  <a:lnTo>
                    <a:pt x="774796" y="1645542"/>
                  </a:lnTo>
                  <a:lnTo>
                    <a:pt x="774824" y="1646639"/>
                  </a:lnTo>
                  <a:lnTo>
                    <a:pt x="777955" y="1647677"/>
                  </a:lnTo>
                  <a:lnTo>
                    <a:pt x="778127" y="1655027"/>
                  </a:lnTo>
                  <a:lnTo>
                    <a:pt x="783784" y="1661383"/>
                  </a:lnTo>
                  <a:lnTo>
                    <a:pt x="788195" y="1665270"/>
                  </a:lnTo>
                  <a:lnTo>
                    <a:pt x="788484" y="1670277"/>
                  </a:lnTo>
                  <a:lnTo>
                    <a:pt x="791355" y="1677628"/>
                  </a:lnTo>
                  <a:lnTo>
                    <a:pt x="785315" y="1673797"/>
                  </a:lnTo>
                  <a:lnTo>
                    <a:pt x="778553" y="1670599"/>
                  </a:lnTo>
                  <a:lnTo>
                    <a:pt x="773955" y="1672413"/>
                  </a:lnTo>
                  <a:lnTo>
                    <a:pt x="767220" y="1669553"/>
                  </a:lnTo>
                  <a:lnTo>
                    <a:pt x="760552" y="1663525"/>
                  </a:lnTo>
                  <a:lnTo>
                    <a:pt x="752191" y="1663340"/>
                  </a:lnTo>
                  <a:lnTo>
                    <a:pt x="745967" y="1665047"/>
                  </a:lnTo>
                  <a:lnTo>
                    <a:pt x="739285" y="1664769"/>
                  </a:lnTo>
                  <a:lnTo>
                    <a:pt x="737128" y="1664610"/>
                  </a:lnTo>
                  <a:lnTo>
                    <a:pt x="733318" y="1664327"/>
                  </a:lnTo>
                  <a:lnTo>
                    <a:pt x="726570" y="1660757"/>
                  </a:lnTo>
                  <a:lnTo>
                    <a:pt x="720456" y="1657834"/>
                  </a:lnTo>
                  <a:lnTo>
                    <a:pt x="715635" y="1649505"/>
                  </a:lnTo>
                  <a:lnTo>
                    <a:pt x="713509" y="1647041"/>
                  </a:lnTo>
                  <a:lnTo>
                    <a:pt x="708684" y="1651144"/>
                  </a:lnTo>
                  <a:lnTo>
                    <a:pt x="704686" y="1654120"/>
                  </a:lnTo>
                  <a:lnTo>
                    <a:pt x="697467" y="1660083"/>
                  </a:lnTo>
                  <a:lnTo>
                    <a:pt x="691180" y="1654698"/>
                  </a:lnTo>
                  <a:lnTo>
                    <a:pt x="689171" y="1641934"/>
                  </a:lnTo>
                  <a:lnTo>
                    <a:pt x="693017" y="1632723"/>
                  </a:lnTo>
                  <a:lnTo>
                    <a:pt x="697651" y="1629619"/>
                  </a:lnTo>
                  <a:lnTo>
                    <a:pt x="696887" y="1627150"/>
                  </a:lnTo>
                  <a:lnTo>
                    <a:pt x="695434" y="1622516"/>
                  </a:lnTo>
                  <a:lnTo>
                    <a:pt x="698752" y="1617467"/>
                  </a:lnTo>
                  <a:lnTo>
                    <a:pt x="699198" y="1616788"/>
                  </a:lnTo>
                  <a:lnTo>
                    <a:pt x="701619" y="1616040"/>
                  </a:lnTo>
                  <a:lnTo>
                    <a:pt x="701848" y="1612328"/>
                  </a:lnTo>
                  <a:lnTo>
                    <a:pt x="701596" y="1611257"/>
                  </a:lnTo>
                  <a:lnTo>
                    <a:pt x="700486" y="1606544"/>
                  </a:lnTo>
                  <a:lnTo>
                    <a:pt x="700305" y="1605774"/>
                  </a:lnTo>
                  <a:lnTo>
                    <a:pt x="704315" y="1598604"/>
                  </a:lnTo>
                  <a:lnTo>
                    <a:pt x="709005" y="1590076"/>
                  </a:lnTo>
                  <a:lnTo>
                    <a:pt x="698066" y="1583769"/>
                  </a:lnTo>
                  <a:lnTo>
                    <a:pt x="693553" y="1581160"/>
                  </a:lnTo>
                  <a:lnTo>
                    <a:pt x="688259" y="1590649"/>
                  </a:lnTo>
                  <a:lnTo>
                    <a:pt x="684829" y="1587749"/>
                  </a:lnTo>
                  <a:lnTo>
                    <a:pt x="681674" y="1588364"/>
                  </a:lnTo>
                  <a:lnTo>
                    <a:pt x="679554" y="1588777"/>
                  </a:lnTo>
                  <a:lnTo>
                    <a:pt x="674616" y="1587845"/>
                  </a:lnTo>
                  <a:lnTo>
                    <a:pt x="673434" y="1582846"/>
                  </a:lnTo>
                  <a:lnTo>
                    <a:pt x="666890" y="1581444"/>
                  </a:lnTo>
                  <a:lnTo>
                    <a:pt x="664983" y="1581474"/>
                  </a:lnTo>
                  <a:lnTo>
                    <a:pt x="663705" y="1581493"/>
                  </a:lnTo>
                  <a:lnTo>
                    <a:pt x="662056" y="1581518"/>
                  </a:lnTo>
                  <a:lnTo>
                    <a:pt x="652117" y="1582480"/>
                  </a:lnTo>
                  <a:lnTo>
                    <a:pt x="649465" y="1579404"/>
                  </a:lnTo>
                  <a:lnTo>
                    <a:pt x="645420" y="1578560"/>
                  </a:lnTo>
                  <a:lnTo>
                    <a:pt x="644030" y="1573734"/>
                  </a:lnTo>
                  <a:lnTo>
                    <a:pt x="646496" y="1569839"/>
                  </a:lnTo>
                  <a:lnTo>
                    <a:pt x="647827" y="1565148"/>
                  </a:lnTo>
                  <a:lnTo>
                    <a:pt x="643444" y="1562198"/>
                  </a:lnTo>
                  <a:lnTo>
                    <a:pt x="637353" y="1560246"/>
                  </a:lnTo>
                  <a:lnTo>
                    <a:pt x="633406" y="1558406"/>
                  </a:lnTo>
                  <a:lnTo>
                    <a:pt x="625770" y="1558592"/>
                  </a:lnTo>
                  <a:lnTo>
                    <a:pt x="624678" y="1558777"/>
                  </a:lnTo>
                  <a:lnTo>
                    <a:pt x="620726" y="1559444"/>
                  </a:lnTo>
                  <a:lnTo>
                    <a:pt x="617295" y="1556256"/>
                  </a:lnTo>
                  <a:lnTo>
                    <a:pt x="616315" y="1550232"/>
                  </a:lnTo>
                  <a:lnTo>
                    <a:pt x="608646" y="1542754"/>
                  </a:lnTo>
                  <a:lnTo>
                    <a:pt x="606691" y="1540048"/>
                  </a:lnTo>
                  <a:lnTo>
                    <a:pt x="604725" y="1537325"/>
                  </a:lnTo>
                  <a:lnTo>
                    <a:pt x="602242" y="1530043"/>
                  </a:lnTo>
                  <a:lnTo>
                    <a:pt x="592793" y="1530022"/>
                  </a:lnTo>
                  <a:lnTo>
                    <a:pt x="585590" y="1532831"/>
                  </a:lnTo>
                  <a:lnTo>
                    <a:pt x="583072" y="1531018"/>
                  </a:lnTo>
                  <a:lnTo>
                    <a:pt x="576495" y="1526273"/>
                  </a:lnTo>
                  <a:lnTo>
                    <a:pt x="563789" y="1531347"/>
                  </a:lnTo>
                  <a:lnTo>
                    <a:pt x="556583" y="1536924"/>
                  </a:lnTo>
                  <a:lnTo>
                    <a:pt x="554846" y="1537716"/>
                  </a:lnTo>
                  <a:lnTo>
                    <a:pt x="550435" y="1539726"/>
                  </a:lnTo>
                  <a:lnTo>
                    <a:pt x="547161" y="1548221"/>
                  </a:lnTo>
                  <a:lnTo>
                    <a:pt x="546214" y="1553340"/>
                  </a:lnTo>
                  <a:lnTo>
                    <a:pt x="545534" y="1553492"/>
                  </a:lnTo>
                  <a:lnTo>
                    <a:pt x="534159" y="1556034"/>
                  </a:lnTo>
                  <a:lnTo>
                    <a:pt x="527807" y="1555896"/>
                  </a:lnTo>
                  <a:lnTo>
                    <a:pt x="522671" y="1555780"/>
                  </a:lnTo>
                  <a:lnTo>
                    <a:pt x="518109" y="1550026"/>
                  </a:lnTo>
                  <a:lnTo>
                    <a:pt x="514295" y="1547326"/>
                  </a:lnTo>
                  <a:lnTo>
                    <a:pt x="509482" y="1559513"/>
                  </a:lnTo>
                  <a:lnTo>
                    <a:pt x="503268" y="1570777"/>
                  </a:lnTo>
                  <a:lnTo>
                    <a:pt x="503137" y="1575899"/>
                  </a:lnTo>
                  <a:lnTo>
                    <a:pt x="494879" y="1573789"/>
                  </a:lnTo>
                  <a:lnTo>
                    <a:pt x="491960" y="1574622"/>
                  </a:lnTo>
                  <a:lnTo>
                    <a:pt x="489769" y="1575246"/>
                  </a:lnTo>
                  <a:lnTo>
                    <a:pt x="484941" y="1585744"/>
                  </a:lnTo>
                  <a:lnTo>
                    <a:pt x="478269" y="1597113"/>
                  </a:lnTo>
                  <a:lnTo>
                    <a:pt x="476781" y="1599642"/>
                  </a:lnTo>
                  <a:lnTo>
                    <a:pt x="471220" y="1605154"/>
                  </a:lnTo>
                  <a:lnTo>
                    <a:pt x="466123" y="1612898"/>
                  </a:lnTo>
                  <a:lnTo>
                    <a:pt x="460974" y="1617081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h89"/>
            <p:cNvSpPr/>
            <p:nvPr/>
          </p:nvSpPr>
          <p:spPr>
            <a:xfrm>
              <a:off x="6255266" y="1390947"/>
              <a:ext cx="486216" cy="1605370"/>
            </a:xfrm>
            <a:custGeom>
              <a:avLst/>
              <a:pathLst>
                <a:path w="486216" h="1605370">
                  <a:moveTo>
                    <a:pt x="457199" y="1600200"/>
                  </a:moveTo>
                  <a:lnTo>
                    <a:pt x="464072" y="1597071"/>
                  </a:lnTo>
                  <a:lnTo>
                    <a:pt x="473645" y="1592552"/>
                  </a:lnTo>
                  <a:lnTo>
                    <a:pt x="473094" y="1582992"/>
                  </a:lnTo>
                  <a:lnTo>
                    <a:pt x="480011" y="1584727"/>
                  </a:lnTo>
                  <a:lnTo>
                    <a:pt x="486216" y="1595055"/>
                  </a:lnTo>
                  <a:lnTo>
                    <a:pt x="482650" y="1600059"/>
                  </a:lnTo>
                  <a:lnTo>
                    <a:pt x="475515" y="1602467"/>
                  </a:lnTo>
                  <a:lnTo>
                    <a:pt x="465348" y="1605370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h90"/>
            <p:cNvSpPr/>
            <p:nvPr/>
          </p:nvSpPr>
          <p:spPr>
            <a:xfrm>
              <a:off x="6205488" y="1404315"/>
              <a:ext cx="490307" cy="1611943"/>
            </a:xfrm>
            <a:custGeom>
              <a:avLst/>
              <a:pathLst>
                <a:path w="490307" h="1611943">
                  <a:moveTo>
                    <a:pt x="457200" y="1600200"/>
                  </a:moveTo>
                  <a:lnTo>
                    <a:pt x="463214" y="1596246"/>
                  </a:lnTo>
                  <a:lnTo>
                    <a:pt x="466098" y="1584941"/>
                  </a:lnTo>
                  <a:lnTo>
                    <a:pt x="471497" y="1577328"/>
                  </a:lnTo>
                  <a:lnTo>
                    <a:pt x="477061" y="1579160"/>
                  </a:lnTo>
                  <a:lnTo>
                    <a:pt x="483151" y="1580600"/>
                  </a:lnTo>
                  <a:lnTo>
                    <a:pt x="486172" y="1580211"/>
                  </a:lnTo>
                  <a:lnTo>
                    <a:pt x="490307" y="1587461"/>
                  </a:lnTo>
                  <a:lnTo>
                    <a:pt x="479409" y="1592269"/>
                  </a:lnTo>
                  <a:lnTo>
                    <a:pt x="469697" y="1596851"/>
                  </a:lnTo>
                  <a:lnTo>
                    <a:pt x="464899" y="1603962"/>
                  </a:lnTo>
                  <a:lnTo>
                    <a:pt x="462595" y="1611943"/>
                  </a:lnTo>
                  <a:lnTo>
                    <a:pt x="458779" y="1604532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h91"/>
            <p:cNvSpPr/>
            <p:nvPr/>
          </p:nvSpPr>
          <p:spPr>
            <a:xfrm>
              <a:off x="5945464" y="1400261"/>
              <a:ext cx="783152" cy="1603964"/>
            </a:xfrm>
            <a:custGeom>
              <a:avLst/>
              <a:pathLst>
                <a:path w="783152" h="1603964">
                  <a:moveTo>
                    <a:pt x="457200" y="1600200"/>
                  </a:moveTo>
                  <a:lnTo>
                    <a:pt x="454044" y="1544939"/>
                  </a:lnTo>
                  <a:lnTo>
                    <a:pt x="452239" y="1514162"/>
                  </a:lnTo>
                  <a:lnTo>
                    <a:pt x="473030" y="1507569"/>
                  </a:lnTo>
                  <a:lnTo>
                    <a:pt x="481009" y="1505020"/>
                  </a:lnTo>
                  <a:lnTo>
                    <a:pt x="486658" y="1503209"/>
                  </a:lnTo>
                  <a:lnTo>
                    <a:pt x="491393" y="1501686"/>
                  </a:lnTo>
                  <a:lnTo>
                    <a:pt x="521552" y="1492237"/>
                  </a:lnTo>
                  <a:lnTo>
                    <a:pt x="536629" y="1487454"/>
                  </a:lnTo>
                  <a:lnTo>
                    <a:pt x="550236" y="1483103"/>
                  </a:lnTo>
                  <a:lnTo>
                    <a:pt x="551392" y="1482732"/>
                  </a:lnTo>
                  <a:lnTo>
                    <a:pt x="567003" y="1477693"/>
                  </a:lnTo>
                  <a:lnTo>
                    <a:pt x="569597" y="1476852"/>
                  </a:lnTo>
                  <a:lnTo>
                    <a:pt x="582702" y="1472585"/>
                  </a:lnTo>
                  <a:lnTo>
                    <a:pt x="592062" y="1469440"/>
                  </a:lnTo>
                  <a:lnTo>
                    <a:pt x="616343" y="1461282"/>
                  </a:lnTo>
                  <a:lnTo>
                    <a:pt x="621255" y="1459592"/>
                  </a:lnTo>
                  <a:lnTo>
                    <a:pt x="622882" y="1453674"/>
                  </a:lnTo>
                  <a:lnTo>
                    <a:pt x="623694" y="1453346"/>
                  </a:lnTo>
                  <a:lnTo>
                    <a:pt x="629004" y="1451202"/>
                  </a:lnTo>
                  <a:lnTo>
                    <a:pt x="626387" y="1445038"/>
                  </a:lnTo>
                  <a:lnTo>
                    <a:pt x="628393" y="1440938"/>
                  </a:lnTo>
                  <a:lnTo>
                    <a:pt x="631347" y="1440301"/>
                  </a:lnTo>
                  <a:lnTo>
                    <a:pt x="635971" y="1439303"/>
                  </a:lnTo>
                  <a:lnTo>
                    <a:pt x="636214" y="1435870"/>
                  </a:lnTo>
                  <a:lnTo>
                    <a:pt x="636487" y="1431987"/>
                  </a:lnTo>
                  <a:lnTo>
                    <a:pt x="641493" y="1428745"/>
                  </a:lnTo>
                  <a:lnTo>
                    <a:pt x="643819" y="1425752"/>
                  </a:lnTo>
                  <a:lnTo>
                    <a:pt x="649973" y="1425331"/>
                  </a:lnTo>
                  <a:lnTo>
                    <a:pt x="653863" y="1423565"/>
                  </a:lnTo>
                  <a:lnTo>
                    <a:pt x="658773" y="1433899"/>
                  </a:lnTo>
                  <a:lnTo>
                    <a:pt x="664585" y="1441218"/>
                  </a:lnTo>
                  <a:lnTo>
                    <a:pt x="669938" y="1444760"/>
                  </a:lnTo>
                  <a:lnTo>
                    <a:pt x="674305" y="1444058"/>
                  </a:lnTo>
                  <a:lnTo>
                    <a:pt x="676202" y="1439667"/>
                  </a:lnTo>
                  <a:lnTo>
                    <a:pt x="680286" y="1439673"/>
                  </a:lnTo>
                  <a:lnTo>
                    <a:pt x="682846" y="1444451"/>
                  </a:lnTo>
                  <a:lnTo>
                    <a:pt x="680021" y="1452677"/>
                  </a:lnTo>
                  <a:lnTo>
                    <a:pt x="676540" y="1454673"/>
                  </a:lnTo>
                  <a:lnTo>
                    <a:pt x="668332" y="1459961"/>
                  </a:lnTo>
                  <a:lnTo>
                    <a:pt x="665079" y="1462746"/>
                  </a:lnTo>
                  <a:lnTo>
                    <a:pt x="668691" y="1469419"/>
                  </a:lnTo>
                  <a:lnTo>
                    <a:pt x="665297" y="1473456"/>
                  </a:lnTo>
                  <a:lnTo>
                    <a:pt x="664857" y="1479357"/>
                  </a:lnTo>
                  <a:lnTo>
                    <a:pt x="661401" y="1480976"/>
                  </a:lnTo>
                  <a:lnTo>
                    <a:pt x="659115" y="1482045"/>
                  </a:lnTo>
                  <a:lnTo>
                    <a:pt x="659314" y="1482478"/>
                  </a:lnTo>
                  <a:lnTo>
                    <a:pt x="662701" y="1489869"/>
                  </a:lnTo>
                  <a:lnTo>
                    <a:pt x="662681" y="1490079"/>
                  </a:lnTo>
                  <a:lnTo>
                    <a:pt x="662534" y="1491601"/>
                  </a:lnTo>
                  <a:lnTo>
                    <a:pt x="662232" y="1494717"/>
                  </a:lnTo>
                  <a:lnTo>
                    <a:pt x="662990" y="1495549"/>
                  </a:lnTo>
                  <a:lnTo>
                    <a:pt x="667070" y="1500027"/>
                  </a:lnTo>
                  <a:lnTo>
                    <a:pt x="668065" y="1497736"/>
                  </a:lnTo>
                  <a:lnTo>
                    <a:pt x="669698" y="1493967"/>
                  </a:lnTo>
                  <a:lnTo>
                    <a:pt x="672981" y="1493392"/>
                  </a:lnTo>
                  <a:lnTo>
                    <a:pt x="676917" y="1496258"/>
                  </a:lnTo>
                  <a:lnTo>
                    <a:pt x="678358" y="1496181"/>
                  </a:lnTo>
                  <a:lnTo>
                    <a:pt x="682813" y="1495939"/>
                  </a:lnTo>
                  <a:lnTo>
                    <a:pt x="683644" y="1496333"/>
                  </a:lnTo>
                  <a:lnTo>
                    <a:pt x="689579" y="1499145"/>
                  </a:lnTo>
                  <a:lnTo>
                    <a:pt x="696752" y="1506908"/>
                  </a:lnTo>
                  <a:lnTo>
                    <a:pt x="702931" y="1511478"/>
                  </a:lnTo>
                  <a:lnTo>
                    <a:pt x="703964" y="1515900"/>
                  </a:lnTo>
                  <a:lnTo>
                    <a:pt x="702766" y="1521814"/>
                  </a:lnTo>
                  <a:lnTo>
                    <a:pt x="706075" y="1526606"/>
                  </a:lnTo>
                  <a:lnTo>
                    <a:pt x="711546" y="1527186"/>
                  </a:lnTo>
                  <a:lnTo>
                    <a:pt x="713239" y="1525277"/>
                  </a:lnTo>
                  <a:lnTo>
                    <a:pt x="717828" y="1527999"/>
                  </a:lnTo>
                  <a:lnTo>
                    <a:pt x="722090" y="1534191"/>
                  </a:lnTo>
                  <a:lnTo>
                    <a:pt x="722617" y="1539794"/>
                  </a:lnTo>
                  <a:lnTo>
                    <a:pt x="723187" y="1540130"/>
                  </a:lnTo>
                  <a:lnTo>
                    <a:pt x="728416" y="1543210"/>
                  </a:lnTo>
                  <a:lnTo>
                    <a:pt x="733778" y="1543971"/>
                  </a:lnTo>
                  <a:lnTo>
                    <a:pt x="744550" y="1542065"/>
                  </a:lnTo>
                  <a:lnTo>
                    <a:pt x="749575" y="1542097"/>
                  </a:lnTo>
                  <a:lnTo>
                    <a:pt x="753427" y="1537666"/>
                  </a:lnTo>
                  <a:lnTo>
                    <a:pt x="760746" y="1532653"/>
                  </a:lnTo>
                  <a:lnTo>
                    <a:pt x="767772" y="1526027"/>
                  </a:lnTo>
                  <a:lnTo>
                    <a:pt x="768624" y="1522824"/>
                  </a:lnTo>
                  <a:lnTo>
                    <a:pt x="766516" y="1517709"/>
                  </a:lnTo>
                  <a:lnTo>
                    <a:pt x="759760" y="1515961"/>
                  </a:lnTo>
                  <a:lnTo>
                    <a:pt x="756993" y="1509770"/>
                  </a:lnTo>
                  <a:lnTo>
                    <a:pt x="752964" y="1501411"/>
                  </a:lnTo>
                  <a:lnTo>
                    <a:pt x="746658" y="1501921"/>
                  </a:lnTo>
                  <a:lnTo>
                    <a:pt x="743548" y="1504026"/>
                  </a:lnTo>
                  <a:lnTo>
                    <a:pt x="737027" y="1500661"/>
                  </a:lnTo>
                  <a:lnTo>
                    <a:pt x="740966" y="1496600"/>
                  </a:lnTo>
                  <a:lnTo>
                    <a:pt x="744767" y="1493677"/>
                  </a:lnTo>
                  <a:lnTo>
                    <a:pt x="753575" y="1494036"/>
                  </a:lnTo>
                  <a:lnTo>
                    <a:pt x="761112" y="1499933"/>
                  </a:lnTo>
                  <a:lnTo>
                    <a:pt x="765996" y="1508058"/>
                  </a:lnTo>
                  <a:lnTo>
                    <a:pt x="774349" y="1520442"/>
                  </a:lnTo>
                  <a:lnTo>
                    <a:pt x="780148" y="1534111"/>
                  </a:lnTo>
                  <a:lnTo>
                    <a:pt x="782918" y="1542377"/>
                  </a:lnTo>
                  <a:lnTo>
                    <a:pt x="783152" y="1551982"/>
                  </a:lnTo>
                  <a:lnTo>
                    <a:pt x="779520" y="1554386"/>
                  </a:lnTo>
                  <a:lnTo>
                    <a:pt x="776158" y="1545431"/>
                  </a:lnTo>
                  <a:lnTo>
                    <a:pt x="774325" y="1539136"/>
                  </a:lnTo>
                  <a:lnTo>
                    <a:pt x="770487" y="1541559"/>
                  </a:lnTo>
                  <a:lnTo>
                    <a:pt x="762329" y="1546710"/>
                  </a:lnTo>
                  <a:lnTo>
                    <a:pt x="754269" y="1554279"/>
                  </a:lnTo>
                  <a:lnTo>
                    <a:pt x="749291" y="1554496"/>
                  </a:lnTo>
                  <a:lnTo>
                    <a:pt x="743584" y="1559974"/>
                  </a:lnTo>
                  <a:lnTo>
                    <a:pt x="740389" y="1563181"/>
                  </a:lnTo>
                  <a:lnTo>
                    <a:pt x="739169" y="1568154"/>
                  </a:lnTo>
                  <a:lnTo>
                    <a:pt x="732466" y="1572115"/>
                  </a:lnTo>
                  <a:lnTo>
                    <a:pt x="725630" y="1578700"/>
                  </a:lnTo>
                  <a:lnTo>
                    <a:pt x="724608" y="1579914"/>
                  </a:lnTo>
                  <a:lnTo>
                    <a:pt x="720144" y="1585212"/>
                  </a:lnTo>
                  <a:lnTo>
                    <a:pt x="717036" y="1591794"/>
                  </a:lnTo>
                  <a:lnTo>
                    <a:pt x="712130" y="1596437"/>
                  </a:lnTo>
                  <a:lnTo>
                    <a:pt x="705015" y="1601372"/>
                  </a:lnTo>
                  <a:lnTo>
                    <a:pt x="704255" y="1595530"/>
                  </a:lnTo>
                  <a:lnTo>
                    <a:pt x="713444" y="1586255"/>
                  </a:lnTo>
                  <a:lnTo>
                    <a:pt x="718434" y="1578191"/>
                  </a:lnTo>
                  <a:lnTo>
                    <a:pt x="720153" y="1575406"/>
                  </a:lnTo>
                  <a:lnTo>
                    <a:pt x="718542" y="1570148"/>
                  </a:lnTo>
                  <a:lnTo>
                    <a:pt x="716292" y="1569462"/>
                  </a:lnTo>
                  <a:lnTo>
                    <a:pt x="710887" y="1567813"/>
                  </a:lnTo>
                  <a:lnTo>
                    <a:pt x="709291" y="1573825"/>
                  </a:lnTo>
                  <a:lnTo>
                    <a:pt x="708545" y="1576628"/>
                  </a:lnTo>
                  <a:lnTo>
                    <a:pt x="705681" y="1577115"/>
                  </a:lnTo>
                  <a:lnTo>
                    <a:pt x="701226" y="1580192"/>
                  </a:lnTo>
                  <a:lnTo>
                    <a:pt x="700073" y="1585609"/>
                  </a:lnTo>
                  <a:lnTo>
                    <a:pt x="697912" y="1590476"/>
                  </a:lnTo>
                  <a:lnTo>
                    <a:pt x="693755" y="1593534"/>
                  </a:lnTo>
                  <a:lnTo>
                    <a:pt x="689017" y="1593944"/>
                  </a:lnTo>
                  <a:lnTo>
                    <a:pt x="686514" y="1596482"/>
                  </a:lnTo>
                  <a:lnTo>
                    <a:pt x="680658" y="1584541"/>
                  </a:lnTo>
                  <a:lnTo>
                    <a:pt x="679998" y="1582255"/>
                  </a:lnTo>
                  <a:lnTo>
                    <a:pt x="678640" y="1577557"/>
                  </a:lnTo>
                  <a:lnTo>
                    <a:pt x="672633" y="1577801"/>
                  </a:lnTo>
                  <a:lnTo>
                    <a:pt x="670885" y="1576410"/>
                  </a:lnTo>
                  <a:lnTo>
                    <a:pt x="663769" y="1570743"/>
                  </a:lnTo>
                  <a:lnTo>
                    <a:pt x="657929" y="1569574"/>
                  </a:lnTo>
                  <a:lnTo>
                    <a:pt x="656679" y="1569324"/>
                  </a:lnTo>
                  <a:lnTo>
                    <a:pt x="653744" y="1563779"/>
                  </a:lnTo>
                  <a:lnTo>
                    <a:pt x="651205" y="1556473"/>
                  </a:lnTo>
                  <a:lnTo>
                    <a:pt x="647588" y="1557852"/>
                  </a:lnTo>
                  <a:lnTo>
                    <a:pt x="645149" y="1550839"/>
                  </a:lnTo>
                  <a:lnTo>
                    <a:pt x="643776" y="1546923"/>
                  </a:lnTo>
                  <a:lnTo>
                    <a:pt x="642370" y="1542916"/>
                  </a:lnTo>
                  <a:lnTo>
                    <a:pt x="632520" y="1546982"/>
                  </a:lnTo>
                  <a:lnTo>
                    <a:pt x="627356" y="1549106"/>
                  </a:lnTo>
                  <a:lnTo>
                    <a:pt x="624686" y="1550208"/>
                  </a:lnTo>
                  <a:lnTo>
                    <a:pt x="623370" y="1550750"/>
                  </a:lnTo>
                  <a:lnTo>
                    <a:pt x="607116" y="1557424"/>
                  </a:lnTo>
                  <a:lnTo>
                    <a:pt x="606357" y="1555623"/>
                  </a:lnTo>
                  <a:lnTo>
                    <a:pt x="602444" y="1556952"/>
                  </a:lnTo>
                  <a:lnTo>
                    <a:pt x="590248" y="1561077"/>
                  </a:lnTo>
                  <a:lnTo>
                    <a:pt x="577445" y="1565430"/>
                  </a:lnTo>
                  <a:lnTo>
                    <a:pt x="571435" y="1567464"/>
                  </a:lnTo>
                  <a:lnTo>
                    <a:pt x="561782" y="1570718"/>
                  </a:lnTo>
                  <a:lnTo>
                    <a:pt x="543581" y="1576921"/>
                  </a:lnTo>
                  <a:lnTo>
                    <a:pt x="536868" y="1579779"/>
                  </a:lnTo>
                  <a:lnTo>
                    <a:pt x="525683" y="1582998"/>
                  </a:lnTo>
                  <a:lnTo>
                    <a:pt x="524327" y="1587935"/>
                  </a:lnTo>
                  <a:lnTo>
                    <a:pt x="523671" y="1588282"/>
                  </a:lnTo>
                  <a:lnTo>
                    <a:pt x="520784" y="1589809"/>
                  </a:lnTo>
                  <a:lnTo>
                    <a:pt x="516064" y="1586327"/>
                  </a:lnTo>
                  <a:lnTo>
                    <a:pt x="514633" y="1586805"/>
                  </a:lnTo>
                  <a:lnTo>
                    <a:pt x="502881" y="1590719"/>
                  </a:lnTo>
                  <a:lnTo>
                    <a:pt x="498188" y="1592165"/>
                  </a:lnTo>
                  <a:lnTo>
                    <a:pt x="491751" y="1594141"/>
                  </a:lnTo>
                  <a:lnTo>
                    <a:pt x="482696" y="1596910"/>
                  </a:lnTo>
                  <a:lnTo>
                    <a:pt x="460416" y="1603964"/>
                  </a:lnTo>
                  <a:lnTo>
                    <a:pt x="460051" y="1603536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h92"/>
            <p:cNvSpPr/>
            <p:nvPr/>
          </p:nvSpPr>
          <p:spPr>
            <a:xfrm>
              <a:off x="4874943" y="1193331"/>
              <a:ext cx="482146" cy="1618082"/>
            </a:xfrm>
            <a:custGeom>
              <a:avLst/>
              <a:pathLst>
                <a:path w="482146" h="1618082">
                  <a:moveTo>
                    <a:pt x="457200" y="1600200"/>
                  </a:moveTo>
                  <a:lnTo>
                    <a:pt x="467086" y="1606656"/>
                  </a:lnTo>
                  <a:lnTo>
                    <a:pt x="476084" y="1608543"/>
                  </a:lnTo>
                  <a:lnTo>
                    <a:pt x="482146" y="1610901"/>
                  </a:lnTo>
                  <a:lnTo>
                    <a:pt x="479994" y="1616959"/>
                  </a:lnTo>
                  <a:lnTo>
                    <a:pt x="472287" y="1618082"/>
                  </a:lnTo>
                  <a:lnTo>
                    <a:pt x="461712" y="1610483"/>
                  </a:lnTo>
                  <a:lnTo>
                    <a:pt x="455115" y="1605088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h93"/>
            <p:cNvSpPr/>
            <p:nvPr/>
          </p:nvSpPr>
          <p:spPr>
            <a:xfrm>
              <a:off x="4786542" y="1229985"/>
              <a:ext cx="484328" cy="1618164"/>
            </a:xfrm>
            <a:custGeom>
              <a:avLst/>
              <a:pathLst>
                <a:path w="484328" h="1618164">
                  <a:moveTo>
                    <a:pt x="457200" y="1600200"/>
                  </a:moveTo>
                  <a:lnTo>
                    <a:pt x="461291" y="1598573"/>
                  </a:lnTo>
                  <a:lnTo>
                    <a:pt x="470182" y="1585970"/>
                  </a:lnTo>
                  <a:lnTo>
                    <a:pt x="484328" y="1584927"/>
                  </a:lnTo>
                  <a:lnTo>
                    <a:pt x="484052" y="1591136"/>
                  </a:lnTo>
                  <a:lnTo>
                    <a:pt x="476688" y="1614373"/>
                  </a:lnTo>
                  <a:lnTo>
                    <a:pt x="472767" y="1618164"/>
                  </a:lnTo>
                  <a:lnTo>
                    <a:pt x="467251" y="1617413"/>
                  </a:lnTo>
                  <a:lnTo>
                    <a:pt x="458478" y="1604897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h94"/>
            <p:cNvSpPr/>
            <p:nvPr/>
          </p:nvSpPr>
          <p:spPr>
            <a:xfrm>
              <a:off x="4764195" y="1321735"/>
              <a:ext cx="471422" cy="1605855"/>
            </a:xfrm>
            <a:custGeom>
              <a:avLst/>
              <a:pathLst>
                <a:path w="471422" h="1605855">
                  <a:moveTo>
                    <a:pt x="457200" y="1600200"/>
                  </a:moveTo>
                  <a:lnTo>
                    <a:pt x="462780" y="1584470"/>
                  </a:lnTo>
                  <a:lnTo>
                    <a:pt x="467694" y="1584686"/>
                  </a:lnTo>
                  <a:lnTo>
                    <a:pt x="471422" y="1588055"/>
                  </a:lnTo>
                  <a:lnTo>
                    <a:pt x="470671" y="1595359"/>
                  </a:lnTo>
                  <a:lnTo>
                    <a:pt x="463206" y="1605855"/>
                  </a:lnTo>
                  <a:lnTo>
                    <a:pt x="456619" y="1605445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h95"/>
            <p:cNvSpPr/>
            <p:nvPr/>
          </p:nvSpPr>
          <p:spPr>
            <a:xfrm>
              <a:off x="4769754" y="1735803"/>
              <a:ext cx="826546" cy="1600199"/>
            </a:xfrm>
            <a:custGeom>
              <a:avLst/>
              <a:pathLst>
                <a:path w="826546" h="1600199">
                  <a:moveTo>
                    <a:pt x="457200" y="1600199"/>
                  </a:moveTo>
                  <a:lnTo>
                    <a:pt x="467736" y="1588987"/>
                  </a:lnTo>
                  <a:lnTo>
                    <a:pt x="474793" y="1577354"/>
                  </a:lnTo>
                  <a:lnTo>
                    <a:pt x="478762" y="1561518"/>
                  </a:lnTo>
                  <a:lnTo>
                    <a:pt x="480278" y="1555438"/>
                  </a:lnTo>
                  <a:lnTo>
                    <a:pt x="482464" y="1548771"/>
                  </a:lnTo>
                  <a:lnTo>
                    <a:pt x="489330" y="1533878"/>
                  </a:lnTo>
                  <a:lnTo>
                    <a:pt x="490027" y="1532363"/>
                  </a:lnTo>
                  <a:lnTo>
                    <a:pt x="493672" y="1513995"/>
                  </a:lnTo>
                  <a:lnTo>
                    <a:pt x="493842" y="1510836"/>
                  </a:lnTo>
                  <a:lnTo>
                    <a:pt x="494663" y="1495435"/>
                  </a:lnTo>
                  <a:lnTo>
                    <a:pt x="493781" y="1482316"/>
                  </a:lnTo>
                  <a:lnTo>
                    <a:pt x="493014" y="1467539"/>
                  </a:lnTo>
                  <a:lnTo>
                    <a:pt x="492897" y="1466958"/>
                  </a:lnTo>
                  <a:lnTo>
                    <a:pt x="490017" y="1452776"/>
                  </a:lnTo>
                  <a:lnTo>
                    <a:pt x="489976" y="1452615"/>
                  </a:lnTo>
                  <a:lnTo>
                    <a:pt x="486781" y="1440083"/>
                  </a:lnTo>
                  <a:lnTo>
                    <a:pt x="482301" y="1428817"/>
                  </a:lnTo>
                  <a:lnTo>
                    <a:pt x="479865" y="1424811"/>
                  </a:lnTo>
                  <a:lnTo>
                    <a:pt x="474524" y="1416015"/>
                  </a:lnTo>
                  <a:lnTo>
                    <a:pt x="470678" y="1410375"/>
                  </a:lnTo>
                  <a:lnTo>
                    <a:pt x="463459" y="1399768"/>
                  </a:lnTo>
                  <a:lnTo>
                    <a:pt x="457925" y="1388870"/>
                  </a:lnTo>
                  <a:lnTo>
                    <a:pt x="455797" y="1384132"/>
                  </a:lnTo>
                  <a:lnTo>
                    <a:pt x="453527" y="1379077"/>
                  </a:lnTo>
                  <a:lnTo>
                    <a:pt x="447498" y="1370213"/>
                  </a:lnTo>
                  <a:lnTo>
                    <a:pt x="445466" y="1364090"/>
                  </a:lnTo>
                  <a:lnTo>
                    <a:pt x="447063" y="1356991"/>
                  </a:lnTo>
                  <a:lnTo>
                    <a:pt x="451332" y="1347050"/>
                  </a:lnTo>
                  <a:lnTo>
                    <a:pt x="451204" y="1341019"/>
                  </a:lnTo>
                  <a:lnTo>
                    <a:pt x="451147" y="1338336"/>
                  </a:lnTo>
                  <a:lnTo>
                    <a:pt x="448093" y="1329069"/>
                  </a:lnTo>
                  <a:lnTo>
                    <a:pt x="445674" y="1322790"/>
                  </a:lnTo>
                  <a:lnTo>
                    <a:pt x="441243" y="1317096"/>
                  </a:lnTo>
                  <a:lnTo>
                    <a:pt x="439366" y="1312834"/>
                  </a:lnTo>
                  <a:lnTo>
                    <a:pt x="445546" y="1303994"/>
                  </a:lnTo>
                  <a:lnTo>
                    <a:pt x="448017" y="1296124"/>
                  </a:lnTo>
                  <a:lnTo>
                    <a:pt x="450138" y="1289345"/>
                  </a:lnTo>
                  <a:lnTo>
                    <a:pt x="454979" y="1273855"/>
                  </a:lnTo>
                  <a:lnTo>
                    <a:pt x="455283" y="1266760"/>
                  </a:lnTo>
                  <a:lnTo>
                    <a:pt x="453833" y="1256631"/>
                  </a:lnTo>
                  <a:lnTo>
                    <a:pt x="454130" y="1252114"/>
                  </a:lnTo>
                  <a:lnTo>
                    <a:pt x="454535" y="1245914"/>
                  </a:lnTo>
                  <a:lnTo>
                    <a:pt x="449942" y="1236412"/>
                  </a:lnTo>
                  <a:lnTo>
                    <a:pt x="449350" y="1230065"/>
                  </a:lnTo>
                  <a:lnTo>
                    <a:pt x="456385" y="1225161"/>
                  </a:lnTo>
                  <a:lnTo>
                    <a:pt x="462263" y="1222455"/>
                  </a:lnTo>
                  <a:lnTo>
                    <a:pt x="462407" y="1217766"/>
                  </a:lnTo>
                  <a:lnTo>
                    <a:pt x="462574" y="1212269"/>
                  </a:lnTo>
                  <a:lnTo>
                    <a:pt x="461283" y="1201164"/>
                  </a:lnTo>
                  <a:lnTo>
                    <a:pt x="468180" y="1200573"/>
                  </a:lnTo>
                  <a:lnTo>
                    <a:pt x="471031" y="1192136"/>
                  </a:lnTo>
                  <a:lnTo>
                    <a:pt x="478361" y="1194720"/>
                  </a:lnTo>
                  <a:lnTo>
                    <a:pt x="483869" y="1188699"/>
                  </a:lnTo>
                  <a:lnTo>
                    <a:pt x="485201" y="1179173"/>
                  </a:lnTo>
                  <a:lnTo>
                    <a:pt x="489917" y="1173072"/>
                  </a:lnTo>
                  <a:lnTo>
                    <a:pt x="492321" y="1162725"/>
                  </a:lnTo>
                  <a:lnTo>
                    <a:pt x="498484" y="1156558"/>
                  </a:lnTo>
                  <a:lnTo>
                    <a:pt x="500910" y="1160364"/>
                  </a:lnTo>
                  <a:lnTo>
                    <a:pt x="500888" y="1177310"/>
                  </a:lnTo>
                  <a:lnTo>
                    <a:pt x="502200" y="1179177"/>
                  </a:lnTo>
                  <a:lnTo>
                    <a:pt x="506397" y="1185139"/>
                  </a:lnTo>
                  <a:lnTo>
                    <a:pt x="509880" y="1182342"/>
                  </a:lnTo>
                  <a:lnTo>
                    <a:pt x="513080" y="1178511"/>
                  </a:lnTo>
                  <a:lnTo>
                    <a:pt x="516785" y="1174068"/>
                  </a:lnTo>
                  <a:lnTo>
                    <a:pt x="516743" y="1167064"/>
                  </a:lnTo>
                  <a:lnTo>
                    <a:pt x="513788" y="1157549"/>
                  </a:lnTo>
                  <a:lnTo>
                    <a:pt x="513415" y="1154222"/>
                  </a:lnTo>
                  <a:lnTo>
                    <a:pt x="512531" y="1146368"/>
                  </a:lnTo>
                  <a:lnTo>
                    <a:pt x="518076" y="1139563"/>
                  </a:lnTo>
                  <a:lnTo>
                    <a:pt x="525467" y="1132576"/>
                  </a:lnTo>
                  <a:lnTo>
                    <a:pt x="534014" y="1130667"/>
                  </a:lnTo>
                  <a:lnTo>
                    <a:pt x="537515" y="1129882"/>
                  </a:lnTo>
                  <a:lnTo>
                    <a:pt x="545415" y="1126881"/>
                  </a:lnTo>
                  <a:lnTo>
                    <a:pt x="548574" y="1121988"/>
                  </a:lnTo>
                  <a:lnTo>
                    <a:pt x="542318" y="1120684"/>
                  </a:lnTo>
                  <a:lnTo>
                    <a:pt x="537031" y="1120753"/>
                  </a:lnTo>
                  <a:lnTo>
                    <a:pt x="529255" y="1111431"/>
                  </a:lnTo>
                  <a:lnTo>
                    <a:pt x="527275" y="1105784"/>
                  </a:lnTo>
                  <a:lnTo>
                    <a:pt x="530612" y="1096208"/>
                  </a:lnTo>
                  <a:lnTo>
                    <a:pt x="537223" y="1089011"/>
                  </a:lnTo>
                  <a:lnTo>
                    <a:pt x="531812" y="1080637"/>
                  </a:lnTo>
                  <a:lnTo>
                    <a:pt x="544517" y="1079273"/>
                  </a:lnTo>
                  <a:lnTo>
                    <a:pt x="551629" y="1073178"/>
                  </a:lnTo>
                  <a:lnTo>
                    <a:pt x="555270" y="1073596"/>
                  </a:lnTo>
                  <a:lnTo>
                    <a:pt x="556468" y="1073733"/>
                  </a:lnTo>
                  <a:lnTo>
                    <a:pt x="572379" y="1080695"/>
                  </a:lnTo>
                  <a:lnTo>
                    <a:pt x="581255" y="1084830"/>
                  </a:lnTo>
                  <a:lnTo>
                    <a:pt x="584921" y="1081944"/>
                  </a:lnTo>
                  <a:lnTo>
                    <a:pt x="592175" y="1081154"/>
                  </a:lnTo>
                  <a:lnTo>
                    <a:pt x="603163" y="1083826"/>
                  </a:lnTo>
                  <a:lnTo>
                    <a:pt x="604539" y="1084159"/>
                  </a:lnTo>
                  <a:lnTo>
                    <a:pt x="612020" y="1090918"/>
                  </a:lnTo>
                  <a:lnTo>
                    <a:pt x="616072" y="1097659"/>
                  </a:lnTo>
                  <a:lnTo>
                    <a:pt x="624513" y="1096739"/>
                  </a:lnTo>
                  <a:lnTo>
                    <a:pt x="632198" y="1095866"/>
                  </a:lnTo>
                  <a:lnTo>
                    <a:pt x="639223" y="1100869"/>
                  </a:lnTo>
                  <a:lnTo>
                    <a:pt x="652460" y="1103132"/>
                  </a:lnTo>
                  <a:lnTo>
                    <a:pt x="661896" y="1106752"/>
                  </a:lnTo>
                  <a:lnTo>
                    <a:pt x="671207" y="1104392"/>
                  </a:lnTo>
                  <a:lnTo>
                    <a:pt x="682109" y="1112532"/>
                  </a:lnTo>
                  <a:lnTo>
                    <a:pt x="681534" y="1118656"/>
                  </a:lnTo>
                  <a:lnTo>
                    <a:pt x="683809" y="1120738"/>
                  </a:lnTo>
                  <a:lnTo>
                    <a:pt x="691429" y="1127701"/>
                  </a:lnTo>
                  <a:lnTo>
                    <a:pt x="698594" y="1140634"/>
                  </a:lnTo>
                  <a:lnTo>
                    <a:pt x="691862" y="1140177"/>
                  </a:lnTo>
                  <a:lnTo>
                    <a:pt x="686087" y="1137712"/>
                  </a:lnTo>
                  <a:lnTo>
                    <a:pt x="682918" y="1140840"/>
                  </a:lnTo>
                  <a:lnTo>
                    <a:pt x="684744" y="1146972"/>
                  </a:lnTo>
                  <a:lnTo>
                    <a:pt x="685981" y="1154264"/>
                  </a:lnTo>
                  <a:lnTo>
                    <a:pt x="694740" y="1159406"/>
                  </a:lnTo>
                  <a:lnTo>
                    <a:pt x="697652" y="1159507"/>
                  </a:lnTo>
                  <a:lnTo>
                    <a:pt x="698574" y="1162118"/>
                  </a:lnTo>
                  <a:lnTo>
                    <a:pt x="702777" y="1174011"/>
                  </a:lnTo>
                  <a:lnTo>
                    <a:pt x="706268" y="1182101"/>
                  </a:lnTo>
                  <a:lnTo>
                    <a:pt x="705074" y="1192645"/>
                  </a:lnTo>
                  <a:lnTo>
                    <a:pt x="707323" y="1204559"/>
                  </a:lnTo>
                  <a:lnTo>
                    <a:pt x="707916" y="1207705"/>
                  </a:lnTo>
                  <a:lnTo>
                    <a:pt x="710113" y="1226789"/>
                  </a:lnTo>
                  <a:lnTo>
                    <a:pt x="705283" y="1231767"/>
                  </a:lnTo>
                  <a:lnTo>
                    <a:pt x="702654" y="1236969"/>
                  </a:lnTo>
                  <a:lnTo>
                    <a:pt x="695632" y="1238914"/>
                  </a:lnTo>
                  <a:lnTo>
                    <a:pt x="694616" y="1251627"/>
                  </a:lnTo>
                  <a:lnTo>
                    <a:pt x="694536" y="1252616"/>
                  </a:lnTo>
                  <a:lnTo>
                    <a:pt x="695575" y="1265044"/>
                  </a:lnTo>
                  <a:lnTo>
                    <a:pt x="687759" y="1269251"/>
                  </a:lnTo>
                  <a:lnTo>
                    <a:pt x="687749" y="1275320"/>
                  </a:lnTo>
                  <a:lnTo>
                    <a:pt x="679583" y="1277432"/>
                  </a:lnTo>
                  <a:lnTo>
                    <a:pt x="673069" y="1281884"/>
                  </a:lnTo>
                  <a:lnTo>
                    <a:pt x="671553" y="1288852"/>
                  </a:lnTo>
                  <a:lnTo>
                    <a:pt x="671110" y="1290878"/>
                  </a:lnTo>
                  <a:lnTo>
                    <a:pt x="672281" y="1305433"/>
                  </a:lnTo>
                  <a:lnTo>
                    <a:pt x="671685" y="1310893"/>
                  </a:lnTo>
                  <a:lnTo>
                    <a:pt x="676550" y="1317878"/>
                  </a:lnTo>
                  <a:lnTo>
                    <a:pt x="684552" y="1316110"/>
                  </a:lnTo>
                  <a:lnTo>
                    <a:pt x="693400" y="1320734"/>
                  </a:lnTo>
                  <a:lnTo>
                    <a:pt x="696703" y="1322829"/>
                  </a:lnTo>
                  <a:lnTo>
                    <a:pt x="698383" y="1323894"/>
                  </a:lnTo>
                  <a:lnTo>
                    <a:pt x="709842" y="1303287"/>
                  </a:lnTo>
                  <a:lnTo>
                    <a:pt x="710106" y="1301775"/>
                  </a:lnTo>
                  <a:lnTo>
                    <a:pt x="711222" y="1295362"/>
                  </a:lnTo>
                  <a:lnTo>
                    <a:pt x="713040" y="1283294"/>
                  </a:lnTo>
                  <a:lnTo>
                    <a:pt x="714398" y="1278606"/>
                  </a:lnTo>
                  <a:lnTo>
                    <a:pt x="724821" y="1274098"/>
                  </a:lnTo>
                  <a:lnTo>
                    <a:pt x="725736" y="1269375"/>
                  </a:lnTo>
                  <a:lnTo>
                    <a:pt x="736261" y="1264646"/>
                  </a:lnTo>
                  <a:lnTo>
                    <a:pt x="743366" y="1260252"/>
                  </a:lnTo>
                  <a:lnTo>
                    <a:pt x="744522" y="1256242"/>
                  </a:lnTo>
                  <a:lnTo>
                    <a:pt x="752214" y="1251499"/>
                  </a:lnTo>
                  <a:lnTo>
                    <a:pt x="765190" y="1254596"/>
                  </a:lnTo>
                  <a:lnTo>
                    <a:pt x="774386" y="1262190"/>
                  </a:lnTo>
                  <a:lnTo>
                    <a:pt x="784070" y="1275039"/>
                  </a:lnTo>
                  <a:lnTo>
                    <a:pt x="788326" y="1285805"/>
                  </a:lnTo>
                  <a:lnTo>
                    <a:pt x="790116" y="1291722"/>
                  </a:lnTo>
                  <a:lnTo>
                    <a:pt x="794071" y="1304795"/>
                  </a:lnTo>
                  <a:lnTo>
                    <a:pt x="802942" y="1323199"/>
                  </a:lnTo>
                  <a:lnTo>
                    <a:pt x="809565" y="1346947"/>
                  </a:lnTo>
                  <a:lnTo>
                    <a:pt x="812540" y="1353525"/>
                  </a:lnTo>
                  <a:lnTo>
                    <a:pt x="816033" y="1361244"/>
                  </a:lnTo>
                  <a:lnTo>
                    <a:pt x="824749" y="1371725"/>
                  </a:lnTo>
                  <a:lnTo>
                    <a:pt x="825031" y="1378514"/>
                  </a:lnTo>
                  <a:lnTo>
                    <a:pt x="823064" y="1387205"/>
                  </a:lnTo>
                  <a:lnTo>
                    <a:pt x="826546" y="1402498"/>
                  </a:lnTo>
                  <a:lnTo>
                    <a:pt x="826014" y="1418553"/>
                  </a:lnTo>
                  <a:lnTo>
                    <a:pt x="821580" y="1430168"/>
                  </a:lnTo>
                  <a:lnTo>
                    <a:pt x="813935" y="1435899"/>
                  </a:lnTo>
                  <a:lnTo>
                    <a:pt x="808973" y="1424335"/>
                  </a:lnTo>
                  <a:lnTo>
                    <a:pt x="813868" y="1418144"/>
                  </a:lnTo>
                  <a:lnTo>
                    <a:pt x="807445" y="1417714"/>
                  </a:lnTo>
                  <a:lnTo>
                    <a:pt x="800340" y="1425120"/>
                  </a:lnTo>
                  <a:lnTo>
                    <a:pt x="804207" y="1428055"/>
                  </a:lnTo>
                  <a:lnTo>
                    <a:pt x="806013" y="1432219"/>
                  </a:lnTo>
                  <a:lnTo>
                    <a:pt x="797378" y="1436948"/>
                  </a:lnTo>
                  <a:lnTo>
                    <a:pt x="798701" y="1448294"/>
                  </a:lnTo>
                  <a:lnTo>
                    <a:pt x="796408" y="1461404"/>
                  </a:lnTo>
                  <a:lnTo>
                    <a:pt x="791123" y="1465036"/>
                  </a:lnTo>
                  <a:lnTo>
                    <a:pt x="782527" y="1472256"/>
                  </a:lnTo>
                  <a:lnTo>
                    <a:pt x="782156" y="1483731"/>
                  </a:lnTo>
                  <a:lnTo>
                    <a:pt x="782046" y="1487083"/>
                  </a:lnTo>
                  <a:lnTo>
                    <a:pt x="784231" y="1497672"/>
                  </a:lnTo>
                  <a:lnTo>
                    <a:pt x="780446" y="1503047"/>
                  </a:lnTo>
                  <a:lnTo>
                    <a:pt x="780071" y="1505566"/>
                  </a:lnTo>
                  <a:lnTo>
                    <a:pt x="779196" y="1511432"/>
                  </a:lnTo>
                  <a:lnTo>
                    <a:pt x="775676" y="1518482"/>
                  </a:lnTo>
                  <a:lnTo>
                    <a:pt x="770931" y="1521265"/>
                  </a:lnTo>
                  <a:lnTo>
                    <a:pt x="770630" y="1527065"/>
                  </a:lnTo>
                  <a:lnTo>
                    <a:pt x="766357" y="1531391"/>
                  </a:lnTo>
                  <a:lnTo>
                    <a:pt x="763331" y="1537665"/>
                  </a:lnTo>
                  <a:lnTo>
                    <a:pt x="766568" y="1545652"/>
                  </a:lnTo>
                  <a:lnTo>
                    <a:pt x="764073" y="1547197"/>
                  </a:lnTo>
                  <a:lnTo>
                    <a:pt x="736304" y="1554017"/>
                  </a:lnTo>
                  <a:lnTo>
                    <a:pt x="725768" y="1556563"/>
                  </a:lnTo>
                  <a:lnTo>
                    <a:pt x="702921" y="1562026"/>
                  </a:lnTo>
                  <a:lnTo>
                    <a:pt x="682564" y="1566767"/>
                  </a:lnTo>
                  <a:lnTo>
                    <a:pt x="679038" y="1567582"/>
                  </a:lnTo>
                  <a:lnTo>
                    <a:pt x="675566" y="1568383"/>
                  </a:lnTo>
                  <a:lnTo>
                    <a:pt x="642350" y="1575837"/>
                  </a:lnTo>
                  <a:lnTo>
                    <a:pt x="640942" y="1567963"/>
                  </a:lnTo>
                  <a:lnTo>
                    <a:pt x="639195" y="1568294"/>
                  </a:lnTo>
                  <a:lnTo>
                    <a:pt x="605453" y="1574604"/>
                  </a:lnTo>
                  <a:lnTo>
                    <a:pt x="602177" y="1575208"/>
                  </a:lnTo>
                  <a:lnTo>
                    <a:pt x="596786" y="1576203"/>
                  </a:lnTo>
                  <a:lnTo>
                    <a:pt x="563374" y="1582276"/>
                  </a:lnTo>
                  <a:lnTo>
                    <a:pt x="551402" y="1584414"/>
                  </a:lnTo>
                  <a:lnTo>
                    <a:pt x="526700" y="1588636"/>
                  </a:lnTo>
                  <a:lnTo>
                    <a:pt x="511796" y="1591143"/>
                  </a:lnTo>
                  <a:lnTo>
                    <a:pt x="486679" y="1595432"/>
                  </a:lnTo>
                  <a:lnTo>
                    <a:pt x="484632" y="1595771"/>
                  </a:lnTo>
                  <a:lnTo>
                    <a:pt x="474068" y="1597509"/>
                  </a:lnTo>
                  <a:lnTo>
                    <a:pt x="468625" y="1598381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h96"/>
            <p:cNvSpPr/>
            <p:nvPr/>
          </p:nvSpPr>
          <p:spPr>
            <a:xfrm>
              <a:off x="4449224" y="1009296"/>
              <a:ext cx="517781" cy="1609851"/>
            </a:xfrm>
            <a:custGeom>
              <a:avLst/>
              <a:pathLst>
                <a:path w="517781" h="1609851">
                  <a:moveTo>
                    <a:pt x="457200" y="1600200"/>
                  </a:moveTo>
                  <a:lnTo>
                    <a:pt x="460210" y="1596401"/>
                  </a:lnTo>
                  <a:lnTo>
                    <a:pt x="472446" y="1587490"/>
                  </a:lnTo>
                  <a:lnTo>
                    <a:pt x="478333" y="1583268"/>
                  </a:lnTo>
                  <a:lnTo>
                    <a:pt x="481941" y="1580854"/>
                  </a:lnTo>
                  <a:lnTo>
                    <a:pt x="487918" y="1577215"/>
                  </a:lnTo>
                  <a:lnTo>
                    <a:pt x="494324" y="1570657"/>
                  </a:lnTo>
                  <a:lnTo>
                    <a:pt x="501377" y="1563811"/>
                  </a:lnTo>
                  <a:lnTo>
                    <a:pt x="507841" y="1559533"/>
                  </a:lnTo>
                  <a:lnTo>
                    <a:pt x="517152" y="1553676"/>
                  </a:lnTo>
                  <a:lnTo>
                    <a:pt x="517781" y="1559108"/>
                  </a:lnTo>
                  <a:lnTo>
                    <a:pt x="508890" y="1568540"/>
                  </a:lnTo>
                  <a:lnTo>
                    <a:pt x="507650" y="1576440"/>
                  </a:lnTo>
                  <a:lnTo>
                    <a:pt x="497031" y="1583704"/>
                  </a:lnTo>
                  <a:lnTo>
                    <a:pt x="486520" y="1588943"/>
                  </a:lnTo>
                  <a:lnTo>
                    <a:pt x="483873" y="1597444"/>
                  </a:lnTo>
                  <a:lnTo>
                    <a:pt x="472676" y="1604652"/>
                  </a:lnTo>
                  <a:lnTo>
                    <a:pt x="463885" y="1609851"/>
                  </a:lnTo>
                  <a:lnTo>
                    <a:pt x="459799" y="1607112"/>
                  </a:lnTo>
                  <a:lnTo>
                    <a:pt x="454955" y="1604521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h97"/>
            <p:cNvSpPr/>
            <p:nvPr/>
          </p:nvSpPr>
          <p:spPr>
            <a:xfrm>
              <a:off x="4370784" y="1187763"/>
              <a:ext cx="1054568" cy="1748366"/>
            </a:xfrm>
            <a:custGeom>
              <a:avLst/>
              <a:pathLst>
                <a:path w="1054568" h="1748366">
                  <a:moveTo>
                    <a:pt x="457200" y="1600200"/>
                  </a:moveTo>
                  <a:lnTo>
                    <a:pt x="464234" y="1594129"/>
                  </a:lnTo>
                  <a:lnTo>
                    <a:pt x="471593" y="1591134"/>
                  </a:lnTo>
                  <a:lnTo>
                    <a:pt x="487160" y="1583718"/>
                  </a:lnTo>
                  <a:lnTo>
                    <a:pt x="496745" y="1573474"/>
                  </a:lnTo>
                  <a:lnTo>
                    <a:pt x="499225" y="1570004"/>
                  </a:lnTo>
                  <a:lnTo>
                    <a:pt x="503024" y="1564678"/>
                  </a:lnTo>
                  <a:lnTo>
                    <a:pt x="512003" y="1560217"/>
                  </a:lnTo>
                  <a:lnTo>
                    <a:pt x="518651" y="1559993"/>
                  </a:lnTo>
                  <a:lnTo>
                    <a:pt x="524641" y="1558394"/>
                  </a:lnTo>
                  <a:lnTo>
                    <a:pt x="530430" y="1556408"/>
                  </a:lnTo>
                  <a:lnTo>
                    <a:pt x="537448" y="1555182"/>
                  </a:lnTo>
                  <a:lnTo>
                    <a:pt x="552023" y="1544561"/>
                  </a:lnTo>
                  <a:lnTo>
                    <a:pt x="557959" y="1534717"/>
                  </a:lnTo>
                  <a:lnTo>
                    <a:pt x="567203" y="1531402"/>
                  </a:lnTo>
                  <a:lnTo>
                    <a:pt x="572899" y="1529689"/>
                  </a:lnTo>
                  <a:lnTo>
                    <a:pt x="574643" y="1526290"/>
                  </a:lnTo>
                  <a:lnTo>
                    <a:pt x="575237" y="1525131"/>
                  </a:lnTo>
                  <a:lnTo>
                    <a:pt x="577175" y="1517514"/>
                  </a:lnTo>
                  <a:lnTo>
                    <a:pt x="582667" y="1511609"/>
                  </a:lnTo>
                  <a:lnTo>
                    <a:pt x="591155" y="1502428"/>
                  </a:lnTo>
                  <a:lnTo>
                    <a:pt x="600048" y="1496433"/>
                  </a:lnTo>
                  <a:lnTo>
                    <a:pt x="605251" y="1490177"/>
                  </a:lnTo>
                  <a:lnTo>
                    <a:pt x="606129" y="1489119"/>
                  </a:lnTo>
                  <a:lnTo>
                    <a:pt x="611542" y="1478552"/>
                  </a:lnTo>
                  <a:lnTo>
                    <a:pt x="621682" y="1470615"/>
                  </a:lnTo>
                  <a:lnTo>
                    <a:pt x="626781" y="1466541"/>
                  </a:lnTo>
                  <a:lnTo>
                    <a:pt x="637391" y="1462407"/>
                  </a:lnTo>
                  <a:lnTo>
                    <a:pt x="650126" y="1459247"/>
                  </a:lnTo>
                  <a:lnTo>
                    <a:pt x="660836" y="1458291"/>
                  </a:lnTo>
                  <a:lnTo>
                    <a:pt x="671204" y="1458906"/>
                  </a:lnTo>
                  <a:lnTo>
                    <a:pt x="679155" y="1461646"/>
                  </a:lnTo>
                  <a:lnTo>
                    <a:pt x="678755" y="1466185"/>
                  </a:lnTo>
                  <a:lnTo>
                    <a:pt x="662472" y="1468270"/>
                  </a:lnTo>
                  <a:lnTo>
                    <a:pt x="650792" y="1470320"/>
                  </a:lnTo>
                  <a:lnTo>
                    <a:pt x="651677" y="1477013"/>
                  </a:lnTo>
                  <a:lnTo>
                    <a:pt x="646165" y="1481582"/>
                  </a:lnTo>
                  <a:lnTo>
                    <a:pt x="640328" y="1488122"/>
                  </a:lnTo>
                  <a:lnTo>
                    <a:pt x="633197" y="1495752"/>
                  </a:lnTo>
                  <a:lnTo>
                    <a:pt x="632855" y="1497003"/>
                  </a:lnTo>
                  <a:lnTo>
                    <a:pt x="630684" y="1504917"/>
                  </a:lnTo>
                  <a:lnTo>
                    <a:pt x="623411" y="1513413"/>
                  </a:lnTo>
                  <a:lnTo>
                    <a:pt x="620993" y="1523333"/>
                  </a:lnTo>
                  <a:lnTo>
                    <a:pt x="617631" y="1531697"/>
                  </a:lnTo>
                  <a:lnTo>
                    <a:pt x="616626" y="1534192"/>
                  </a:lnTo>
                  <a:lnTo>
                    <a:pt x="616053" y="1543434"/>
                  </a:lnTo>
                  <a:lnTo>
                    <a:pt x="624487" y="1539472"/>
                  </a:lnTo>
                  <a:lnTo>
                    <a:pt x="634181" y="1530826"/>
                  </a:lnTo>
                  <a:lnTo>
                    <a:pt x="641926" y="1525007"/>
                  </a:lnTo>
                  <a:lnTo>
                    <a:pt x="649393" y="1529948"/>
                  </a:lnTo>
                  <a:lnTo>
                    <a:pt x="651144" y="1529825"/>
                  </a:lnTo>
                  <a:lnTo>
                    <a:pt x="663360" y="1528953"/>
                  </a:lnTo>
                  <a:lnTo>
                    <a:pt x="674318" y="1531429"/>
                  </a:lnTo>
                  <a:lnTo>
                    <a:pt x="682508" y="1534574"/>
                  </a:lnTo>
                  <a:lnTo>
                    <a:pt x="691343" y="1540614"/>
                  </a:lnTo>
                  <a:lnTo>
                    <a:pt x="694412" y="1548015"/>
                  </a:lnTo>
                  <a:lnTo>
                    <a:pt x="701727" y="1556073"/>
                  </a:lnTo>
                  <a:lnTo>
                    <a:pt x="713253" y="1562760"/>
                  </a:lnTo>
                  <a:lnTo>
                    <a:pt x="715940" y="1571515"/>
                  </a:lnTo>
                  <a:lnTo>
                    <a:pt x="732275" y="1570128"/>
                  </a:lnTo>
                  <a:lnTo>
                    <a:pt x="737044" y="1568269"/>
                  </a:lnTo>
                  <a:lnTo>
                    <a:pt x="748359" y="1563842"/>
                  </a:lnTo>
                  <a:lnTo>
                    <a:pt x="755750" y="1570263"/>
                  </a:lnTo>
                  <a:lnTo>
                    <a:pt x="763898" y="1570995"/>
                  </a:lnTo>
                  <a:lnTo>
                    <a:pt x="768408" y="1566522"/>
                  </a:lnTo>
                  <a:lnTo>
                    <a:pt x="771418" y="1556421"/>
                  </a:lnTo>
                  <a:lnTo>
                    <a:pt x="777596" y="1558077"/>
                  </a:lnTo>
                  <a:lnTo>
                    <a:pt x="784417" y="1562775"/>
                  </a:lnTo>
                  <a:lnTo>
                    <a:pt x="791276" y="1553450"/>
                  </a:lnTo>
                  <a:lnTo>
                    <a:pt x="811892" y="1536973"/>
                  </a:lnTo>
                  <a:lnTo>
                    <a:pt x="815645" y="1533920"/>
                  </a:lnTo>
                  <a:lnTo>
                    <a:pt x="827614" y="1531719"/>
                  </a:lnTo>
                  <a:lnTo>
                    <a:pt x="838239" y="1528196"/>
                  </a:lnTo>
                  <a:lnTo>
                    <a:pt x="840156" y="1527558"/>
                  </a:lnTo>
                  <a:lnTo>
                    <a:pt x="870339" y="1523157"/>
                  </a:lnTo>
                  <a:lnTo>
                    <a:pt x="887463" y="1510729"/>
                  </a:lnTo>
                  <a:lnTo>
                    <a:pt x="888992" y="1510148"/>
                  </a:lnTo>
                  <a:lnTo>
                    <a:pt x="894211" y="1508163"/>
                  </a:lnTo>
                  <a:lnTo>
                    <a:pt x="911351" y="1503750"/>
                  </a:lnTo>
                  <a:lnTo>
                    <a:pt x="908340" y="1516736"/>
                  </a:lnTo>
                  <a:lnTo>
                    <a:pt x="911253" y="1531600"/>
                  </a:lnTo>
                  <a:lnTo>
                    <a:pt x="917909" y="1540176"/>
                  </a:lnTo>
                  <a:lnTo>
                    <a:pt x="928306" y="1540228"/>
                  </a:lnTo>
                  <a:lnTo>
                    <a:pt x="941990" y="1534098"/>
                  </a:lnTo>
                  <a:lnTo>
                    <a:pt x="948625" y="1536743"/>
                  </a:lnTo>
                  <a:lnTo>
                    <a:pt x="958601" y="1536880"/>
                  </a:lnTo>
                  <a:lnTo>
                    <a:pt x="960607" y="1533145"/>
                  </a:lnTo>
                  <a:lnTo>
                    <a:pt x="963243" y="1528234"/>
                  </a:lnTo>
                  <a:lnTo>
                    <a:pt x="974073" y="1527139"/>
                  </a:lnTo>
                  <a:lnTo>
                    <a:pt x="981203" y="1519715"/>
                  </a:lnTo>
                  <a:lnTo>
                    <a:pt x="988078" y="1521173"/>
                  </a:lnTo>
                  <a:lnTo>
                    <a:pt x="988659" y="1527103"/>
                  </a:lnTo>
                  <a:lnTo>
                    <a:pt x="989918" y="1539321"/>
                  </a:lnTo>
                  <a:lnTo>
                    <a:pt x="996220" y="1552789"/>
                  </a:lnTo>
                  <a:lnTo>
                    <a:pt x="995731" y="1554833"/>
                  </a:lnTo>
                  <a:lnTo>
                    <a:pt x="996812" y="1563165"/>
                  </a:lnTo>
                  <a:lnTo>
                    <a:pt x="1005286" y="1566864"/>
                  </a:lnTo>
                  <a:lnTo>
                    <a:pt x="1010942" y="1572100"/>
                  </a:lnTo>
                  <a:lnTo>
                    <a:pt x="1019636" y="1575362"/>
                  </a:lnTo>
                  <a:lnTo>
                    <a:pt x="1023559" y="1566086"/>
                  </a:lnTo>
                  <a:lnTo>
                    <a:pt x="1031812" y="1565344"/>
                  </a:lnTo>
                  <a:lnTo>
                    <a:pt x="1042263" y="1564574"/>
                  </a:lnTo>
                  <a:lnTo>
                    <a:pt x="1054568" y="1573989"/>
                  </a:lnTo>
                  <a:lnTo>
                    <a:pt x="1052701" y="1584273"/>
                  </a:lnTo>
                  <a:lnTo>
                    <a:pt x="1047996" y="1585601"/>
                  </a:lnTo>
                  <a:lnTo>
                    <a:pt x="1040965" y="1583292"/>
                  </a:lnTo>
                  <a:lnTo>
                    <a:pt x="1029089" y="1586745"/>
                  </a:lnTo>
                  <a:lnTo>
                    <a:pt x="1019141" y="1585207"/>
                  </a:lnTo>
                  <a:lnTo>
                    <a:pt x="1004755" y="1587458"/>
                  </a:lnTo>
                  <a:lnTo>
                    <a:pt x="1001917" y="1588401"/>
                  </a:lnTo>
                  <a:lnTo>
                    <a:pt x="990375" y="1592219"/>
                  </a:lnTo>
                  <a:lnTo>
                    <a:pt x="980712" y="1597205"/>
                  </a:lnTo>
                  <a:lnTo>
                    <a:pt x="970832" y="1593323"/>
                  </a:lnTo>
                  <a:lnTo>
                    <a:pt x="964205" y="1598443"/>
                  </a:lnTo>
                  <a:lnTo>
                    <a:pt x="958608" y="1599113"/>
                  </a:lnTo>
                  <a:lnTo>
                    <a:pt x="951105" y="1606157"/>
                  </a:lnTo>
                  <a:lnTo>
                    <a:pt x="954820" y="1612859"/>
                  </a:lnTo>
                  <a:lnTo>
                    <a:pt x="947274" y="1613038"/>
                  </a:lnTo>
                  <a:lnTo>
                    <a:pt x="935039" y="1606232"/>
                  </a:lnTo>
                  <a:lnTo>
                    <a:pt x="926006" y="1598362"/>
                  </a:lnTo>
                  <a:lnTo>
                    <a:pt x="912443" y="1595255"/>
                  </a:lnTo>
                  <a:lnTo>
                    <a:pt x="902445" y="1595212"/>
                  </a:lnTo>
                  <a:lnTo>
                    <a:pt x="892365" y="1595015"/>
                  </a:lnTo>
                  <a:lnTo>
                    <a:pt x="878955" y="1597788"/>
                  </a:lnTo>
                  <a:lnTo>
                    <a:pt x="871988" y="1611213"/>
                  </a:lnTo>
                  <a:lnTo>
                    <a:pt x="868394" y="1614846"/>
                  </a:lnTo>
                  <a:lnTo>
                    <a:pt x="858365" y="1614121"/>
                  </a:lnTo>
                  <a:lnTo>
                    <a:pt x="854385" y="1618952"/>
                  </a:lnTo>
                  <a:lnTo>
                    <a:pt x="850937" y="1623129"/>
                  </a:lnTo>
                  <a:lnTo>
                    <a:pt x="836521" y="1619862"/>
                  </a:lnTo>
                  <a:lnTo>
                    <a:pt x="819554" y="1625760"/>
                  </a:lnTo>
                  <a:lnTo>
                    <a:pt x="815797" y="1640061"/>
                  </a:lnTo>
                  <a:lnTo>
                    <a:pt x="809639" y="1650413"/>
                  </a:lnTo>
                  <a:lnTo>
                    <a:pt x="808136" y="1651990"/>
                  </a:lnTo>
                  <a:lnTo>
                    <a:pt x="802064" y="1658347"/>
                  </a:lnTo>
                  <a:lnTo>
                    <a:pt x="797430" y="1670197"/>
                  </a:lnTo>
                  <a:lnTo>
                    <a:pt x="797345" y="1680140"/>
                  </a:lnTo>
                  <a:lnTo>
                    <a:pt x="789481" y="1672748"/>
                  </a:lnTo>
                  <a:lnTo>
                    <a:pt x="788451" y="1662811"/>
                  </a:lnTo>
                  <a:lnTo>
                    <a:pt x="792528" y="1656855"/>
                  </a:lnTo>
                  <a:lnTo>
                    <a:pt x="780178" y="1648961"/>
                  </a:lnTo>
                  <a:lnTo>
                    <a:pt x="776414" y="1660842"/>
                  </a:lnTo>
                  <a:lnTo>
                    <a:pt x="766700" y="1668700"/>
                  </a:lnTo>
                  <a:lnTo>
                    <a:pt x="756712" y="1664516"/>
                  </a:lnTo>
                  <a:lnTo>
                    <a:pt x="749149" y="1672935"/>
                  </a:lnTo>
                  <a:lnTo>
                    <a:pt x="744402" y="1687794"/>
                  </a:lnTo>
                  <a:lnTo>
                    <a:pt x="742330" y="1694248"/>
                  </a:lnTo>
                  <a:lnTo>
                    <a:pt x="738831" y="1706651"/>
                  </a:lnTo>
                  <a:lnTo>
                    <a:pt x="731596" y="1724750"/>
                  </a:lnTo>
                  <a:lnTo>
                    <a:pt x="725943" y="1735948"/>
                  </a:lnTo>
                  <a:lnTo>
                    <a:pt x="724217" y="1748366"/>
                  </a:lnTo>
                  <a:lnTo>
                    <a:pt x="718995" y="1747774"/>
                  </a:lnTo>
                  <a:lnTo>
                    <a:pt x="714112" y="1742959"/>
                  </a:lnTo>
                  <a:lnTo>
                    <a:pt x="709198" y="1737847"/>
                  </a:lnTo>
                  <a:lnTo>
                    <a:pt x="710907" y="1731511"/>
                  </a:lnTo>
                  <a:lnTo>
                    <a:pt x="713358" y="1722164"/>
                  </a:lnTo>
                  <a:lnTo>
                    <a:pt x="713231" y="1715576"/>
                  </a:lnTo>
                  <a:lnTo>
                    <a:pt x="708695" y="1714375"/>
                  </a:lnTo>
                  <a:lnTo>
                    <a:pt x="705438" y="1718505"/>
                  </a:lnTo>
                  <a:lnTo>
                    <a:pt x="701201" y="1719333"/>
                  </a:lnTo>
                  <a:lnTo>
                    <a:pt x="695787" y="1720232"/>
                  </a:lnTo>
                  <a:lnTo>
                    <a:pt x="695611" y="1715206"/>
                  </a:lnTo>
                  <a:lnTo>
                    <a:pt x="695465" y="1708791"/>
                  </a:lnTo>
                  <a:lnTo>
                    <a:pt x="698501" y="1704677"/>
                  </a:lnTo>
                  <a:lnTo>
                    <a:pt x="697668" y="1698308"/>
                  </a:lnTo>
                  <a:lnTo>
                    <a:pt x="698173" y="1691898"/>
                  </a:lnTo>
                  <a:lnTo>
                    <a:pt x="698351" y="1687547"/>
                  </a:lnTo>
                  <a:lnTo>
                    <a:pt x="693497" y="1682741"/>
                  </a:lnTo>
                  <a:lnTo>
                    <a:pt x="696845" y="1679617"/>
                  </a:lnTo>
                  <a:lnTo>
                    <a:pt x="694227" y="1676283"/>
                  </a:lnTo>
                  <a:lnTo>
                    <a:pt x="691473" y="1674283"/>
                  </a:lnTo>
                  <a:lnTo>
                    <a:pt x="686873" y="1670938"/>
                  </a:lnTo>
                  <a:lnTo>
                    <a:pt x="679251" y="1670935"/>
                  </a:lnTo>
                  <a:lnTo>
                    <a:pt x="676196" y="1667437"/>
                  </a:lnTo>
                  <a:lnTo>
                    <a:pt x="671937" y="1669700"/>
                  </a:lnTo>
                  <a:lnTo>
                    <a:pt x="671166" y="1669509"/>
                  </a:lnTo>
                  <a:lnTo>
                    <a:pt x="666764" y="1668420"/>
                  </a:lnTo>
                  <a:lnTo>
                    <a:pt x="663820" y="1665980"/>
                  </a:lnTo>
                  <a:lnTo>
                    <a:pt x="668046" y="1658559"/>
                  </a:lnTo>
                  <a:lnTo>
                    <a:pt x="663655" y="1653342"/>
                  </a:lnTo>
                  <a:lnTo>
                    <a:pt x="663515" y="1653287"/>
                  </a:lnTo>
                  <a:lnTo>
                    <a:pt x="657855" y="1651067"/>
                  </a:lnTo>
                  <a:lnTo>
                    <a:pt x="651743" y="1649971"/>
                  </a:lnTo>
                  <a:lnTo>
                    <a:pt x="646421" y="1651209"/>
                  </a:lnTo>
                  <a:lnTo>
                    <a:pt x="639814" y="1648109"/>
                  </a:lnTo>
                  <a:lnTo>
                    <a:pt x="637500" y="1649952"/>
                  </a:lnTo>
                  <a:lnTo>
                    <a:pt x="626810" y="1646319"/>
                  </a:lnTo>
                  <a:lnTo>
                    <a:pt x="621186" y="1647841"/>
                  </a:lnTo>
                  <a:lnTo>
                    <a:pt x="619982" y="1651097"/>
                  </a:lnTo>
                  <a:lnTo>
                    <a:pt x="616195" y="1651805"/>
                  </a:lnTo>
                  <a:lnTo>
                    <a:pt x="613946" y="1649073"/>
                  </a:lnTo>
                  <a:lnTo>
                    <a:pt x="613581" y="1649008"/>
                  </a:lnTo>
                  <a:lnTo>
                    <a:pt x="608518" y="1648108"/>
                  </a:lnTo>
                  <a:lnTo>
                    <a:pt x="602484" y="1649674"/>
                  </a:lnTo>
                  <a:lnTo>
                    <a:pt x="591315" y="1644880"/>
                  </a:lnTo>
                  <a:lnTo>
                    <a:pt x="585917" y="1642554"/>
                  </a:lnTo>
                  <a:lnTo>
                    <a:pt x="576653" y="1638550"/>
                  </a:lnTo>
                  <a:lnTo>
                    <a:pt x="528386" y="1631749"/>
                  </a:lnTo>
                  <a:lnTo>
                    <a:pt x="502773" y="1627980"/>
                  </a:lnTo>
                  <a:lnTo>
                    <a:pt x="485932" y="1625448"/>
                  </a:lnTo>
                  <a:lnTo>
                    <a:pt x="481440" y="1615512"/>
                  </a:lnTo>
                  <a:lnTo>
                    <a:pt x="475421" y="1606285"/>
                  </a:lnTo>
                  <a:lnTo>
                    <a:pt x="469130" y="1604683"/>
                  </a:lnTo>
                  <a:lnTo>
                    <a:pt x="464696" y="1600903"/>
                  </a:lnTo>
                  <a:lnTo>
                    <a:pt x="460304" y="1603893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h98"/>
            <p:cNvSpPr/>
            <p:nvPr/>
          </p:nvSpPr>
          <p:spPr>
            <a:xfrm>
              <a:off x="3780494" y="930089"/>
              <a:ext cx="1102076" cy="2280592"/>
            </a:xfrm>
            <a:custGeom>
              <a:avLst/>
              <a:pathLst>
                <a:path w="1102076" h="2280592">
                  <a:moveTo>
                    <a:pt x="457200" y="1600200"/>
                  </a:moveTo>
                  <a:lnTo>
                    <a:pt x="481498" y="1599395"/>
                  </a:lnTo>
                  <a:lnTo>
                    <a:pt x="524322" y="1597602"/>
                  </a:lnTo>
                  <a:lnTo>
                    <a:pt x="559350" y="1595924"/>
                  </a:lnTo>
                  <a:lnTo>
                    <a:pt x="611016" y="1593258"/>
                  </a:lnTo>
                  <a:lnTo>
                    <a:pt x="612731" y="1593155"/>
                  </a:lnTo>
                  <a:lnTo>
                    <a:pt x="626255" y="1592326"/>
                  </a:lnTo>
                  <a:lnTo>
                    <a:pt x="624820" y="1569274"/>
                  </a:lnTo>
                  <a:lnTo>
                    <a:pt x="623844" y="1553848"/>
                  </a:lnTo>
                  <a:lnTo>
                    <a:pt x="623256" y="1544540"/>
                  </a:lnTo>
                  <a:lnTo>
                    <a:pt x="631170" y="1547934"/>
                  </a:lnTo>
                  <a:lnTo>
                    <a:pt x="636658" y="1545632"/>
                  </a:lnTo>
                  <a:lnTo>
                    <a:pt x="639632" y="1545471"/>
                  </a:lnTo>
                  <a:lnTo>
                    <a:pt x="645876" y="1549488"/>
                  </a:lnTo>
                  <a:lnTo>
                    <a:pt x="651008" y="1550675"/>
                  </a:lnTo>
                  <a:lnTo>
                    <a:pt x="653440" y="1563802"/>
                  </a:lnTo>
                  <a:lnTo>
                    <a:pt x="656058" y="1574749"/>
                  </a:lnTo>
                  <a:lnTo>
                    <a:pt x="658220" y="1577748"/>
                  </a:lnTo>
                  <a:lnTo>
                    <a:pt x="661623" y="1589937"/>
                  </a:lnTo>
                  <a:lnTo>
                    <a:pt x="665535" y="1604131"/>
                  </a:lnTo>
                  <a:lnTo>
                    <a:pt x="665697" y="1609577"/>
                  </a:lnTo>
                  <a:lnTo>
                    <a:pt x="665426" y="1615918"/>
                  </a:lnTo>
                  <a:lnTo>
                    <a:pt x="672026" y="1621948"/>
                  </a:lnTo>
                  <a:lnTo>
                    <a:pt x="681358" y="1625921"/>
                  </a:lnTo>
                  <a:lnTo>
                    <a:pt x="686518" y="1626492"/>
                  </a:lnTo>
                  <a:lnTo>
                    <a:pt x="687812" y="1625728"/>
                  </a:lnTo>
                  <a:lnTo>
                    <a:pt x="691072" y="1623800"/>
                  </a:lnTo>
                  <a:lnTo>
                    <a:pt x="699888" y="1624005"/>
                  </a:lnTo>
                  <a:lnTo>
                    <a:pt x="702593" y="1626519"/>
                  </a:lnTo>
                  <a:lnTo>
                    <a:pt x="702924" y="1629884"/>
                  </a:lnTo>
                  <a:lnTo>
                    <a:pt x="716054" y="1630498"/>
                  </a:lnTo>
                  <a:lnTo>
                    <a:pt x="729620" y="1631028"/>
                  </a:lnTo>
                  <a:lnTo>
                    <a:pt x="736432" y="1630732"/>
                  </a:lnTo>
                  <a:lnTo>
                    <a:pt x="740191" y="1637808"/>
                  </a:lnTo>
                  <a:lnTo>
                    <a:pt x="739813" y="1643297"/>
                  </a:lnTo>
                  <a:lnTo>
                    <a:pt x="751449" y="1643655"/>
                  </a:lnTo>
                  <a:lnTo>
                    <a:pt x="760547" y="1641354"/>
                  </a:lnTo>
                  <a:lnTo>
                    <a:pt x="768124" y="1638645"/>
                  </a:lnTo>
                  <a:lnTo>
                    <a:pt x="767903" y="1632909"/>
                  </a:lnTo>
                  <a:lnTo>
                    <a:pt x="775388" y="1630631"/>
                  </a:lnTo>
                  <a:lnTo>
                    <a:pt x="777093" y="1627802"/>
                  </a:lnTo>
                  <a:lnTo>
                    <a:pt x="788384" y="1624869"/>
                  </a:lnTo>
                  <a:lnTo>
                    <a:pt x="793890" y="1626586"/>
                  </a:lnTo>
                  <a:lnTo>
                    <a:pt x="798275" y="1625970"/>
                  </a:lnTo>
                  <a:lnTo>
                    <a:pt x="809154" y="1624430"/>
                  </a:lnTo>
                  <a:lnTo>
                    <a:pt x="814492" y="1628521"/>
                  </a:lnTo>
                  <a:lnTo>
                    <a:pt x="828773" y="1634173"/>
                  </a:lnTo>
                  <a:lnTo>
                    <a:pt x="836355" y="1633027"/>
                  </a:lnTo>
                  <a:lnTo>
                    <a:pt x="837076" y="1637284"/>
                  </a:lnTo>
                  <a:lnTo>
                    <a:pt x="835433" y="1642598"/>
                  </a:lnTo>
                  <a:lnTo>
                    <a:pt x="842423" y="1645206"/>
                  </a:lnTo>
                  <a:lnTo>
                    <a:pt x="847314" y="1643812"/>
                  </a:lnTo>
                  <a:lnTo>
                    <a:pt x="852530" y="1647580"/>
                  </a:lnTo>
                  <a:lnTo>
                    <a:pt x="852163" y="1655405"/>
                  </a:lnTo>
                  <a:lnTo>
                    <a:pt x="857255" y="1661963"/>
                  </a:lnTo>
                  <a:lnTo>
                    <a:pt x="862045" y="1670899"/>
                  </a:lnTo>
                  <a:lnTo>
                    <a:pt x="866285" y="1667959"/>
                  </a:lnTo>
                  <a:lnTo>
                    <a:pt x="867387" y="1663156"/>
                  </a:lnTo>
                  <a:lnTo>
                    <a:pt x="866843" y="1657481"/>
                  </a:lnTo>
                  <a:lnTo>
                    <a:pt x="869183" y="1653383"/>
                  </a:lnTo>
                  <a:lnTo>
                    <a:pt x="877300" y="1651545"/>
                  </a:lnTo>
                  <a:lnTo>
                    <a:pt x="886129" y="1651176"/>
                  </a:lnTo>
                  <a:lnTo>
                    <a:pt x="891136" y="1655405"/>
                  </a:lnTo>
                  <a:lnTo>
                    <a:pt x="893669" y="1664345"/>
                  </a:lnTo>
                  <a:lnTo>
                    <a:pt x="900980" y="1664866"/>
                  </a:lnTo>
                  <a:lnTo>
                    <a:pt x="909307" y="1668002"/>
                  </a:lnTo>
                  <a:lnTo>
                    <a:pt x="910705" y="1668527"/>
                  </a:lnTo>
                  <a:lnTo>
                    <a:pt x="916175" y="1668122"/>
                  </a:lnTo>
                  <a:lnTo>
                    <a:pt x="919089" y="1677798"/>
                  </a:lnTo>
                  <a:lnTo>
                    <a:pt x="930207" y="1678010"/>
                  </a:lnTo>
                  <a:lnTo>
                    <a:pt x="932330" y="1684665"/>
                  </a:lnTo>
                  <a:lnTo>
                    <a:pt x="938500" y="1682316"/>
                  </a:lnTo>
                  <a:lnTo>
                    <a:pt x="949092" y="1680812"/>
                  </a:lnTo>
                  <a:lnTo>
                    <a:pt x="956020" y="1678243"/>
                  </a:lnTo>
                  <a:lnTo>
                    <a:pt x="962972" y="1670415"/>
                  </a:lnTo>
                  <a:lnTo>
                    <a:pt x="972194" y="1663248"/>
                  </a:lnTo>
                  <a:lnTo>
                    <a:pt x="972417" y="1663088"/>
                  </a:lnTo>
                  <a:lnTo>
                    <a:pt x="982082" y="1656127"/>
                  </a:lnTo>
                  <a:lnTo>
                    <a:pt x="987181" y="1654760"/>
                  </a:lnTo>
                  <a:lnTo>
                    <a:pt x="991382" y="1662509"/>
                  </a:lnTo>
                  <a:lnTo>
                    <a:pt x="994521" y="1669110"/>
                  </a:lnTo>
                  <a:lnTo>
                    <a:pt x="1000856" y="1671656"/>
                  </a:lnTo>
                  <a:lnTo>
                    <a:pt x="1011780" y="1667032"/>
                  </a:lnTo>
                  <a:lnTo>
                    <a:pt x="1019853" y="1668141"/>
                  </a:lnTo>
                  <a:lnTo>
                    <a:pt x="1032538" y="1666891"/>
                  </a:lnTo>
                  <a:lnTo>
                    <a:pt x="1047294" y="1664026"/>
                  </a:lnTo>
                  <a:lnTo>
                    <a:pt x="1056443" y="1665961"/>
                  </a:lnTo>
                  <a:lnTo>
                    <a:pt x="1062137" y="1673678"/>
                  </a:lnTo>
                  <a:lnTo>
                    <a:pt x="1071294" y="1676336"/>
                  </a:lnTo>
                  <a:lnTo>
                    <a:pt x="1080534" y="1670952"/>
                  </a:lnTo>
                  <a:lnTo>
                    <a:pt x="1090950" y="1671081"/>
                  </a:lnTo>
                  <a:lnTo>
                    <a:pt x="1102076" y="1669237"/>
                  </a:lnTo>
                  <a:lnTo>
                    <a:pt x="1097324" y="1674848"/>
                  </a:lnTo>
                  <a:lnTo>
                    <a:pt x="1089018" y="1678903"/>
                  </a:lnTo>
                  <a:lnTo>
                    <a:pt x="1083219" y="1683803"/>
                  </a:lnTo>
                  <a:lnTo>
                    <a:pt x="1079037" y="1687710"/>
                  </a:lnTo>
                  <a:lnTo>
                    <a:pt x="1068770" y="1692699"/>
                  </a:lnTo>
                  <a:lnTo>
                    <a:pt x="1065091" y="1697123"/>
                  </a:lnTo>
                  <a:lnTo>
                    <a:pt x="1057321" y="1700535"/>
                  </a:lnTo>
                  <a:lnTo>
                    <a:pt x="1048276" y="1705795"/>
                  </a:lnTo>
                  <a:lnTo>
                    <a:pt x="1037411" y="1710183"/>
                  </a:lnTo>
                  <a:lnTo>
                    <a:pt x="1029583" y="1713466"/>
                  </a:lnTo>
                  <a:lnTo>
                    <a:pt x="1020477" y="1718580"/>
                  </a:lnTo>
                  <a:lnTo>
                    <a:pt x="1011990" y="1725459"/>
                  </a:lnTo>
                  <a:lnTo>
                    <a:pt x="1005144" y="1730249"/>
                  </a:lnTo>
                  <a:lnTo>
                    <a:pt x="995124" y="1739857"/>
                  </a:lnTo>
                  <a:lnTo>
                    <a:pt x="983544" y="1752688"/>
                  </a:lnTo>
                  <a:lnTo>
                    <a:pt x="974388" y="1764168"/>
                  </a:lnTo>
                  <a:lnTo>
                    <a:pt x="966145" y="1777869"/>
                  </a:lnTo>
                  <a:lnTo>
                    <a:pt x="956973" y="1790381"/>
                  </a:lnTo>
                  <a:lnTo>
                    <a:pt x="951755" y="1796966"/>
                  </a:lnTo>
                  <a:lnTo>
                    <a:pt x="942598" y="1804101"/>
                  </a:lnTo>
                  <a:lnTo>
                    <a:pt x="937487" y="1812573"/>
                  </a:lnTo>
                  <a:lnTo>
                    <a:pt x="930267" y="1818783"/>
                  </a:lnTo>
                  <a:lnTo>
                    <a:pt x="925963" y="1824271"/>
                  </a:lnTo>
                  <a:lnTo>
                    <a:pt x="925024" y="1825467"/>
                  </a:lnTo>
                  <a:lnTo>
                    <a:pt x="917163" y="1831582"/>
                  </a:lnTo>
                  <a:lnTo>
                    <a:pt x="908860" y="1839608"/>
                  </a:lnTo>
                  <a:lnTo>
                    <a:pt x="905116" y="1843693"/>
                  </a:lnTo>
                  <a:lnTo>
                    <a:pt x="910293" y="1855376"/>
                  </a:lnTo>
                  <a:lnTo>
                    <a:pt x="907234" y="1855174"/>
                  </a:lnTo>
                  <a:lnTo>
                    <a:pt x="902750" y="1852627"/>
                  </a:lnTo>
                  <a:lnTo>
                    <a:pt x="899138" y="1853339"/>
                  </a:lnTo>
                  <a:lnTo>
                    <a:pt x="896217" y="1858169"/>
                  </a:lnTo>
                  <a:lnTo>
                    <a:pt x="894691" y="1862131"/>
                  </a:lnTo>
                  <a:lnTo>
                    <a:pt x="887358" y="1863028"/>
                  </a:lnTo>
                  <a:lnTo>
                    <a:pt x="889363" y="1883788"/>
                  </a:lnTo>
                  <a:lnTo>
                    <a:pt x="890274" y="1893494"/>
                  </a:lnTo>
                  <a:lnTo>
                    <a:pt x="892281" y="1914945"/>
                  </a:lnTo>
                  <a:lnTo>
                    <a:pt x="893303" y="1925685"/>
                  </a:lnTo>
                  <a:lnTo>
                    <a:pt x="894279" y="1935957"/>
                  </a:lnTo>
                  <a:lnTo>
                    <a:pt x="890755" y="1939073"/>
                  </a:lnTo>
                  <a:lnTo>
                    <a:pt x="890028" y="1943699"/>
                  </a:lnTo>
                  <a:lnTo>
                    <a:pt x="886471" y="1943555"/>
                  </a:lnTo>
                  <a:lnTo>
                    <a:pt x="881786" y="1946157"/>
                  </a:lnTo>
                  <a:lnTo>
                    <a:pt x="880143" y="1949973"/>
                  </a:lnTo>
                  <a:lnTo>
                    <a:pt x="873912" y="1950908"/>
                  </a:lnTo>
                  <a:lnTo>
                    <a:pt x="871190" y="1954142"/>
                  </a:lnTo>
                  <a:lnTo>
                    <a:pt x="864943" y="1957440"/>
                  </a:lnTo>
                  <a:lnTo>
                    <a:pt x="859812" y="1962983"/>
                  </a:lnTo>
                  <a:lnTo>
                    <a:pt x="857057" y="1969285"/>
                  </a:lnTo>
                  <a:lnTo>
                    <a:pt x="856096" y="1975032"/>
                  </a:lnTo>
                  <a:lnTo>
                    <a:pt x="852419" y="1982026"/>
                  </a:lnTo>
                  <a:lnTo>
                    <a:pt x="851229" y="1983038"/>
                  </a:lnTo>
                  <a:lnTo>
                    <a:pt x="848887" y="1985026"/>
                  </a:lnTo>
                  <a:lnTo>
                    <a:pt x="848199" y="1993952"/>
                  </a:lnTo>
                  <a:lnTo>
                    <a:pt x="848150" y="1994599"/>
                  </a:lnTo>
                  <a:lnTo>
                    <a:pt x="849458" y="2002674"/>
                  </a:lnTo>
                  <a:lnTo>
                    <a:pt x="856468" y="2003369"/>
                  </a:lnTo>
                  <a:lnTo>
                    <a:pt x="860389" y="2003686"/>
                  </a:lnTo>
                  <a:lnTo>
                    <a:pt x="863247" y="2007406"/>
                  </a:lnTo>
                  <a:lnTo>
                    <a:pt x="867420" y="2013695"/>
                  </a:lnTo>
                  <a:lnTo>
                    <a:pt x="871279" y="2017633"/>
                  </a:lnTo>
                  <a:lnTo>
                    <a:pt x="870737" y="2022913"/>
                  </a:lnTo>
                  <a:lnTo>
                    <a:pt x="867893" y="2030627"/>
                  </a:lnTo>
                  <a:lnTo>
                    <a:pt x="864059" y="2036008"/>
                  </a:lnTo>
                  <a:lnTo>
                    <a:pt x="863000" y="2037493"/>
                  </a:lnTo>
                  <a:lnTo>
                    <a:pt x="863466" y="2046807"/>
                  </a:lnTo>
                  <a:lnTo>
                    <a:pt x="863558" y="2048661"/>
                  </a:lnTo>
                  <a:lnTo>
                    <a:pt x="866771" y="2058578"/>
                  </a:lnTo>
                  <a:lnTo>
                    <a:pt x="862897" y="2063652"/>
                  </a:lnTo>
                  <a:lnTo>
                    <a:pt x="861856" y="2065013"/>
                  </a:lnTo>
                  <a:lnTo>
                    <a:pt x="865914" y="2070012"/>
                  </a:lnTo>
                  <a:lnTo>
                    <a:pt x="867783" y="2079948"/>
                  </a:lnTo>
                  <a:lnTo>
                    <a:pt x="867241" y="2089994"/>
                  </a:lnTo>
                  <a:lnTo>
                    <a:pt x="867193" y="2090891"/>
                  </a:lnTo>
                  <a:lnTo>
                    <a:pt x="864921" y="2101835"/>
                  </a:lnTo>
                  <a:lnTo>
                    <a:pt x="866159" y="2102896"/>
                  </a:lnTo>
                  <a:lnTo>
                    <a:pt x="871980" y="2107877"/>
                  </a:lnTo>
                  <a:lnTo>
                    <a:pt x="875351" y="2110756"/>
                  </a:lnTo>
                  <a:lnTo>
                    <a:pt x="883110" y="2119615"/>
                  </a:lnTo>
                  <a:lnTo>
                    <a:pt x="889559" y="2123416"/>
                  </a:lnTo>
                  <a:lnTo>
                    <a:pt x="902990" y="2124590"/>
                  </a:lnTo>
                  <a:lnTo>
                    <a:pt x="906307" y="2124197"/>
                  </a:lnTo>
                  <a:lnTo>
                    <a:pt x="910463" y="2126260"/>
                  </a:lnTo>
                  <a:lnTo>
                    <a:pt x="910730" y="2126392"/>
                  </a:lnTo>
                  <a:lnTo>
                    <a:pt x="913379" y="2132707"/>
                  </a:lnTo>
                  <a:lnTo>
                    <a:pt x="917770" y="2136188"/>
                  </a:lnTo>
                  <a:lnTo>
                    <a:pt x="919012" y="2137171"/>
                  </a:lnTo>
                  <a:lnTo>
                    <a:pt x="930096" y="2140032"/>
                  </a:lnTo>
                  <a:lnTo>
                    <a:pt x="932552" y="2140959"/>
                  </a:lnTo>
                  <a:lnTo>
                    <a:pt x="943742" y="2145168"/>
                  </a:lnTo>
                  <a:lnTo>
                    <a:pt x="948469" y="2150201"/>
                  </a:lnTo>
                  <a:lnTo>
                    <a:pt x="951615" y="2160763"/>
                  </a:lnTo>
                  <a:lnTo>
                    <a:pt x="955413" y="2164618"/>
                  </a:lnTo>
                  <a:lnTo>
                    <a:pt x="959116" y="2168370"/>
                  </a:lnTo>
                  <a:lnTo>
                    <a:pt x="968258" y="2171864"/>
                  </a:lnTo>
                  <a:lnTo>
                    <a:pt x="975388" y="2179230"/>
                  </a:lnTo>
                  <a:lnTo>
                    <a:pt x="982479" y="2183149"/>
                  </a:lnTo>
                  <a:lnTo>
                    <a:pt x="983762" y="2183352"/>
                  </a:lnTo>
                  <a:lnTo>
                    <a:pt x="994588" y="2185055"/>
                  </a:lnTo>
                  <a:lnTo>
                    <a:pt x="996318" y="2187025"/>
                  </a:lnTo>
                  <a:lnTo>
                    <a:pt x="1003066" y="2194699"/>
                  </a:lnTo>
                  <a:lnTo>
                    <a:pt x="1009819" y="2202047"/>
                  </a:lnTo>
                  <a:lnTo>
                    <a:pt x="1010191" y="2202717"/>
                  </a:lnTo>
                  <a:lnTo>
                    <a:pt x="1015057" y="2211456"/>
                  </a:lnTo>
                  <a:lnTo>
                    <a:pt x="1014519" y="2217445"/>
                  </a:lnTo>
                  <a:lnTo>
                    <a:pt x="1013846" y="2224907"/>
                  </a:lnTo>
                  <a:lnTo>
                    <a:pt x="1016532" y="2232910"/>
                  </a:lnTo>
                  <a:lnTo>
                    <a:pt x="1018798" y="2237111"/>
                  </a:lnTo>
                  <a:lnTo>
                    <a:pt x="1020997" y="2244920"/>
                  </a:lnTo>
                  <a:lnTo>
                    <a:pt x="996527" y="2247512"/>
                  </a:lnTo>
                  <a:lnTo>
                    <a:pt x="985801" y="2248630"/>
                  </a:lnTo>
                  <a:lnTo>
                    <a:pt x="975109" y="2249728"/>
                  </a:lnTo>
                  <a:lnTo>
                    <a:pt x="966633" y="2250588"/>
                  </a:lnTo>
                  <a:lnTo>
                    <a:pt x="943789" y="2252851"/>
                  </a:lnTo>
                  <a:lnTo>
                    <a:pt x="934911" y="2253711"/>
                  </a:lnTo>
                  <a:lnTo>
                    <a:pt x="910702" y="2256041"/>
                  </a:lnTo>
                  <a:lnTo>
                    <a:pt x="901359" y="2256918"/>
                  </a:lnTo>
                  <a:lnTo>
                    <a:pt x="872923" y="2259564"/>
                  </a:lnTo>
                  <a:lnTo>
                    <a:pt x="859098" y="2260764"/>
                  </a:lnTo>
                  <a:lnTo>
                    <a:pt x="856869" y="2260955"/>
                  </a:lnTo>
                  <a:lnTo>
                    <a:pt x="840744" y="2262315"/>
                  </a:lnTo>
                  <a:lnTo>
                    <a:pt x="816640" y="2264288"/>
                  </a:lnTo>
                  <a:lnTo>
                    <a:pt x="809513" y="2264856"/>
                  </a:lnTo>
                  <a:lnTo>
                    <a:pt x="803064" y="2265361"/>
                  </a:lnTo>
                  <a:lnTo>
                    <a:pt x="774120" y="2267556"/>
                  </a:lnTo>
                  <a:lnTo>
                    <a:pt x="749207" y="2269289"/>
                  </a:lnTo>
                  <a:lnTo>
                    <a:pt x="736386" y="2270148"/>
                  </a:lnTo>
                  <a:lnTo>
                    <a:pt x="731690" y="2270469"/>
                  </a:lnTo>
                  <a:lnTo>
                    <a:pt x="694675" y="2272894"/>
                  </a:lnTo>
                  <a:lnTo>
                    <a:pt x="692906" y="2273005"/>
                  </a:lnTo>
                  <a:lnTo>
                    <a:pt x="689274" y="2273228"/>
                  </a:lnTo>
                  <a:lnTo>
                    <a:pt x="662261" y="2274830"/>
                  </a:lnTo>
                  <a:lnTo>
                    <a:pt x="646715" y="2275778"/>
                  </a:lnTo>
                  <a:lnTo>
                    <a:pt x="640720" y="2276134"/>
                  </a:lnTo>
                  <a:lnTo>
                    <a:pt x="637808" y="2276306"/>
                  </a:lnTo>
                  <a:lnTo>
                    <a:pt x="606528" y="2278008"/>
                  </a:lnTo>
                  <a:lnTo>
                    <a:pt x="604141" y="2278126"/>
                  </a:lnTo>
                  <a:lnTo>
                    <a:pt x="586839" y="2278960"/>
                  </a:lnTo>
                  <a:lnTo>
                    <a:pt x="573756" y="2279564"/>
                  </a:lnTo>
                  <a:lnTo>
                    <a:pt x="550818" y="2280592"/>
                  </a:lnTo>
                  <a:lnTo>
                    <a:pt x="550536" y="2274146"/>
                  </a:lnTo>
                  <a:lnTo>
                    <a:pt x="548984" y="2237238"/>
                  </a:lnTo>
                  <a:lnTo>
                    <a:pt x="547161" y="2194110"/>
                  </a:lnTo>
                  <a:lnTo>
                    <a:pt x="546301" y="2173825"/>
                  </a:lnTo>
                  <a:lnTo>
                    <a:pt x="545214" y="2151044"/>
                  </a:lnTo>
                  <a:lnTo>
                    <a:pt x="544694" y="2140155"/>
                  </a:lnTo>
                  <a:lnTo>
                    <a:pt x="543660" y="2118525"/>
                  </a:lnTo>
                  <a:lnTo>
                    <a:pt x="542639" y="2097195"/>
                  </a:lnTo>
                  <a:lnTo>
                    <a:pt x="540902" y="2060997"/>
                  </a:lnTo>
                  <a:lnTo>
                    <a:pt x="540671" y="2056191"/>
                  </a:lnTo>
                  <a:lnTo>
                    <a:pt x="539494" y="2053855"/>
                  </a:lnTo>
                  <a:lnTo>
                    <a:pt x="538299" y="2051484"/>
                  </a:lnTo>
                  <a:lnTo>
                    <a:pt x="534720" y="2047984"/>
                  </a:lnTo>
                  <a:lnTo>
                    <a:pt x="531146" y="2046838"/>
                  </a:lnTo>
                  <a:lnTo>
                    <a:pt x="526185" y="2044310"/>
                  </a:lnTo>
                  <a:lnTo>
                    <a:pt x="521144" y="2044255"/>
                  </a:lnTo>
                  <a:lnTo>
                    <a:pt x="517929" y="2041063"/>
                  </a:lnTo>
                  <a:lnTo>
                    <a:pt x="514956" y="2035985"/>
                  </a:lnTo>
                  <a:lnTo>
                    <a:pt x="511318" y="2029009"/>
                  </a:lnTo>
                  <a:lnTo>
                    <a:pt x="506344" y="2022967"/>
                  </a:lnTo>
                  <a:lnTo>
                    <a:pt x="505563" y="2022018"/>
                  </a:lnTo>
                  <a:lnTo>
                    <a:pt x="504774" y="2018888"/>
                  </a:lnTo>
                  <a:lnTo>
                    <a:pt x="506814" y="2014486"/>
                  </a:lnTo>
                  <a:lnTo>
                    <a:pt x="513611" y="2008318"/>
                  </a:lnTo>
                  <a:lnTo>
                    <a:pt x="519731" y="2004242"/>
                  </a:lnTo>
                  <a:lnTo>
                    <a:pt x="523129" y="1998027"/>
                  </a:lnTo>
                  <a:lnTo>
                    <a:pt x="526701" y="1993487"/>
                  </a:lnTo>
                  <a:lnTo>
                    <a:pt x="527723" y="1986552"/>
                  </a:lnTo>
                  <a:lnTo>
                    <a:pt x="528094" y="1978649"/>
                  </a:lnTo>
                  <a:lnTo>
                    <a:pt x="526747" y="1968592"/>
                  </a:lnTo>
                  <a:lnTo>
                    <a:pt x="526853" y="1967922"/>
                  </a:lnTo>
                  <a:lnTo>
                    <a:pt x="528089" y="1960145"/>
                  </a:lnTo>
                  <a:lnTo>
                    <a:pt x="523825" y="1943424"/>
                  </a:lnTo>
                  <a:lnTo>
                    <a:pt x="522835" y="1931062"/>
                  </a:lnTo>
                  <a:lnTo>
                    <a:pt x="518666" y="1926393"/>
                  </a:lnTo>
                  <a:lnTo>
                    <a:pt x="512977" y="1917075"/>
                  </a:lnTo>
                  <a:lnTo>
                    <a:pt x="509288" y="1900972"/>
                  </a:lnTo>
                  <a:lnTo>
                    <a:pt x="505438" y="1893212"/>
                  </a:lnTo>
                  <a:lnTo>
                    <a:pt x="505066" y="1892461"/>
                  </a:lnTo>
                  <a:lnTo>
                    <a:pt x="504998" y="1892323"/>
                  </a:lnTo>
                  <a:lnTo>
                    <a:pt x="505030" y="1885366"/>
                  </a:lnTo>
                  <a:lnTo>
                    <a:pt x="504436" y="1874846"/>
                  </a:lnTo>
                  <a:lnTo>
                    <a:pt x="505862" y="1858006"/>
                  </a:lnTo>
                  <a:lnTo>
                    <a:pt x="499479" y="1846121"/>
                  </a:lnTo>
                  <a:lnTo>
                    <a:pt x="500344" y="1837251"/>
                  </a:lnTo>
                  <a:lnTo>
                    <a:pt x="499364" y="1828661"/>
                  </a:lnTo>
                  <a:lnTo>
                    <a:pt x="498130" y="1817834"/>
                  </a:lnTo>
                  <a:lnTo>
                    <a:pt x="497581" y="1813006"/>
                  </a:lnTo>
                  <a:lnTo>
                    <a:pt x="495315" y="1792764"/>
                  </a:lnTo>
                  <a:lnTo>
                    <a:pt x="495150" y="1785469"/>
                  </a:lnTo>
                  <a:lnTo>
                    <a:pt x="494946" y="1776419"/>
                  </a:lnTo>
                  <a:lnTo>
                    <a:pt x="492194" y="1766949"/>
                  </a:lnTo>
                  <a:lnTo>
                    <a:pt x="491150" y="1764117"/>
                  </a:lnTo>
                  <a:lnTo>
                    <a:pt x="487868" y="1755197"/>
                  </a:lnTo>
                  <a:lnTo>
                    <a:pt x="481726" y="1743056"/>
                  </a:lnTo>
                  <a:lnTo>
                    <a:pt x="477890" y="1732148"/>
                  </a:lnTo>
                  <a:lnTo>
                    <a:pt x="474824" y="1720699"/>
                  </a:lnTo>
                  <a:lnTo>
                    <a:pt x="471481" y="1712728"/>
                  </a:lnTo>
                  <a:lnTo>
                    <a:pt x="467717" y="1703266"/>
                  </a:lnTo>
                  <a:lnTo>
                    <a:pt x="467770" y="1702684"/>
                  </a:lnTo>
                  <a:lnTo>
                    <a:pt x="468004" y="1700131"/>
                  </a:lnTo>
                  <a:lnTo>
                    <a:pt x="468734" y="1692133"/>
                  </a:lnTo>
                  <a:lnTo>
                    <a:pt x="467644" y="1681385"/>
                  </a:lnTo>
                  <a:lnTo>
                    <a:pt x="467146" y="1670719"/>
                  </a:lnTo>
                  <a:lnTo>
                    <a:pt x="465861" y="1658113"/>
                  </a:lnTo>
                  <a:lnTo>
                    <a:pt x="465906" y="1657062"/>
                  </a:lnTo>
                  <a:lnTo>
                    <a:pt x="465923" y="1656671"/>
                  </a:lnTo>
                  <a:lnTo>
                    <a:pt x="466136" y="1651710"/>
                  </a:lnTo>
                  <a:lnTo>
                    <a:pt x="469270" y="1641131"/>
                  </a:lnTo>
                  <a:lnTo>
                    <a:pt x="467316" y="1635525"/>
                  </a:lnTo>
                  <a:lnTo>
                    <a:pt x="464477" y="1628292"/>
                  </a:lnTo>
                  <a:lnTo>
                    <a:pt x="461200" y="1616601"/>
                  </a:lnTo>
                  <a:lnTo>
                    <a:pt x="457541" y="1607001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h99"/>
            <p:cNvSpPr/>
            <p:nvPr/>
          </p:nvSpPr>
          <p:spPr>
            <a:xfrm>
              <a:off x="4449166" y="3089969"/>
              <a:ext cx="812390" cy="1709228"/>
            </a:xfrm>
            <a:custGeom>
              <a:avLst/>
              <a:pathLst>
                <a:path w="812390" h="1709228">
                  <a:moveTo>
                    <a:pt x="457200" y="1600200"/>
                  </a:moveTo>
                  <a:lnTo>
                    <a:pt x="463345" y="1600364"/>
                  </a:lnTo>
                  <a:lnTo>
                    <a:pt x="468912" y="1596089"/>
                  </a:lnTo>
                  <a:lnTo>
                    <a:pt x="465527" y="1590626"/>
                  </a:lnTo>
                  <a:lnTo>
                    <a:pt x="465374" y="1584197"/>
                  </a:lnTo>
                  <a:lnTo>
                    <a:pt x="467192" y="1577977"/>
                  </a:lnTo>
                  <a:lnTo>
                    <a:pt x="465841" y="1570729"/>
                  </a:lnTo>
                  <a:lnTo>
                    <a:pt x="468378" y="1566023"/>
                  </a:lnTo>
                  <a:lnTo>
                    <a:pt x="473763" y="1564009"/>
                  </a:lnTo>
                  <a:lnTo>
                    <a:pt x="471211" y="1559123"/>
                  </a:lnTo>
                  <a:lnTo>
                    <a:pt x="470193" y="1555152"/>
                  </a:lnTo>
                  <a:lnTo>
                    <a:pt x="477148" y="1551500"/>
                  </a:lnTo>
                  <a:lnTo>
                    <a:pt x="477841" y="1540444"/>
                  </a:lnTo>
                  <a:lnTo>
                    <a:pt x="484211" y="1538223"/>
                  </a:lnTo>
                  <a:lnTo>
                    <a:pt x="483985" y="1537938"/>
                  </a:lnTo>
                  <a:lnTo>
                    <a:pt x="479296" y="1532008"/>
                  </a:lnTo>
                  <a:lnTo>
                    <a:pt x="480280" y="1526505"/>
                  </a:lnTo>
                  <a:lnTo>
                    <a:pt x="486250" y="1527042"/>
                  </a:lnTo>
                  <a:lnTo>
                    <a:pt x="490723" y="1522103"/>
                  </a:lnTo>
                  <a:lnTo>
                    <a:pt x="491606" y="1521126"/>
                  </a:lnTo>
                  <a:lnTo>
                    <a:pt x="496803" y="1515224"/>
                  </a:lnTo>
                  <a:lnTo>
                    <a:pt x="496602" y="1508634"/>
                  </a:lnTo>
                  <a:lnTo>
                    <a:pt x="502772" y="1506279"/>
                  </a:lnTo>
                  <a:lnTo>
                    <a:pt x="506219" y="1501396"/>
                  </a:lnTo>
                  <a:lnTo>
                    <a:pt x="506096" y="1498078"/>
                  </a:lnTo>
                  <a:lnTo>
                    <a:pt x="510196" y="1491334"/>
                  </a:lnTo>
                  <a:lnTo>
                    <a:pt x="509617" y="1490535"/>
                  </a:lnTo>
                  <a:lnTo>
                    <a:pt x="501225" y="1478958"/>
                  </a:lnTo>
                  <a:lnTo>
                    <a:pt x="513476" y="1476863"/>
                  </a:lnTo>
                  <a:lnTo>
                    <a:pt x="517246" y="1467906"/>
                  </a:lnTo>
                  <a:lnTo>
                    <a:pt x="519371" y="1460394"/>
                  </a:lnTo>
                  <a:lnTo>
                    <a:pt x="512388" y="1459930"/>
                  </a:lnTo>
                  <a:lnTo>
                    <a:pt x="513720" y="1450705"/>
                  </a:lnTo>
                  <a:lnTo>
                    <a:pt x="504454" y="1449987"/>
                  </a:lnTo>
                  <a:lnTo>
                    <a:pt x="502816" y="1440966"/>
                  </a:lnTo>
                  <a:lnTo>
                    <a:pt x="507923" y="1439902"/>
                  </a:lnTo>
                  <a:lnTo>
                    <a:pt x="503290" y="1433297"/>
                  </a:lnTo>
                  <a:lnTo>
                    <a:pt x="502590" y="1432691"/>
                  </a:lnTo>
                  <a:lnTo>
                    <a:pt x="499823" y="1430296"/>
                  </a:lnTo>
                  <a:lnTo>
                    <a:pt x="496848" y="1420084"/>
                  </a:lnTo>
                  <a:lnTo>
                    <a:pt x="500752" y="1414663"/>
                  </a:lnTo>
                  <a:lnTo>
                    <a:pt x="494672" y="1413510"/>
                  </a:lnTo>
                  <a:lnTo>
                    <a:pt x="489673" y="1409545"/>
                  </a:lnTo>
                  <a:lnTo>
                    <a:pt x="488838" y="1405100"/>
                  </a:lnTo>
                  <a:lnTo>
                    <a:pt x="490905" y="1400344"/>
                  </a:lnTo>
                  <a:lnTo>
                    <a:pt x="497468" y="1394721"/>
                  </a:lnTo>
                  <a:lnTo>
                    <a:pt x="496752" y="1388678"/>
                  </a:lnTo>
                  <a:lnTo>
                    <a:pt x="489772" y="1384096"/>
                  </a:lnTo>
                  <a:lnTo>
                    <a:pt x="486208" y="1381534"/>
                  </a:lnTo>
                  <a:lnTo>
                    <a:pt x="486801" y="1380585"/>
                  </a:lnTo>
                  <a:lnTo>
                    <a:pt x="490390" y="1374825"/>
                  </a:lnTo>
                  <a:lnTo>
                    <a:pt x="483604" y="1370078"/>
                  </a:lnTo>
                  <a:lnTo>
                    <a:pt x="486079" y="1365251"/>
                  </a:lnTo>
                  <a:lnTo>
                    <a:pt x="491180" y="1365153"/>
                  </a:lnTo>
                  <a:lnTo>
                    <a:pt x="492688" y="1358866"/>
                  </a:lnTo>
                  <a:lnTo>
                    <a:pt x="493715" y="1352276"/>
                  </a:lnTo>
                  <a:lnTo>
                    <a:pt x="491438" y="1347448"/>
                  </a:lnTo>
                  <a:lnTo>
                    <a:pt x="487275" y="1347063"/>
                  </a:lnTo>
                  <a:lnTo>
                    <a:pt x="484759" y="1338772"/>
                  </a:lnTo>
                  <a:lnTo>
                    <a:pt x="487202" y="1333023"/>
                  </a:lnTo>
                  <a:lnTo>
                    <a:pt x="483300" y="1329194"/>
                  </a:lnTo>
                  <a:lnTo>
                    <a:pt x="480399" y="1325119"/>
                  </a:lnTo>
                  <a:lnTo>
                    <a:pt x="478231" y="1321528"/>
                  </a:lnTo>
                  <a:lnTo>
                    <a:pt x="475095" y="1317320"/>
                  </a:lnTo>
                  <a:lnTo>
                    <a:pt x="475868" y="1315223"/>
                  </a:lnTo>
                  <a:lnTo>
                    <a:pt x="477326" y="1311264"/>
                  </a:lnTo>
                  <a:lnTo>
                    <a:pt x="482926" y="1306361"/>
                  </a:lnTo>
                  <a:lnTo>
                    <a:pt x="477568" y="1301917"/>
                  </a:lnTo>
                  <a:lnTo>
                    <a:pt x="485444" y="1299918"/>
                  </a:lnTo>
                  <a:lnTo>
                    <a:pt x="487462" y="1293001"/>
                  </a:lnTo>
                  <a:lnTo>
                    <a:pt x="480080" y="1289700"/>
                  </a:lnTo>
                  <a:lnTo>
                    <a:pt x="483042" y="1285975"/>
                  </a:lnTo>
                  <a:lnTo>
                    <a:pt x="485700" y="1285466"/>
                  </a:lnTo>
                  <a:lnTo>
                    <a:pt x="491903" y="1286401"/>
                  </a:lnTo>
                  <a:lnTo>
                    <a:pt x="491575" y="1281167"/>
                  </a:lnTo>
                  <a:lnTo>
                    <a:pt x="488514" y="1279221"/>
                  </a:lnTo>
                  <a:lnTo>
                    <a:pt x="487025" y="1272738"/>
                  </a:lnTo>
                  <a:lnTo>
                    <a:pt x="490258" y="1268601"/>
                  </a:lnTo>
                  <a:lnTo>
                    <a:pt x="488855" y="1264294"/>
                  </a:lnTo>
                  <a:lnTo>
                    <a:pt x="483225" y="1262699"/>
                  </a:lnTo>
                  <a:lnTo>
                    <a:pt x="487096" y="1259334"/>
                  </a:lnTo>
                  <a:lnTo>
                    <a:pt x="491651" y="1259855"/>
                  </a:lnTo>
                  <a:lnTo>
                    <a:pt x="493953" y="1256734"/>
                  </a:lnTo>
                  <a:lnTo>
                    <a:pt x="497573" y="1254112"/>
                  </a:lnTo>
                  <a:lnTo>
                    <a:pt x="502631" y="1252471"/>
                  </a:lnTo>
                  <a:lnTo>
                    <a:pt x="503929" y="1246702"/>
                  </a:lnTo>
                  <a:lnTo>
                    <a:pt x="500930" y="1244207"/>
                  </a:lnTo>
                  <a:lnTo>
                    <a:pt x="496117" y="1242891"/>
                  </a:lnTo>
                  <a:lnTo>
                    <a:pt x="496185" y="1242006"/>
                  </a:lnTo>
                  <a:lnTo>
                    <a:pt x="496221" y="1241548"/>
                  </a:lnTo>
                  <a:lnTo>
                    <a:pt x="496498" y="1237944"/>
                  </a:lnTo>
                  <a:lnTo>
                    <a:pt x="500833" y="1235958"/>
                  </a:lnTo>
                  <a:lnTo>
                    <a:pt x="501752" y="1232942"/>
                  </a:lnTo>
                  <a:lnTo>
                    <a:pt x="500059" y="1228139"/>
                  </a:lnTo>
                  <a:lnTo>
                    <a:pt x="505511" y="1226087"/>
                  </a:lnTo>
                  <a:lnTo>
                    <a:pt x="507771" y="1220443"/>
                  </a:lnTo>
                  <a:lnTo>
                    <a:pt x="513811" y="1218559"/>
                  </a:lnTo>
                  <a:lnTo>
                    <a:pt x="511883" y="1212095"/>
                  </a:lnTo>
                  <a:lnTo>
                    <a:pt x="515310" y="1209054"/>
                  </a:lnTo>
                  <a:lnTo>
                    <a:pt x="522687" y="1211787"/>
                  </a:lnTo>
                  <a:lnTo>
                    <a:pt x="524040" y="1205639"/>
                  </a:lnTo>
                  <a:lnTo>
                    <a:pt x="530405" y="1201031"/>
                  </a:lnTo>
                  <a:lnTo>
                    <a:pt x="529009" y="1195741"/>
                  </a:lnTo>
                  <a:lnTo>
                    <a:pt x="529657" y="1187434"/>
                  </a:lnTo>
                  <a:lnTo>
                    <a:pt x="531170" y="1181873"/>
                  </a:lnTo>
                  <a:lnTo>
                    <a:pt x="526706" y="1176432"/>
                  </a:lnTo>
                  <a:lnTo>
                    <a:pt x="527769" y="1174328"/>
                  </a:lnTo>
                  <a:lnTo>
                    <a:pt x="529889" y="1170126"/>
                  </a:lnTo>
                  <a:lnTo>
                    <a:pt x="529825" y="1165315"/>
                  </a:lnTo>
                  <a:lnTo>
                    <a:pt x="533170" y="1157144"/>
                  </a:lnTo>
                  <a:lnTo>
                    <a:pt x="536116" y="1153784"/>
                  </a:lnTo>
                  <a:lnTo>
                    <a:pt x="536524" y="1147989"/>
                  </a:lnTo>
                  <a:lnTo>
                    <a:pt x="542190" y="1147302"/>
                  </a:lnTo>
                  <a:lnTo>
                    <a:pt x="542835" y="1147224"/>
                  </a:lnTo>
                  <a:lnTo>
                    <a:pt x="551324" y="1141710"/>
                  </a:lnTo>
                  <a:lnTo>
                    <a:pt x="551515" y="1141546"/>
                  </a:lnTo>
                  <a:lnTo>
                    <a:pt x="557299" y="1136575"/>
                  </a:lnTo>
                  <a:lnTo>
                    <a:pt x="557478" y="1132775"/>
                  </a:lnTo>
                  <a:lnTo>
                    <a:pt x="550156" y="1126370"/>
                  </a:lnTo>
                  <a:lnTo>
                    <a:pt x="602265" y="1120380"/>
                  </a:lnTo>
                  <a:lnTo>
                    <a:pt x="609443" y="1119519"/>
                  </a:lnTo>
                  <a:lnTo>
                    <a:pt x="611237" y="1119303"/>
                  </a:lnTo>
                  <a:lnTo>
                    <a:pt x="617572" y="1118536"/>
                  </a:lnTo>
                  <a:lnTo>
                    <a:pt x="638744" y="1115940"/>
                  </a:lnTo>
                  <a:lnTo>
                    <a:pt x="647067" y="1114859"/>
                  </a:lnTo>
                  <a:lnTo>
                    <a:pt x="662682" y="1112808"/>
                  </a:lnTo>
                  <a:lnTo>
                    <a:pt x="680047" y="1110493"/>
                  </a:lnTo>
                  <a:lnTo>
                    <a:pt x="680999" y="1110367"/>
                  </a:lnTo>
                  <a:lnTo>
                    <a:pt x="700619" y="1107746"/>
                  </a:lnTo>
                  <a:lnTo>
                    <a:pt x="704302" y="1107249"/>
                  </a:lnTo>
                  <a:lnTo>
                    <a:pt x="736297" y="1102814"/>
                  </a:lnTo>
                  <a:lnTo>
                    <a:pt x="745330" y="1101597"/>
                  </a:lnTo>
                  <a:lnTo>
                    <a:pt x="747044" y="1101365"/>
                  </a:lnTo>
                  <a:lnTo>
                    <a:pt x="757694" y="1099915"/>
                  </a:lnTo>
                  <a:lnTo>
                    <a:pt x="763553" y="1099071"/>
                  </a:lnTo>
                  <a:lnTo>
                    <a:pt x="769291" y="1107439"/>
                  </a:lnTo>
                  <a:lnTo>
                    <a:pt x="775499" y="1110342"/>
                  </a:lnTo>
                  <a:lnTo>
                    <a:pt x="776046" y="1144036"/>
                  </a:lnTo>
                  <a:lnTo>
                    <a:pt x="776149" y="1149153"/>
                  </a:lnTo>
                  <a:lnTo>
                    <a:pt x="776441" y="1163974"/>
                  </a:lnTo>
                  <a:lnTo>
                    <a:pt x="776779" y="1181709"/>
                  </a:lnTo>
                  <a:lnTo>
                    <a:pt x="777312" y="1210997"/>
                  </a:lnTo>
                  <a:lnTo>
                    <a:pt x="777374" y="1214518"/>
                  </a:lnTo>
                  <a:lnTo>
                    <a:pt x="777965" y="1253663"/>
                  </a:lnTo>
                  <a:lnTo>
                    <a:pt x="778047" y="1259424"/>
                  </a:lnTo>
                  <a:lnTo>
                    <a:pt x="778491" y="1279979"/>
                  </a:lnTo>
                  <a:lnTo>
                    <a:pt x="779125" y="1310621"/>
                  </a:lnTo>
                  <a:lnTo>
                    <a:pt x="779383" y="1323616"/>
                  </a:lnTo>
                  <a:lnTo>
                    <a:pt x="779901" y="1347658"/>
                  </a:lnTo>
                  <a:lnTo>
                    <a:pt x="780064" y="1355415"/>
                  </a:lnTo>
                  <a:lnTo>
                    <a:pt x="780615" y="1382489"/>
                  </a:lnTo>
                  <a:lnTo>
                    <a:pt x="780941" y="1399152"/>
                  </a:lnTo>
                  <a:lnTo>
                    <a:pt x="781568" y="1432727"/>
                  </a:lnTo>
                  <a:lnTo>
                    <a:pt x="781699" y="1440020"/>
                  </a:lnTo>
                  <a:lnTo>
                    <a:pt x="781729" y="1442827"/>
                  </a:lnTo>
                  <a:lnTo>
                    <a:pt x="782095" y="1479546"/>
                  </a:lnTo>
                  <a:lnTo>
                    <a:pt x="782666" y="1484377"/>
                  </a:lnTo>
                  <a:lnTo>
                    <a:pt x="784162" y="1497049"/>
                  </a:lnTo>
                  <a:lnTo>
                    <a:pt x="786037" y="1508375"/>
                  </a:lnTo>
                  <a:lnTo>
                    <a:pt x="787578" y="1517688"/>
                  </a:lnTo>
                  <a:lnTo>
                    <a:pt x="791322" y="1540369"/>
                  </a:lnTo>
                  <a:lnTo>
                    <a:pt x="791615" y="1542146"/>
                  </a:lnTo>
                  <a:lnTo>
                    <a:pt x="797798" y="1579605"/>
                  </a:lnTo>
                  <a:lnTo>
                    <a:pt x="800100" y="1593764"/>
                  </a:lnTo>
                  <a:lnTo>
                    <a:pt x="804314" y="1619715"/>
                  </a:lnTo>
                  <a:lnTo>
                    <a:pt x="805305" y="1625816"/>
                  </a:lnTo>
                  <a:lnTo>
                    <a:pt x="805380" y="1626283"/>
                  </a:lnTo>
                  <a:lnTo>
                    <a:pt x="808960" y="1649287"/>
                  </a:lnTo>
                  <a:lnTo>
                    <a:pt x="812390" y="1670502"/>
                  </a:lnTo>
                  <a:lnTo>
                    <a:pt x="811185" y="1674069"/>
                  </a:lnTo>
                  <a:lnTo>
                    <a:pt x="807194" y="1673905"/>
                  </a:lnTo>
                  <a:lnTo>
                    <a:pt x="804872" y="1677673"/>
                  </a:lnTo>
                  <a:lnTo>
                    <a:pt x="799174" y="1675937"/>
                  </a:lnTo>
                  <a:lnTo>
                    <a:pt x="792942" y="1677894"/>
                  </a:lnTo>
                  <a:lnTo>
                    <a:pt x="789298" y="1675526"/>
                  </a:lnTo>
                  <a:lnTo>
                    <a:pt x="783749" y="1675248"/>
                  </a:lnTo>
                  <a:lnTo>
                    <a:pt x="780071" y="1678026"/>
                  </a:lnTo>
                  <a:lnTo>
                    <a:pt x="775056" y="1678196"/>
                  </a:lnTo>
                  <a:lnTo>
                    <a:pt x="769209" y="1677760"/>
                  </a:lnTo>
                  <a:lnTo>
                    <a:pt x="767193" y="1677609"/>
                  </a:lnTo>
                  <a:lnTo>
                    <a:pt x="758702" y="1674627"/>
                  </a:lnTo>
                  <a:lnTo>
                    <a:pt x="750467" y="1676014"/>
                  </a:lnTo>
                  <a:lnTo>
                    <a:pt x="738786" y="1680334"/>
                  </a:lnTo>
                  <a:lnTo>
                    <a:pt x="728184" y="1686268"/>
                  </a:lnTo>
                  <a:lnTo>
                    <a:pt x="716967" y="1690611"/>
                  </a:lnTo>
                  <a:lnTo>
                    <a:pt x="715666" y="1691221"/>
                  </a:lnTo>
                  <a:lnTo>
                    <a:pt x="711764" y="1693050"/>
                  </a:lnTo>
                  <a:lnTo>
                    <a:pt x="703821" y="1699978"/>
                  </a:lnTo>
                  <a:lnTo>
                    <a:pt x="701891" y="1705227"/>
                  </a:lnTo>
                  <a:lnTo>
                    <a:pt x="699022" y="1707262"/>
                  </a:lnTo>
                  <a:lnTo>
                    <a:pt x="693935" y="1709228"/>
                  </a:lnTo>
                  <a:lnTo>
                    <a:pt x="684546" y="1705849"/>
                  </a:lnTo>
                  <a:lnTo>
                    <a:pt x="680539" y="1694998"/>
                  </a:lnTo>
                  <a:lnTo>
                    <a:pt x="674449" y="1682580"/>
                  </a:lnTo>
                  <a:lnTo>
                    <a:pt x="671649" y="1677939"/>
                  </a:lnTo>
                  <a:lnTo>
                    <a:pt x="670008" y="1675217"/>
                  </a:lnTo>
                  <a:lnTo>
                    <a:pt x="660604" y="1667136"/>
                  </a:lnTo>
                  <a:lnTo>
                    <a:pt x="656215" y="1656155"/>
                  </a:lnTo>
                  <a:lnTo>
                    <a:pt x="655443" y="1653163"/>
                  </a:lnTo>
                  <a:lnTo>
                    <a:pt x="653627" y="1646119"/>
                  </a:lnTo>
                  <a:lnTo>
                    <a:pt x="657211" y="1634103"/>
                  </a:lnTo>
                  <a:lnTo>
                    <a:pt x="660480" y="1622201"/>
                  </a:lnTo>
                  <a:lnTo>
                    <a:pt x="661675" y="1610922"/>
                  </a:lnTo>
                  <a:lnTo>
                    <a:pt x="650215" y="1612330"/>
                  </a:lnTo>
                  <a:lnTo>
                    <a:pt x="643661" y="1613129"/>
                  </a:lnTo>
                  <a:lnTo>
                    <a:pt x="605139" y="1617746"/>
                  </a:lnTo>
                  <a:lnTo>
                    <a:pt x="595936" y="1618824"/>
                  </a:lnTo>
                  <a:lnTo>
                    <a:pt x="595798" y="1618840"/>
                  </a:lnTo>
                  <a:lnTo>
                    <a:pt x="574471" y="1621264"/>
                  </a:lnTo>
                  <a:lnTo>
                    <a:pt x="572381" y="1621498"/>
                  </a:lnTo>
                  <a:lnTo>
                    <a:pt x="551973" y="1623766"/>
                  </a:lnTo>
                  <a:lnTo>
                    <a:pt x="544828" y="1624540"/>
                  </a:lnTo>
                  <a:lnTo>
                    <a:pt x="519855" y="1627201"/>
                  </a:lnTo>
                  <a:lnTo>
                    <a:pt x="507487" y="1628494"/>
                  </a:lnTo>
                  <a:lnTo>
                    <a:pt x="502376" y="1629023"/>
                  </a:lnTo>
                  <a:lnTo>
                    <a:pt x="458332" y="1633391"/>
                  </a:lnTo>
                  <a:lnTo>
                    <a:pt x="459200" y="1632602"/>
                  </a:lnTo>
                  <a:lnTo>
                    <a:pt x="465978" y="1626428"/>
                  </a:lnTo>
                  <a:lnTo>
                    <a:pt x="461880" y="1621627"/>
                  </a:lnTo>
                  <a:lnTo>
                    <a:pt x="458532" y="1616318"/>
                  </a:lnTo>
                  <a:lnTo>
                    <a:pt x="461223" y="1609214"/>
                  </a:lnTo>
                  <a:lnTo>
                    <a:pt x="461306" y="1608995"/>
                  </a:lnTo>
                  <a:lnTo>
                    <a:pt x="455101" y="1604549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h100"/>
            <p:cNvSpPr/>
            <p:nvPr/>
          </p:nvSpPr>
          <p:spPr>
            <a:xfrm>
              <a:off x="3954199" y="1969326"/>
              <a:ext cx="1138887" cy="2124326"/>
            </a:xfrm>
            <a:custGeom>
              <a:avLst/>
              <a:pathLst>
                <a:path w="1138887" h="2124326">
                  <a:moveTo>
                    <a:pt x="457200" y="1600199"/>
                  </a:moveTo>
                  <a:lnTo>
                    <a:pt x="479135" y="1599411"/>
                  </a:lnTo>
                  <a:lnTo>
                    <a:pt x="494161" y="1598821"/>
                  </a:lnTo>
                  <a:lnTo>
                    <a:pt x="497778" y="1598675"/>
                  </a:lnTo>
                  <a:lnTo>
                    <a:pt x="510355" y="1598139"/>
                  </a:lnTo>
                  <a:lnTo>
                    <a:pt x="522933" y="1597583"/>
                  </a:lnTo>
                  <a:lnTo>
                    <a:pt x="537462" y="1596945"/>
                  </a:lnTo>
                  <a:lnTo>
                    <a:pt x="546416" y="1596538"/>
                  </a:lnTo>
                  <a:lnTo>
                    <a:pt x="564140" y="1595647"/>
                  </a:lnTo>
                  <a:lnTo>
                    <a:pt x="573394" y="1595166"/>
                  </a:lnTo>
                  <a:lnTo>
                    <a:pt x="579296" y="1594745"/>
                  </a:lnTo>
                  <a:lnTo>
                    <a:pt x="594408" y="1593646"/>
                  </a:lnTo>
                  <a:lnTo>
                    <a:pt x="601795" y="1593072"/>
                  </a:lnTo>
                  <a:lnTo>
                    <a:pt x="615080" y="1592020"/>
                  </a:lnTo>
                  <a:lnTo>
                    <a:pt x="622187" y="1591361"/>
                  </a:lnTo>
                  <a:lnTo>
                    <a:pt x="638597" y="1589813"/>
                  </a:lnTo>
                  <a:lnTo>
                    <a:pt x="644858" y="1589250"/>
                  </a:lnTo>
                  <a:lnTo>
                    <a:pt x="661496" y="1587729"/>
                  </a:lnTo>
                  <a:lnTo>
                    <a:pt x="665301" y="1587412"/>
                  </a:lnTo>
                  <a:lnTo>
                    <a:pt x="682466" y="1585958"/>
                  </a:lnTo>
                  <a:lnTo>
                    <a:pt x="685187" y="1585724"/>
                  </a:lnTo>
                  <a:lnTo>
                    <a:pt x="704882" y="1583815"/>
                  </a:lnTo>
                  <a:lnTo>
                    <a:pt x="708494" y="1583392"/>
                  </a:lnTo>
                  <a:lnTo>
                    <a:pt x="723093" y="1581665"/>
                  </a:lnTo>
                  <a:lnTo>
                    <a:pt x="744411" y="1579577"/>
                  </a:lnTo>
                  <a:lnTo>
                    <a:pt x="747031" y="1579316"/>
                  </a:lnTo>
                  <a:lnTo>
                    <a:pt x="751604" y="1578765"/>
                  </a:lnTo>
                  <a:lnTo>
                    <a:pt x="768860" y="1576661"/>
                  </a:lnTo>
                  <a:lnTo>
                    <a:pt x="778507" y="1575523"/>
                  </a:lnTo>
                  <a:lnTo>
                    <a:pt x="794531" y="1573607"/>
                  </a:lnTo>
                  <a:lnTo>
                    <a:pt x="816685" y="1570777"/>
                  </a:lnTo>
                  <a:lnTo>
                    <a:pt x="817042" y="1570731"/>
                  </a:lnTo>
                  <a:lnTo>
                    <a:pt x="836676" y="1567844"/>
                  </a:lnTo>
                  <a:lnTo>
                    <a:pt x="837963" y="1568951"/>
                  </a:lnTo>
                  <a:lnTo>
                    <a:pt x="841196" y="1571730"/>
                  </a:lnTo>
                  <a:lnTo>
                    <a:pt x="842882" y="1575052"/>
                  </a:lnTo>
                  <a:lnTo>
                    <a:pt x="847907" y="1576022"/>
                  </a:lnTo>
                  <a:lnTo>
                    <a:pt x="849379" y="1580752"/>
                  </a:lnTo>
                  <a:lnTo>
                    <a:pt x="854036" y="1585156"/>
                  </a:lnTo>
                  <a:lnTo>
                    <a:pt x="858583" y="1588208"/>
                  </a:lnTo>
                  <a:lnTo>
                    <a:pt x="860939" y="1591826"/>
                  </a:lnTo>
                  <a:lnTo>
                    <a:pt x="868633" y="1593985"/>
                  </a:lnTo>
                  <a:lnTo>
                    <a:pt x="864590" y="1601387"/>
                  </a:lnTo>
                  <a:lnTo>
                    <a:pt x="863043" y="1608107"/>
                  </a:lnTo>
                  <a:lnTo>
                    <a:pt x="862919" y="1610772"/>
                  </a:lnTo>
                  <a:lnTo>
                    <a:pt x="862634" y="1616869"/>
                  </a:lnTo>
                  <a:lnTo>
                    <a:pt x="862458" y="1620601"/>
                  </a:lnTo>
                  <a:lnTo>
                    <a:pt x="864931" y="1631866"/>
                  </a:lnTo>
                  <a:lnTo>
                    <a:pt x="866935" y="1639023"/>
                  </a:lnTo>
                  <a:lnTo>
                    <a:pt x="872274" y="1647582"/>
                  </a:lnTo>
                  <a:lnTo>
                    <a:pt x="872311" y="1647725"/>
                  </a:lnTo>
                  <a:lnTo>
                    <a:pt x="873518" y="1652288"/>
                  </a:lnTo>
                  <a:lnTo>
                    <a:pt x="873607" y="1660055"/>
                  </a:lnTo>
                  <a:lnTo>
                    <a:pt x="877530" y="1662694"/>
                  </a:lnTo>
                  <a:lnTo>
                    <a:pt x="881387" y="1666487"/>
                  </a:lnTo>
                  <a:lnTo>
                    <a:pt x="881453" y="1670083"/>
                  </a:lnTo>
                  <a:lnTo>
                    <a:pt x="881520" y="1673786"/>
                  </a:lnTo>
                  <a:lnTo>
                    <a:pt x="887941" y="1678463"/>
                  </a:lnTo>
                  <a:lnTo>
                    <a:pt x="891012" y="1680695"/>
                  </a:lnTo>
                  <a:lnTo>
                    <a:pt x="900728" y="1688102"/>
                  </a:lnTo>
                  <a:lnTo>
                    <a:pt x="901630" y="1688788"/>
                  </a:lnTo>
                  <a:lnTo>
                    <a:pt x="904682" y="1694234"/>
                  </a:lnTo>
                  <a:lnTo>
                    <a:pt x="909341" y="1694621"/>
                  </a:lnTo>
                  <a:lnTo>
                    <a:pt x="913329" y="1699697"/>
                  </a:lnTo>
                  <a:lnTo>
                    <a:pt x="916399" y="1705141"/>
                  </a:lnTo>
                  <a:lnTo>
                    <a:pt x="926629" y="1709979"/>
                  </a:lnTo>
                  <a:lnTo>
                    <a:pt x="926850" y="1710120"/>
                  </a:lnTo>
                  <a:lnTo>
                    <a:pt x="936699" y="1716416"/>
                  </a:lnTo>
                  <a:lnTo>
                    <a:pt x="948327" y="1725692"/>
                  </a:lnTo>
                  <a:lnTo>
                    <a:pt x="949382" y="1729550"/>
                  </a:lnTo>
                  <a:lnTo>
                    <a:pt x="951816" y="1738437"/>
                  </a:lnTo>
                  <a:lnTo>
                    <a:pt x="955045" y="1744361"/>
                  </a:lnTo>
                  <a:lnTo>
                    <a:pt x="952538" y="1750473"/>
                  </a:lnTo>
                  <a:lnTo>
                    <a:pt x="957027" y="1758708"/>
                  </a:lnTo>
                  <a:lnTo>
                    <a:pt x="959098" y="1764652"/>
                  </a:lnTo>
                  <a:lnTo>
                    <a:pt x="959704" y="1766388"/>
                  </a:lnTo>
                  <a:lnTo>
                    <a:pt x="966249" y="1771302"/>
                  </a:lnTo>
                  <a:lnTo>
                    <a:pt x="970117" y="1771395"/>
                  </a:lnTo>
                  <a:lnTo>
                    <a:pt x="974929" y="1765886"/>
                  </a:lnTo>
                  <a:lnTo>
                    <a:pt x="977344" y="1759177"/>
                  </a:lnTo>
                  <a:lnTo>
                    <a:pt x="978963" y="1759042"/>
                  </a:lnTo>
                  <a:lnTo>
                    <a:pt x="984275" y="1758596"/>
                  </a:lnTo>
                  <a:lnTo>
                    <a:pt x="994093" y="1762035"/>
                  </a:lnTo>
                  <a:lnTo>
                    <a:pt x="996284" y="1762287"/>
                  </a:lnTo>
                  <a:lnTo>
                    <a:pt x="1000829" y="1762810"/>
                  </a:lnTo>
                  <a:lnTo>
                    <a:pt x="1004870" y="1764907"/>
                  </a:lnTo>
                  <a:lnTo>
                    <a:pt x="1012918" y="1769076"/>
                  </a:lnTo>
                  <a:lnTo>
                    <a:pt x="1013102" y="1774507"/>
                  </a:lnTo>
                  <a:lnTo>
                    <a:pt x="1008850" y="1779204"/>
                  </a:lnTo>
                  <a:lnTo>
                    <a:pt x="1005334" y="1785407"/>
                  </a:lnTo>
                  <a:lnTo>
                    <a:pt x="1007279" y="1789995"/>
                  </a:lnTo>
                  <a:lnTo>
                    <a:pt x="1009023" y="1793292"/>
                  </a:lnTo>
                  <a:lnTo>
                    <a:pt x="1009356" y="1799260"/>
                  </a:lnTo>
                  <a:lnTo>
                    <a:pt x="1004059" y="1808246"/>
                  </a:lnTo>
                  <a:lnTo>
                    <a:pt x="1003632" y="1810033"/>
                  </a:lnTo>
                  <a:lnTo>
                    <a:pt x="1003244" y="1811657"/>
                  </a:lnTo>
                  <a:lnTo>
                    <a:pt x="1002560" y="1814516"/>
                  </a:lnTo>
                  <a:lnTo>
                    <a:pt x="1001652" y="1821830"/>
                  </a:lnTo>
                  <a:lnTo>
                    <a:pt x="997373" y="1828755"/>
                  </a:lnTo>
                  <a:lnTo>
                    <a:pt x="996582" y="1830034"/>
                  </a:lnTo>
                  <a:lnTo>
                    <a:pt x="995108" y="1836993"/>
                  </a:lnTo>
                  <a:lnTo>
                    <a:pt x="997109" y="1847643"/>
                  </a:lnTo>
                  <a:lnTo>
                    <a:pt x="1001879" y="1853937"/>
                  </a:lnTo>
                  <a:lnTo>
                    <a:pt x="1009392" y="1859815"/>
                  </a:lnTo>
                  <a:lnTo>
                    <a:pt x="1013124" y="1863529"/>
                  </a:lnTo>
                  <a:lnTo>
                    <a:pt x="1014658" y="1864224"/>
                  </a:lnTo>
                  <a:lnTo>
                    <a:pt x="1022730" y="1867870"/>
                  </a:lnTo>
                  <a:lnTo>
                    <a:pt x="1027592" y="1871687"/>
                  </a:lnTo>
                  <a:lnTo>
                    <a:pt x="1035279" y="1876427"/>
                  </a:lnTo>
                  <a:lnTo>
                    <a:pt x="1040527" y="1876235"/>
                  </a:lnTo>
                  <a:lnTo>
                    <a:pt x="1039308" y="1882318"/>
                  </a:lnTo>
                  <a:lnTo>
                    <a:pt x="1043858" y="1886663"/>
                  </a:lnTo>
                  <a:lnTo>
                    <a:pt x="1044955" y="1887709"/>
                  </a:lnTo>
                  <a:lnTo>
                    <a:pt x="1051512" y="1882741"/>
                  </a:lnTo>
                  <a:lnTo>
                    <a:pt x="1058922" y="1887951"/>
                  </a:lnTo>
                  <a:lnTo>
                    <a:pt x="1067829" y="1891951"/>
                  </a:lnTo>
                  <a:lnTo>
                    <a:pt x="1068993" y="1894049"/>
                  </a:lnTo>
                  <a:lnTo>
                    <a:pt x="1071397" y="1898375"/>
                  </a:lnTo>
                  <a:lnTo>
                    <a:pt x="1079393" y="1901870"/>
                  </a:lnTo>
                  <a:lnTo>
                    <a:pt x="1086550" y="1904366"/>
                  </a:lnTo>
                  <a:lnTo>
                    <a:pt x="1089086" y="1912990"/>
                  </a:lnTo>
                  <a:lnTo>
                    <a:pt x="1090960" y="1918380"/>
                  </a:lnTo>
                  <a:lnTo>
                    <a:pt x="1090746" y="1919676"/>
                  </a:lnTo>
                  <a:lnTo>
                    <a:pt x="1090511" y="1921094"/>
                  </a:lnTo>
                  <a:lnTo>
                    <a:pt x="1089895" y="1924814"/>
                  </a:lnTo>
                  <a:lnTo>
                    <a:pt x="1094843" y="1932119"/>
                  </a:lnTo>
                  <a:lnTo>
                    <a:pt x="1100133" y="1938836"/>
                  </a:lnTo>
                  <a:lnTo>
                    <a:pt x="1100659" y="1945195"/>
                  </a:lnTo>
                  <a:lnTo>
                    <a:pt x="1096439" y="1948443"/>
                  </a:lnTo>
                  <a:lnTo>
                    <a:pt x="1094547" y="1949897"/>
                  </a:lnTo>
                  <a:lnTo>
                    <a:pt x="1093019" y="1955458"/>
                  </a:lnTo>
                  <a:lnTo>
                    <a:pt x="1096673" y="1957622"/>
                  </a:lnTo>
                  <a:lnTo>
                    <a:pt x="1097997" y="1958405"/>
                  </a:lnTo>
                  <a:lnTo>
                    <a:pt x="1100357" y="1966274"/>
                  </a:lnTo>
                  <a:lnTo>
                    <a:pt x="1108659" y="1975842"/>
                  </a:lnTo>
                  <a:lnTo>
                    <a:pt x="1111975" y="1983014"/>
                  </a:lnTo>
                  <a:lnTo>
                    <a:pt x="1117225" y="1984051"/>
                  </a:lnTo>
                  <a:lnTo>
                    <a:pt x="1122398" y="1985070"/>
                  </a:lnTo>
                  <a:lnTo>
                    <a:pt x="1128939" y="1987445"/>
                  </a:lnTo>
                  <a:lnTo>
                    <a:pt x="1135171" y="1987599"/>
                  </a:lnTo>
                  <a:lnTo>
                    <a:pt x="1138887" y="1990145"/>
                  </a:lnTo>
                  <a:lnTo>
                    <a:pt x="1138659" y="1991814"/>
                  </a:lnTo>
                  <a:lnTo>
                    <a:pt x="1137737" y="1998557"/>
                  </a:lnTo>
                  <a:lnTo>
                    <a:pt x="1135718" y="2004426"/>
                  </a:lnTo>
                  <a:lnTo>
                    <a:pt x="1135766" y="2011686"/>
                  </a:lnTo>
                  <a:lnTo>
                    <a:pt x="1135798" y="2012037"/>
                  </a:lnTo>
                  <a:lnTo>
                    <a:pt x="1136147" y="2015789"/>
                  </a:lnTo>
                  <a:lnTo>
                    <a:pt x="1132229" y="2021226"/>
                  </a:lnTo>
                  <a:lnTo>
                    <a:pt x="1136688" y="2027433"/>
                  </a:lnTo>
                  <a:lnTo>
                    <a:pt x="1135846" y="2028933"/>
                  </a:lnTo>
                  <a:lnTo>
                    <a:pt x="1133900" y="2032400"/>
                  </a:lnTo>
                  <a:lnTo>
                    <a:pt x="1131935" y="2039701"/>
                  </a:lnTo>
                  <a:lnTo>
                    <a:pt x="1126700" y="2039333"/>
                  </a:lnTo>
                  <a:lnTo>
                    <a:pt x="1121498" y="2034201"/>
                  </a:lnTo>
                  <a:lnTo>
                    <a:pt x="1121236" y="2034245"/>
                  </a:lnTo>
                  <a:lnTo>
                    <a:pt x="1116173" y="2035099"/>
                  </a:lnTo>
                  <a:lnTo>
                    <a:pt x="1114144" y="2042860"/>
                  </a:lnTo>
                  <a:lnTo>
                    <a:pt x="1107007" y="2043274"/>
                  </a:lnTo>
                  <a:lnTo>
                    <a:pt x="1100439" y="2043067"/>
                  </a:lnTo>
                  <a:lnTo>
                    <a:pt x="1098274" y="2047896"/>
                  </a:lnTo>
                  <a:lnTo>
                    <a:pt x="1102043" y="2052448"/>
                  </a:lnTo>
                  <a:lnTo>
                    <a:pt x="1104361" y="2056661"/>
                  </a:lnTo>
                  <a:lnTo>
                    <a:pt x="1102839" y="2062086"/>
                  </a:lnTo>
                  <a:lnTo>
                    <a:pt x="1106606" y="2066837"/>
                  </a:lnTo>
                  <a:lnTo>
                    <a:pt x="1105859" y="2071130"/>
                  </a:lnTo>
                  <a:lnTo>
                    <a:pt x="1103646" y="2071472"/>
                  </a:lnTo>
                  <a:lnTo>
                    <a:pt x="1098144" y="2072320"/>
                  </a:lnTo>
                  <a:lnTo>
                    <a:pt x="1097500" y="2076641"/>
                  </a:lnTo>
                  <a:lnTo>
                    <a:pt x="1103666" y="2079792"/>
                  </a:lnTo>
                  <a:lnTo>
                    <a:pt x="1099438" y="2085278"/>
                  </a:lnTo>
                  <a:lnTo>
                    <a:pt x="1091760" y="2084956"/>
                  </a:lnTo>
                  <a:lnTo>
                    <a:pt x="1090633" y="2088012"/>
                  </a:lnTo>
                  <a:lnTo>
                    <a:pt x="1097660" y="2092084"/>
                  </a:lnTo>
                  <a:lnTo>
                    <a:pt x="1098075" y="2092324"/>
                  </a:lnTo>
                  <a:lnTo>
                    <a:pt x="1101902" y="2097788"/>
                  </a:lnTo>
                  <a:lnTo>
                    <a:pt x="1097272" y="2102366"/>
                  </a:lnTo>
                  <a:lnTo>
                    <a:pt x="1093874" y="2105428"/>
                  </a:lnTo>
                  <a:lnTo>
                    <a:pt x="1093497" y="2113226"/>
                  </a:lnTo>
                  <a:lnTo>
                    <a:pt x="1089711" y="2116180"/>
                  </a:lnTo>
                  <a:lnTo>
                    <a:pt x="1072929" y="2118378"/>
                  </a:lnTo>
                  <a:lnTo>
                    <a:pt x="1067117" y="2119121"/>
                  </a:lnTo>
                  <a:lnTo>
                    <a:pt x="1052686" y="2120949"/>
                  </a:lnTo>
                  <a:lnTo>
                    <a:pt x="1034182" y="2123320"/>
                  </a:lnTo>
                  <a:lnTo>
                    <a:pt x="1026225" y="2124326"/>
                  </a:lnTo>
                  <a:lnTo>
                    <a:pt x="1028495" y="2117658"/>
                  </a:lnTo>
                  <a:lnTo>
                    <a:pt x="1032117" y="2109015"/>
                  </a:lnTo>
                  <a:lnTo>
                    <a:pt x="1037650" y="2105057"/>
                  </a:lnTo>
                  <a:lnTo>
                    <a:pt x="1038565" y="2099292"/>
                  </a:lnTo>
                  <a:lnTo>
                    <a:pt x="1041501" y="2097170"/>
                  </a:lnTo>
                  <a:lnTo>
                    <a:pt x="1044609" y="2094921"/>
                  </a:lnTo>
                  <a:lnTo>
                    <a:pt x="1048008" y="2088081"/>
                  </a:lnTo>
                  <a:lnTo>
                    <a:pt x="1052580" y="2082860"/>
                  </a:lnTo>
                  <a:lnTo>
                    <a:pt x="1051900" y="2076207"/>
                  </a:lnTo>
                  <a:lnTo>
                    <a:pt x="1051245" y="2072615"/>
                  </a:lnTo>
                  <a:lnTo>
                    <a:pt x="1044405" y="2069826"/>
                  </a:lnTo>
                  <a:lnTo>
                    <a:pt x="1042775" y="2064419"/>
                  </a:lnTo>
                  <a:lnTo>
                    <a:pt x="1041062" y="2060188"/>
                  </a:lnTo>
                  <a:lnTo>
                    <a:pt x="1034411" y="2060895"/>
                  </a:lnTo>
                  <a:lnTo>
                    <a:pt x="1007172" y="2063736"/>
                  </a:lnTo>
                  <a:lnTo>
                    <a:pt x="999061" y="2064650"/>
                  </a:lnTo>
                  <a:lnTo>
                    <a:pt x="980222" y="2066741"/>
                  </a:lnTo>
                  <a:lnTo>
                    <a:pt x="978397" y="2066947"/>
                  </a:lnTo>
                  <a:lnTo>
                    <a:pt x="955137" y="2069528"/>
                  </a:lnTo>
                  <a:lnTo>
                    <a:pt x="944341" y="2070714"/>
                  </a:lnTo>
                  <a:lnTo>
                    <a:pt x="916649" y="2073690"/>
                  </a:lnTo>
                  <a:lnTo>
                    <a:pt x="916454" y="2073707"/>
                  </a:lnTo>
                  <a:lnTo>
                    <a:pt x="912154" y="2074098"/>
                  </a:lnTo>
                  <a:lnTo>
                    <a:pt x="892965" y="2075813"/>
                  </a:lnTo>
                  <a:lnTo>
                    <a:pt x="890004" y="2076118"/>
                  </a:lnTo>
                  <a:lnTo>
                    <a:pt x="858796" y="2079267"/>
                  </a:lnTo>
                  <a:lnTo>
                    <a:pt x="845391" y="2080568"/>
                  </a:lnTo>
                  <a:lnTo>
                    <a:pt x="842411" y="2080855"/>
                  </a:lnTo>
                  <a:lnTo>
                    <a:pt x="822489" y="2082742"/>
                  </a:lnTo>
                  <a:lnTo>
                    <a:pt x="804658" y="2084304"/>
                  </a:lnTo>
                  <a:lnTo>
                    <a:pt x="801158" y="2084606"/>
                  </a:lnTo>
                  <a:lnTo>
                    <a:pt x="780412" y="2086441"/>
                  </a:lnTo>
                  <a:lnTo>
                    <a:pt x="773777" y="2087017"/>
                  </a:lnTo>
                  <a:lnTo>
                    <a:pt x="772268" y="2087147"/>
                  </a:lnTo>
                  <a:lnTo>
                    <a:pt x="745144" y="2089436"/>
                  </a:lnTo>
                  <a:lnTo>
                    <a:pt x="728469" y="2090736"/>
                  </a:lnTo>
                  <a:lnTo>
                    <a:pt x="726248" y="2090907"/>
                  </a:lnTo>
                  <a:lnTo>
                    <a:pt x="715103" y="2091754"/>
                  </a:lnTo>
                  <a:lnTo>
                    <a:pt x="699404" y="2092930"/>
                  </a:lnTo>
                  <a:lnTo>
                    <a:pt x="687833" y="2093778"/>
                  </a:lnTo>
                  <a:lnTo>
                    <a:pt x="671211" y="2095043"/>
                  </a:lnTo>
                  <a:lnTo>
                    <a:pt x="661977" y="2095731"/>
                  </a:lnTo>
                  <a:lnTo>
                    <a:pt x="650202" y="2096538"/>
                  </a:lnTo>
                  <a:lnTo>
                    <a:pt x="621820" y="2098416"/>
                  </a:lnTo>
                  <a:lnTo>
                    <a:pt x="596175" y="2100122"/>
                  </a:lnTo>
                  <a:lnTo>
                    <a:pt x="595357" y="2086111"/>
                  </a:lnTo>
                  <a:lnTo>
                    <a:pt x="594934" y="2079265"/>
                  </a:lnTo>
                  <a:lnTo>
                    <a:pt x="594179" y="2067056"/>
                  </a:lnTo>
                  <a:lnTo>
                    <a:pt x="592504" y="2038289"/>
                  </a:lnTo>
                  <a:lnTo>
                    <a:pt x="592064" y="2031122"/>
                  </a:lnTo>
                  <a:lnTo>
                    <a:pt x="591276" y="2018319"/>
                  </a:lnTo>
                  <a:lnTo>
                    <a:pt x="590017" y="1996249"/>
                  </a:lnTo>
                  <a:lnTo>
                    <a:pt x="589835" y="1993059"/>
                  </a:lnTo>
                  <a:lnTo>
                    <a:pt x="589504" y="1987270"/>
                  </a:lnTo>
                  <a:lnTo>
                    <a:pt x="587669" y="1957219"/>
                  </a:lnTo>
                  <a:lnTo>
                    <a:pt x="587521" y="1954800"/>
                  </a:lnTo>
                  <a:lnTo>
                    <a:pt x="587452" y="1953672"/>
                  </a:lnTo>
                  <a:lnTo>
                    <a:pt x="585506" y="1915799"/>
                  </a:lnTo>
                  <a:lnTo>
                    <a:pt x="585173" y="1909695"/>
                  </a:lnTo>
                  <a:lnTo>
                    <a:pt x="585017" y="1906845"/>
                  </a:lnTo>
                  <a:lnTo>
                    <a:pt x="583812" y="1884821"/>
                  </a:lnTo>
                  <a:lnTo>
                    <a:pt x="582661" y="1866120"/>
                  </a:lnTo>
                  <a:lnTo>
                    <a:pt x="581982" y="1855108"/>
                  </a:lnTo>
                  <a:lnTo>
                    <a:pt x="580341" y="1822808"/>
                  </a:lnTo>
                  <a:lnTo>
                    <a:pt x="580324" y="1822486"/>
                  </a:lnTo>
                  <a:lnTo>
                    <a:pt x="579565" y="1809284"/>
                  </a:lnTo>
                  <a:lnTo>
                    <a:pt x="578603" y="1792601"/>
                  </a:lnTo>
                  <a:lnTo>
                    <a:pt x="578174" y="1784880"/>
                  </a:lnTo>
                  <a:lnTo>
                    <a:pt x="577859" y="1779214"/>
                  </a:lnTo>
                  <a:lnTo>
                    <a:pt x="577695" y="1776280"/>
                  </a:lnTo>
                  <a:lnTo>
                    <a:pt x="578863" y="1771033"/>
                  </a:lnTo>
                  <a:lnTo>
                    <a:pt x="577896" y="1771034"/>
                  </a:lnTo>
                  <a:lnTo>
                    <a:pt x="575771" y="1771035"/>
                  </a:lnTo>
                  <a:lnTo>
                    <a:pt x="570134" y="1767952"/>
                  </a:lnTo>
                  <a:lnTo>
                    <a:pt x="564313" y="1770077"/>
                  </a:lnTo>
                  <a:lnTo>
                    <a:pt x="559267" y="1766531"/>
                  </a:lnTo>
                  <a:lnTo>
                    <a:pt x="558495" y="1765988"/>
                  </a:lnTo>
                  <a:lnTo>
                    <a:pt x="555733" y="1761718"/>
                  </a:lnTo>
                  <a:lnTo>
                    <a:pt x="552479" y="1757927"/>
                  </a:lnTo>
                  <a:lnTo>
                    <a:pt x="547220" y="1752051"/>
                  </a:lnTo>
                  <a:lnTo>
                    <a:pt x="548555" y="1743414"/>
                  </a:lnTo>
                  <a:lnTo>
                    <a:pt x="542968" y="1742850"/>
                  </a:lnTo>
                  <a:lnTo>
                    <a:pt x="540981" y="1740238"/>
                  </a:lnTo>
                  <a:lnTo>
                    <a:pt x="539274" y="1737994"/>
                  </a:lnTo>
                  <a:lnTo>
                    <a:pt x="532405" y="1731706"/>
                  </a:lnTo>
                  <a:lnTo>
                    <a:pt x="528151" y="1727127"/>
                  </a:lnTo>
                  <a:lnTo>
                    <a:pt x="525888" y="1724688"/>
                  </a:lnTo>
                  <a:lnTo>
                    <a:pt x="529257" y="1721650"/>
                  </a:lnTo>
                  <a:lnTo>
                    <a:pt x="531953" y="1719206"/>
                  </a:lnTo>
                  <a:lnTo>
                    <a:pt x="532120" y="1716888"/>
                  </a:lnTo>
                  <a:lnTo>
                    <a:pt x="532472" y="1711985"/>
                  </a:lnTo>
                  <a:lnTo>
                    <a:pt x="538553" y="1707450"/>
                  </a:lnTo>
                  <a:lnTo>
                    <a:pt x="538313" y="1702894"/>
                  </a:lnTo>
                  <a:lnTo>
                    <a:pt x="545157" y="1702363"/>
                  </a:lnTo>
                  <a:lnTo>
                    <a:pt x="548687" y="1698973"/>
                  </a:lnTo>
                  <a:lnTo>
                    <a:pt x="547488" y="1696128"/>
                  </a:lnTo>
                  <a:lnTo>
                    <a:pt x="546498" y="1690253"/>
                  </a:lnTo>
                  <a:lnTo>
                    <a:pt x="546378" y="1689536"/>
                  </a:lnTo>
                  <a:lnTo>
                    <a:pt x="541272" y="1683651"/>
                  </a:lnTo>
                  <a:lnTo>
                    <a:pt x="538900" y="1680786"/>
                  </a:lnTo>
                  <a:lnTo>
                    <a:pt x="534931" y="1681272"/>
                  </a:lnTo>
                  <a:lnTo>
                    <a:pt x="532524" y="1681566"/>
                  </a:lnTo>
                  <a:lnTo>
                    <a:pt x="526795" y="1686345"/>
                  </a:lnTo>
                  <a:lnTo>
                    <a:pt x="520758" y="1682508"/>
                  </a:lnTo>
                  <a:lnTo>
                    <a:pt x="511984" y="1677002"/>
                  </a:lnTo>
                  <a:lnTo>
                    <a:pt x="504262" y="1670451"/>
                  </a:lnTo>
                  <a:lnTo>
                    <a:pt x="500216" y="1667035"/>
                  </a:lnTo>
                  <a:lnTo>
                    <a:pt x="496982" y="1667488"/>
                  </a:lnTo>
                  <a:lnTo>
                    <a:pt x="493681" y="1662359"/>
                  </a:lnTo>
                  <a:lnTo>
                    <a:pt x="495376" y="1657482"/>
                  </a:lnTo>
                  <a:lnTo>
                    <a:pt x="491558" y="1653619"/>
                  </a:lnTo>
                  <a:lnTo>
                    <a:pt x="486614" y="1647982"/>
                  </a:lnTo>
                  <a:lnTo>
                    <a:pt x="487108" y="1642040"/>
                  </a:lnTo>
                  <a:lnTo>
                    <a:pt x="479890" y="1639573"/>
                  </a:lnTo>
                  <a:lnTo>
                    <a:pt x="479799" y="1639115"/>
                  </a:lnTo>
                  <a:lnTo>
                    <a:pt x="479759" y="1638914"/>
                  </a:lnTo>
                  <a:lnTo>
                    <a:pt x="479104" y="1635623"/>
                  </a:lnTo>
                  <a:lnTo>
                    <a:pt x="474690" y="1633540"/>
                  </a:lnTo>
                  <a:lnTo>
                    <a:pt x="469396" y="1632231"/>
                  </a:lnTo>
                  <a:lnTo>
                    <a:pt x="470324" y="1626732"/>
                  </a:lnTo>
                  <a:lnTo>
                    <a:pt x="469344" y="1623084"/>
                  </a:lnTo>
                  <a:lnTo>
                    <a:pt x="465622" y="1614918"/>
                  </a:lnTo>
                  <a:lnTo>
                    <a:pt x="464455" y="1611218"/>
                  </a:lnTo>
                  <a:lnTo>
                    <a:pt x="462611" y="1607564"/>
                  </a:lnTo>
                  <a:lnTo>
                    <a:pt x="462400" y="1607145"/>
                  </a:lnTo>
                  <a:lnTo>
                    <a:pt x="458367" y="1607505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h101"/>
            <p:cNvSpPr/>
            <p:nvPr/>
          </p:nvSpPr>
          <p:spPr>
            <a:xfrm>
              <a:off x="2256497" y="802332"/>
              <a:ext cx="1425122" cy="2227711"/>
            </a:xfrm>
            <a:custGeom>
              <a:avLst/>
              <a:pathLst>
                <a:path w="1425122" h="2227711">
                  <a:moveTo>
                    <a:pt x="457200" y="1600200"/>
                  </a:moveTo>
                  <a:lnTo>
                    <a:pt x="500805" y="1609050"/>
                  </a:lnTo>
                  <a:lnTo>
                    <a:pt x="524118" y="1613823"/>
                  </a:lnTo>
                  <a:lnTo>
                    <a:pt x="562504" y="1621004"/>
                  </a:lnTo>
                  <a:lnTo>
                    <a:pt x="566405" y="1621720"/>
                  </a:lnTo>
                  <a:lnTo>
                    <a:pt x="590558" y="1626122"/>
                  </a:lnTo>
                  <a:lnTo>
                    <a:pt x="606165" y="1629183"/>
                  </a:lnTo>
                  <a:lnTo>
                    <a:pt x="615116" y="1630841"/>
                  </a:lnTo>
                  <a:lnTo>
                    <a:pt x="627958" y="1633198"/>
                  </a:lnTo>
                  <a:lnTo>
                    <a:pt x="645099" y="1636372"/>
                  </a:lnTo>
                  <a:lnTo>
                    <a:pt x="670513" y="1640641"/>
                  </a:lnTo>
                  <a:lnTo>
                    <a:pt x="691316" y="1644166"/>
                  </a:lnTo>
                  <a:lnTo>
                    <a:pt x="765418" y="1656048"/>
                  </a:lnTo>
                  <a:lnTo>
                    <a:pt x="769408" y="1656662"/>
                  </a:lnTo>
                  <a:lnTo>
                    <a:pt x="792685" y="1660320"/>
                  </a:lnTo>
                  <a:lnTo>
                    <a:pt x="821094" y="1664673"/>
                  </a:lnTo>
                  <a:lnTo>
                    <a:pt x="839697" y="1667328"/>
                  </a:lnTo>
                  <a:lnTo>
                    <a:pt x="861131" y="1670318"/>
                  </a:lnTo>
                  <a:lnTo>
                    <a:pt x="882169" y="1673161"/>
                  </a:lnTo>
                  <a:lnTo>
                    <a:pt x="899231" y="1675414"/>
                  </a:lnTo>
                  <a:lnTo>
                    <a:pt x="906786" y="1676317"/>
                  </a:lnTo>
                  <a:lnTo>
                    <a:pt x="928303" y="1679117"/>
                  </a:lnTo>
                  <a:lnTo>
                    <a:pt x="982521" y="1685721"/>
                  </a:lnTo>
                  <a:lnTo>
                    <a:pt x="983425" y="1685832"/>
                  </a:lnTo>
                  <a:lnTo>
                    <a:pt x="1002731" y="1688172"/>
                  </a:lnTo>
                  <a:lnTo>
                    <a:pt x="1022946" y="1690602"/>
                  </a:lnTo>
                  <a:lnTo>
                    <a:pt x="1059985" y="1694691"/>
                  </a:lnTo>
                  <a:lnTo>
                    <a:pt x="1084842" y="1697302"/>
                  </a:lnTo>
                  <a:lnTo>
                    <a:pt x="1127943" y="1701600"/>
                  </a:lnTo>
                  <a:lnTo>
                    <a:pt x="1149324" y="1703707"/>
                  </a:lnTo>
                  <a:lnTo>
                    <a:pt x="1155614" y="1704212"/>
                  </a:lnTo>
                  <a:lnTo>
                    <a:pt x="1170525" y="1705593"/>
                  </a:lnTo>
                  <a:lnTo>
                    <a:pt x="1216172" y="1709604"/>
                  </a:lnTo>
                  <a:lnTo>
                    <a:pt x="1247331" y="1712147"/>
                  </a:lnTo>
                  <a:lnTo>
                    <a:pt x="1257238" y="1712935"/>
                  </a:lnTo>
                  <a:lnTo>
                    <a:pt x="1262237" y="1713327"/>
                  </a:lnTo>
                  <a:lnTo>
                    <a:pt x="1284575" y="1714937"/>
                  </a:lnTo>
                  <a:lnTo>
                    <a:pt x="1318722" y="1717365"/>
                  </a:lnTo>
                  <a:lnTo>
                    <a:pt x="1326101" y="1717840"/>
                  </a:lnTo>
                  <a:lnTo>
                    <a:pt x="1342986" y="1718971"/>
                  </a:lnTo>
                  <a:lnTo>
                    <a:pt x="1357803" y="1719927"/>
                  </a:lnTo>
                  <a:lnTo>
                    <a:pt x="1384822" y="1721459"/>
                  </a:lnTo>
                  <a:lnTo>
                    <a:pt x="1425122" y="1723595"/>
                  </a:lnTo>
                  <a:lnTo>
                    <a:pt x="1424114" y="1742513"/>
                  </a:lnTo>
                  <a:lnTo>
                    <a:pt x="1422791" y="1769003"/>
                  </a:lnTo>
                  <a:lnTo>
                    <a:pt x="1421927" y="1786348"/>
                  </a:lnTo>
                  <a:lnTo>
                    <a:pt x="1421311" y="1799360"/>
                  </a:lnTo>
                  <a:lnTo>
                    <a:pt x="1420444" y="1817716"/>
                  </a:lnTo>
                  <a:lnTo>
                    <a:pt x="1418994" y="1848167"/>
                  </a:lnTo>
                  <a:lnTo>
                    <a:pt x="1418849" y="1851217"/>
                  </a:lnTo>
                  <a:lnTo>
                    <a:pt x="1417896" y="1872105"/>
                  </a:lnTo>
                  <a:lnTo>
                    <a:pt x="1416484" y="1896923"/>
                  </a:lnTo>
                  <a:lnTo>
                    <a:pt x="1415075" y="1922507"/>
                  </a:lnTo>
                  <a:lnTo>
                    <a:pt x="1414631" y="1930587"/>
                  </a:lnTo>
                  <a:lnTo>
                    <a:pt x="1414619" y="1930812"/>
                  </a:lnTo>
                  <a:lnTo>
                    <a:pt x="1413370" y="1955975"/>
                  </a:lnTo>
                  <a:lnTo>
                    <a:pt x="1412074" y="1979996"/>
                  </a:lnTo>
                  <a:lnTo>
                    <a:pt x="1410674" y="2007305"/>
                  </a:lnTo>
                  <a:lnTo>
                    <a:pt x="1410231" y="2016290"/>
                  </a:lnTo>
                  <a:lnTo>
                    <a:pt x="1409616" y="2028785"/>
                  </a:lnTo>
                  <a:lnTo>
                    <a:pt x="1409426" y="2032642"/>
                  </a:lnTo>
                  <a:lnTo>
                    <a:pt x="1408220" y="2055636"/>
                  </a:lnTo>
                  <a:lnTo>
                    <a:pt x="1407940" y="2061156"/>
                  </a:lnTo>
                  <a:lnTo>
                    <a:pt x="1405835" y="2102716"/>
                  </a:lnTo>
                  <a:lnTo>
                    <a:pt x="1405551" y="2110584"/>
                  </a:lnTo>
                  <a:lnTo>
                    <a:pt x="1405473" y="2112730"/>
                  </a:lnTo>
                  <a:lnTo>
                    <a:pt x="1404856" y="2126976"/>
                  </a:lnTo>
                  <a:lnTo>
                    <a:pt x="1403713" y="2150826"/>
                  </a:lnTo>
                  <a:lnTo>
                    <a:pt x="1403309" y="2159160"/>
                  </a:lnTo>
                  <a:lnTo>
                    <a:pt x="1402467" y="2178390"/>
                  </a:lnTo>
                  <a:lnTo>
                    <a:pt x="1401721" y="2193669"/>
                  </a:lnTo>
                  <a:lnTo>
                    <a:pt x="1401189" y="2204583"/>
                  </a:lnTo>
                  <a:lnTo>
                    <a:pt x="1400479" y="2220288"/>
                  </a:lnTo>
                  <a:lnTo>
                    <a:pt x="1398844" y="2220342"/>
                  </a:lnTo>
                  <a:lnTo>
                    <a:pt x="1314011" y="2215223"/>
                  </a:lnTo>
                  <a:lnTo>
                    <a:pt x="1312873" y="2215152"/>
                  </a:lnTo>
                  <a:lnTo>
                    <a:pt x="1309511" y="2214941"/>
                  </a:lnTo>
                  <a:lnTo>
                    <a:pt x="1241918" y="2210361"/>
                  </a:lnTo>
                  <a:lnTo>
                    <a:pt x="1226408" y="2209572"/>
                  </a:lnTo>
                  <a:lnTo>
                    <a:pt x="1205460" y="2208452"/>
                  </a:lnTo>
                  <a:lnTo>
                    <a:pt x="1150779" y="2203736"/>
                  </a:lnTo>
                  <a:lnTo>
                    <a:pt x="1110381" y="2199482"/>
                  </a:lnTo>
                  <a:lnTo>
                    <a:pt x="1061443" y="2194833"/>
                  </a:lnTo>
                  <a:lnTo>
                    <a:pt x="1053947" y="2194091"/>
                  </a:lnTo>
                  <a:lnTo>
                    <a:pt x="1032005" y="2191996"/>
                  </a:lnTo>
                  <a:lnTo>
                    <a:pt x="1009984" y="2189825"/>
                  </a:lnTo>
                  <a:lnTo>
                    <a:pt x="999442" y="2188706"/>
                  </a:lnTo>
                  <a:lnTo>
                    <a:pt x="961000" y="2184490"/>
                  </a:lnTo>
                  <a:lnTo>
                    <a:pt x="957497" y="2183308"/>
                  </a:lnTo>
                  <a:lnTo>
                    <a:pt x="916422" y="2178950"/>
                  </a:lnTo>
                  <a:lnTo>
                    <a:pt x="896907" y="2176562"/>
                  </a:lnTo>
                  <a:lnTo>
                    <a:pt x="879800" y="2174424"/>
                  </a:lnTo>
                  <a:lnTo>
                    <a:pt x="851080" y="2171296"/>
                  </a:lnTo>
                  <a:lnTo>
                    <a:pt x="817857" y="2167803"/>
                  </a:lnTo>
                  <a:lnTo>
                    <a:pt x="811102" y="2165564"/>
                  </a:lnTo>
                  <a:lnTo>
                    <a:pt x="788542" y="2162755"/>
                  </a:lnTo>
                  <a:lnTo>
                    <a:pt x="785180" y="2179168"/>
                  </a:lnTo>
                  <a:lnTo>
                    <a:pt x="782914" y="2196623"/>
                  </a:lnTo>
                  <a:lnTo>
                    <a:pt x="781933" y="2203916"/>
                  </a:lnTo>
                  <a:lnTo>
                    <a:pt x="781247" y="2209019"/>
                  </a:lnTo>
                  <a:lnTo>
                    <a:pt x="779255" y="2227711"/>
                  </a:lnTo>
                  <a:lnTo>
                    <a:pt x="773129" y="2224404"/>
                  </a:lnTo>
                  <a:lnTo>
                    <a:pt x="772011" y="2218959"/>
                  </a:lnTo>
                  <a:lnTo>
                    <a:pt x="767624" y="2213323"/>
                  </a:lnTo>
                  <a:lnTo>
                    <a:pt x="766455" y="2207160"/>
                  </a:lnTo>
                  <a:lnTo>
                    <a:pt x="763329" y="2201077"/>
                  </a:lnTo>
                  <a:lnTo>
                    <a:pt x="759505" y="2193470"/>
                  </a:lnTo>
                  <a:lnTo>
                    <a:pt x="755306" y="2189514"/>
                  </a:lnTo>
                  <a:lnTo>
                    <a:pt x="754688" y="2188932"/>
                  </a:lnTo>
                  <a:lnTo>
                    <a:pt x="749397" y="2192531"/>
                  </a:lnTo>
                  <a:lnTo>
                    <a:pt x="747379" y="2195377"/>
                  </a:lnTo>
                  <a:lnTo>
                    <a:pt x="746057" y="2197240"/>
                  </a:lnTo>
                  <a:lnTo>
                    <a:pt x="739976" y="2208504"/>
                  </a:lnTo>
                  <a:lnTo>
                    <a:pt x="735671" y="2211372"/>
                  </a:lnTo>
                  <a:lnTo>
                    <a:pt x="730958" y="2210450"/>
                  </a:lnTo>
                  <a:lnTo>
                    <a:pt x="723399" y="2208965"/>
                  </a:lnTo>
                  <a:lnTo>
                    <a:pt x="713467" y="2213616"/>
                  </a:lnTo>
                  <a:lnTo>
                    <a:pt x="708939" y="2206359"/>
                  </a:lnTo>
                  <a:lnTo>
                    <a:pt x="694167" y="2207473"/>
                  </a:lnTo>
                  <a:lnTo>
                    <a:pt x="686051" y="2207409"/>
                  </a:lnTo>
                  <a:lnTo>
                    <a:pt x="677893" y="2204281"/>
                  </a:lnTo>
                  <a:lnTo>
                    <a:pt x="672729" y="2200346"/>
                  </a:lnTo>
                  <a:lnTo>
                    <a:pt x="665638" y="2204253"/>
                  </a:lnTo>
                  <a:lnTo>
                    <a:pt x="661631" y="2213822"/>
                  </a:lnTo>
                  <a:lnTo>
                    <a:pt x="654735" y="2208721"/>
                  </a:lnTo>
                  <a:lnTo>
                    <a:pt x="643708" y="2205610"/>
                  </a:lnTo>
                  <a:lnTo>
                    <a:pt x="634691" y="2202671"/>
                  </a:lnTo>
                  <a:lnTo>
                    <a:pt x="632236" y="2202769"/>
                  </a:lnTo>
                  <a:lnTo>
                    <a:pt x="623006" y="2208451"/>
                  </a:lnTo>
                  <a:lnTo>
                    <a:pt x="622874" y="2212853"/>
                  </a:lnTo>
                  <a:lnTo>
                    <a:pt x="622399" y="2213059"/>
                  </a:lnTo>
                  <a:lnTo>
                    <a:pt x="617111" y="2215353"/>
                  </a:lnTo>
                  <a:lnTo>
                    <a:pt x="611762" y="2209896"/>
                  </a:lnTo>
                  <a:lnTo>
                    <a:pt x="607984" y="2202337"/>
                  </a:lnTo>
                  <a:lnTo>
                    <a:pt x="608910" y="2196586"/>
                  </a:lnTo>
                  <a:lnTo>
                    <a:pt x="605351" y="2188569"/>
                  </a:lnTo>
                  <a:lnTo>
                    <a:pt x="607406" y="2182329"/>
                  </a:lnTo>
                  <a:lnTo>
                    <a:pt x="604480" y="2171847"/>
                  </a:lnTo>
                  <a:lnTo>
                    <a:pt x="602978" y="2164505"/>
                  </a:lnTo>
                  <a:lnTo>
                    <a:pt x="594109" y="2155686"/>
                  </a:lnTo>
                  <a:lnTo>
                    <a:pt x="588913" y="2157852"/>
                  </a:lnTo>
                  <a:lnTo>
                    <a:pt x="583088" y="2152345"/>
                  </a:lnTo>
                  <a:lnTo>
                    <a:pt x="579330" y="2150736"/>
                  </a:lnTo>
                  <a:lnTo>
                    <a:pt x="576215" y="2141582"/>
                  </a:lnTo>
                  <a:lnTo>
                    <a:pt x="579308" y="2136704"/>
                  </a:lnTo>
                  <a:lnTo>
                    <a:pt x="581377" y="2130297"/>
                  </a:lnTo>
                  <a:lnTo>
                    <a:pt x="581224" y="2123660"/>
                  </a:lnTo>
                  <a:lnTo>
                    <a:pt x="576989" y="2117804"/>
                  </a:lnTo>
                  <a:lnTo>
                    <a:pt x="572079" y="2113364"/>
                  </a:lnTo>
                  <a:lnTo>
                    <a:pt x="567812" y="2099188"/>
                  </a:lnTo>
                  <a:lnTo>
                    <a:pt x="562370" y="2086794"/>
                  </a:lnTo>
                  <a:lnTo>
                    <a:pt x="563908" y="2079492"/>
                  </a:lnTo>
                  <a:lnTo>
                    <a:pt x="562156" y="2073789"/>
                  </a:lnTo>
                  <a:lnTo>
                    <a:pt x="563568" y="2067325"/>
                  </a:lnTo>
                  <a:lnTo>
                    <a:pt x="560803" y="2061476"/>
                  </a:lnTo>
                  <a:lnTo>
                    <a:pt x="562152" y="2051712"/>
                  </a:lnTo>
                  <a:lnTo>
                    <a:pt x="557946" y="2048257"/>
                  </a:lnTo>
                  <a:lnTo>
                    <a:pt x="555188" y="2045179"/>
                  </a:lnTo>
                  <a:lnTo>
                    <a:pt x="551800" y="2039722"/>
                  </a:lnTo>
                  <a:lnTo>
                    <a:pt x="550209" y="2037156"/>
                  </a:lnTo>
                  <a:lnTo>
                    <a:pt x="546359" y="2037049"/>
                  </a:lnTo>
                  <a:lnTo>
                    <a:pt x="545504" y="2042233"/>
                  </a:lnTo>
                  <a:lnTo>
                    <a:pt x="538608" y="2047349"/>
                  </a:lnTo>
                  <a:lnTo>
                    <a:pt x="528520" y="2052961"/>
                  </a:lnTo>
                  <a:lnTo>
                    <a:pt x="522772" y="2052912"/>
                  </a:lnTo>
                  <a:lnTo>
                    <a:pt x="519178" y="2059516"/>
                  </a:lnTo>
                  <a:lnTo>
                    <a:pt x="511817" y="2056655"/>
                  </a:lnTo>
                  <a:lnTo>
                    <a:pt x="505424" y="2048995"/>
                  </a:lnTo>
                  <a:lnTo>
                    <a:pt x="501537" y="2046355"/>
                  </a:lnTo>
                  <a:lnTo>
                    <a:pt x="500635" y="2042878"/>
                  </a:lnTo>
                  <a:lnTo>
                    <a:pt x="499893" y="2040015"/>
                  </a:lnTo>
                  <a:lnTo>
                    <a:pt x="501076" y="2034678"/>
                  </a:lnTo>
                  <a:lnTo>
                    <a:pt x="504563" y="2032980"/>
                  </a:lnTo>
                  <a:lnTo>
                    <a:pt x="505308" y="2026376"/>
                  </a:lnTo>
                  <a:lnTo>
                    <a:pt x="501707" y="2018391"/>
                  </a:lnTo>
                  <a:lnTo>
                    <a:pt x="506817" y="2012216"/>
                  </a:lnTo>
                  <a:lnTo>
                    <a:pt x="515239" y="2011294"/>
                  </a:lnTo>
                  <a:lnTo>
                    <a:pt x="518784" y="2008519"/>
                  </a:lnTo>
                  <a:lnTo>
                    <a:pt x="517321" y="2004559"/>
                  </a:lnTo>
                  <a:lnTo>
                    <a:pt x="519360" y="1998588"/>
                  </a:lnTo>
                  <a:lnTo>
                    <a:pt x="516668" y="1994679"/>
                  </a:lnTo>
                  <a:lnTo>
                    <a:pt x="514303" y="1988937"/>
                  </a:lnTo>
                  <a:lnTo>
                    <a:pt x="517507" y="1981053"/>
                  </a:lnTo>
                  <a:lnTo>
                    <a:pt x="512971" y="1976649"/>
                  </a:lnTo>
                  <a:lnTo>
                    <a:pt x="514483" y="1971543"/>
                  </a:lnTo>
                  <a:lnTo>
                    <a:pt x="520422" y="1971842"/>
                  </a:lnTo>
                  <a:lnTo>
                    <a:pt x="521512" y="1964027"/>
                  </a:lnTo>
                  <a:lnTo>
                    <a:pt x="523051" y="1959656"/>
                  </a:lnTo>
                  <a:lnTo>
                    <a:pt x="524690" y="1955270"/>
                  </a:lnTo>
                  <a:lnTo>
                    <a:pt x="527181" y="1946042"/>
                  </a:lnTo>
                  <a:lnTo>
                    <a:pt x="530901" y="1943588"/>
                  </a:lnTo>
                  <a:lnTo>
                    <a:pt x="531318" y="1932646"/>
                  </a:lnTo>
                  <a:lnTo>
                    <a:pt x="535835" y="1932270"/>
                  </a:lnTo>
                  <a:lnTo>
                    <a:pt x="539096" y="1924029"/>
                  </a:lnTo>
                  <a:lnTo>
                    <a:pt x="541536" y="1915700"/>
                  </a:lnTo>
                  <a:lnTo>
                    <a:pt x="540463" y="1914452"/>
                  </a:lnTo>
                  <a:lnTo>
                    <a:pt x="538684" y="1912381"/>
                  </a:lnTo>
                  <a:lnTo>
                    <a:pt x="530505" y="1913401"/>
                  </a:lnTo>
                  <a:lnTo>
                    <a:pt x="522534" y="1912545"/>
                  </a:lnTo>
                  <a:lnTo>
                    <a:pt x="519058" y="1910880"/>
                  </a:lnTo>
                  <a:lnTo>
                    <a:pt x="516649" y="1909726"/>
                  </a:lnTo>
                  <a:lnTo>
                    <a:pt x="517464" y="1902930"/>
                  </a:lnTo>
                  <a:lnTo>
                    <a:pt x="513716" y="1899830"/>
                  </a:lnTo>
                  <a:lnTo>
                    <a:pt x="512059" y="1898458"/>
                  </a:lnTo>
                  <a:lnTo>
                    <a:pt x="506343" y="1897568"/>
                  </a:lnTo>
                  <a:lnTo>
                    <a:pt x="505360" y="1892319"/>
                  </a:lnTo>
                  <a:lnTo>
                    <a:pt x="498588" y="1886848"/>
                  </a:lnTo>
                  <a:lnTo>
                    <a:pt x="494685" y="1878976"/>
                  </a:lnTo>
                  <a:lnTo>
                    <a:pt x="497083" y="1873560"/>
                  </a:lnTo>
                  <a:lnTo>
                    <a:pt x="494699" y="1870732"/>
                  </a:lnTo>
                  <a:lnTo>
                    <a:pt x="489780" y="1864886"/>
                  </a:lnTo>
                  <a:lnTo>
                    <a:pt x="487690" y="1858066"/>
                  </a:lnTo>
                  <a:lnTo>
                    <a:pt x="484505" y="1852481"/>
                  </a:lnTo>
                  <a:lnTo>
                    <a:pt x="480497" y="1842839"/>
                  </a:lnTo>
                  <a:lnTo>
                    <a:pt x="476062" y="1836427"/>
                  </a:lnTo>
                  <a:lnTo>
                    <a:pt x="473907" y="1831542"/>
                  </a:lnTo>
                  <a:lnTo>
                    <a:pt x="472147" y="1825344"/>
                  </a:lnTo>
                  <a:lnTo>
                    <a:pt x="468670" y="1823482"/>
                  </a:lnTo>
                  <a:lnTo>
                    <a:pt x="460981" y="1819474"/>
                  </a:lnTo>
                  <a:lnTo>
                    <a:pt x="456673" y="1814903"/>
                  </a:lnTo>
                  <a:lnTo>
                    <a:pt x="454132" y="1807670"/>
                  </a:lnTo>
                  <a:lnTo>
                    <a:pt x="444566" y="1799302"/>
                  </a:lnTo>
                  <a:lnTo>
                    <a:pt x="446971" y="1794760"/>
                  </a:lnTo>
                  <a:lnTo>
                    <a:pt x="452353" y="1792712"/>
                  </a:lnTo>
                  <a:lnTo>
                    <a:pt x="446866" y="1785132"/>
                  </a:lnTo>
                  <a:lnTo>
                    <a:pt x="447606" y="1779726"/>
                  </a:lnTo>
                  <a:lnTo>
                    <a:pt x="450978" y="1774399"/>
                  </a:lnTo>
                  <a:lnTo>
                    <a:pt x="448324" y="1769883"/>
                  </a:lnTo>
                  <a:lnTo>
                    <a:pt x="450387" y="1764960"/>
                  </a:lnTo>
                  <a:lnTo>
                    <a:pt x="442889" y="1755265"/>
                  </a:lnTo>
                  <a:lnTo>
                    <a:pt x="443420" y="1748493"/>
                  </a:lnTo>
                  <a:lnTo>
                    <a:pt x="439613" y="1744143"/>
                  </a:lnTo>
                  <a:lnTo>
                    <a:pt x="436206" y="1736432"/>
                  </a:lnTo>
                  <a:lnTo>
                    <a:pt x="432365" y="1726064"/>
                  </a:lnTo>
                  <a:lnTo>
                    <a:pt x="432019" y="1724554"/>
                  </a:lnTo>
                  <a:lnTo>
                    <a:pt x="431549" y="1722510"/>
                  </a:lnTo>
                  <a:lnTo>
                    <a:pt x="434756" y="1707234"/>
                  </a:lnTo>
                  <a:lnTo>
                    <a:pt x="437082" y="1696088"/>
                  </a:lnTo>
                  <a:lnTo>
                    <a:pt x="439475" y="1684635"/>
                  </a:lnTo>
                  <a:lnTo>
                    <a:pt x="443846" y="1663686"/>
                  </a:lnTo>
                  <a:lnTo>
                    <a:pt x="444379" y="1661145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h102"/>
            <p:cNvSpPr/>
            <p:nvPr/>
          </p:nvSpPr>
          <p:spPr>
            <a:xfrm>
              <a:off x="3175027" y="1904511"/>
              <a:ext cx="1283433" cy="1747729"/>
            </a:xfrm>
            <a:custGeom>
              <a:avLst/>
              <a:pathLst>
                <a:path w="1283433" h="1747729">
                  <a:moveTo>
                    <a:pt x="457200" y="1600199"/>
                  </a:moveTo>
                  <a:lnTo>
                    <a:pt x="458230" y="1579882"/>
                  </a:lnTo>
                  <a:lnTo>
                    <a:pt x="458926" y="1565598"/>
                  </a:lnTo>
                  <a:lnTo>
                    <a:pt x="459907" y="1544378"/>
                  </a:lnTo>
                  <a:lnTo>
                    <a:pt x="460191" y="1538247"/>
                  </a:lnTo>
                  <a:lnTo>
                    <a:pt x="460682" y="1527803"/>
                  </a:lnTo>
                  <a:lnTo>
                    <a:pt x="461780" y="1504512"/>
                  </a:lnTo>
                  <a:lnTo>
                    <a:pt x="462498" y="1490083"/>
                  </a:lnTo>
                  <a:lnTo>
                    <a:pt x="462588" y="1488272"/>
                  </a:lnTo>
                  <a:lnTo>
                    <a:pt x="463979" y="1459271"/>
                  </a:lnTo>
                  <a:lnTo>
                    <a:pt x="465450" y="1428237"/>
                  </a:lnTo>
                  <a:lnTo>
                    <a:pt x="466164" y="1414360"/>
                  </a:lnTo>
                  <a:lnTo>
                    <a:pt x="466286" y="1411983"/>
                  </a:lnTo>
                  <a:lnTo>
                    <a:pt x="468468" y="1366091"/>
                  </a:lnTo>
                  <a:lnTo>
                    <a:pt x="518215" y="1368372"/>
                  </a:lnTo>
                  <a:lnTo>
                    <a:pt x="520845" y="1368483"/>
                  </a:lnTo>
                  <a:lnTo>
                    <a:pt x="564023" y="1370259"/>
                  </a:lnTo>
                  <a:lnTo>
                    <a:pt x="582959" y="1370958"/>
                  </a:lnTo>
                  <a:lnTo>
                    <a:pt x="617791" y="1372117"/>
                  </a:lnTo>
                  <a:lnTo>
                    <a:pt x="647421" y="1372992"/>
                  </a:lnTo>
                  <a:lnTo>
                    <a:pt x="725068" y="1374723"/>
                  </a:lnTo>
                  <a:lnTo>
                    <a:pt x="745752" y="1375047"/>
                  </a:lnTo>
                  <a:lnTo>
                    <a:pt x="818652" y="1375526"/>
                  </a:lnTo>
                  <a:lnTo>
                    <a:pt x="850319" y="1375511"/>
                  </a:lnTo>
                  <a:lnTo>
                    <a:pt x="879041" y="1375400"/>
                  </a:lnTo>
                  <a:lnTo>
                    <a:pt x="904455" y="1375208"/>
                  </a:lnTo>
                  <a:lnTo>
                    <a:pt x="941398" y="1374775"/>
                  </a:lnTo>
                  <a:lnTo>
                    <a:pt x="973156" y="1374222"/>
                  </a:lnTo>
                  <a:lnTo>
                    <a:pt x="975020" y="1378540"/>
                  </a:lnTo>
                  <a:lnTo>
                    <a:pt x="979139" y="1382726"/>
                  </a:lnTo>
                  <a:lnTo>
                    <a:pt x="983537" y="1383985"/>
                  </a:lnTo>
                  <a:lnTo>
                    <a:pt x="990738" y="1387807"/>
                  </a:lnTo>
                  <a:lnTo>
                    <a:pt x="993333" y="1389181"/>
                  </a:lnTo>
                  <a:lnTo>
                    <a:pt x="997748" y="1390809"/>
                  </a:lnTo>
                  <a:lnTo>
                    <a:pt x="1005029" y="1393132"/>
                  </a:lnTo>
                  <a:lnTo>
                    <a:pt x="1005444" y="1393264"/>
                  </a:lnTo>
                  <a:lnTo>
                    <a:pt x="1009484" y="1397092"/>
                  </a:lnTo>
                  <a:lnTo>
                    <a:pt x="1015963" y="1402441"/>
                  </a:lnTo>
                  <a:lnTo>
                    <a:pt x="1023690" y="1401578"/>
                  </a:lnTo>
                  <a:lnTo>
                    <a:pt x="1027716" y="1397840"/>
                  </a:lnTo>
                  <a:lnTo>
                    <a:pt x="1030108" y="1391092"/>
                  </a:lnTo>
                  <a:lnTo>
                    <a:pt x="1031793" y="1389503"/>
                  </a:lnTo>
                  <a:lnTo>
                    <a:pt x="1036971" y="1390247"/>
                  </a:lnTo>
                  <a:lnTo>
                    <a:pt x="1046155" y="1391761"/>
                  </a:lnTo>
                  <a:lnTo>
                    <a:pt x="1052100" y="1390595"/>
                  </a:lnTo>
                  <a:lnTo>
                    <a:pt x="1055380" y="1389950"/>
                  </a:lnTo>
                  <a:lnTo>
                    <a:pt x="1062975" y="1390031"/>
                  </a:lnTo>
                  <a:lnTo>
                    <a:pt x="1065815" y="1390410"/>
                  </a:lnTo>
                  <a:lnTo>
                    <a:pt x="1068811" y="1390809"/>
                  </a:lnTo>
                  <a:lnTo>
                    <a:pt x="1071933" y="1388241"/>
                  </a:lnTo>
                  <a:lnTo>
                    <a:pt x="1078881" y="1389266"/>
                  </a:lnTo>
                  <a:lnTo>
                    <a:pt x="1082402" y="1387935"/>
                  </a:lnTo>
                  <a:lnTo>
                    <a:pt x="1088298" y="1389295"/>
                  </a:lnTo>
                  <a:lnTo>
                    <a:pt x="1090612" y="1393319"/>
                  </a:lnTo>
                  <a:lnTo>
                    <a:pt x="1095186" y="1396709"/>
                  </a:lnTo>
                  <a:lnTo>
                    <a:pt x="1098345" y="1399046"/>
                  </a:lnTo>
                  <a:lnTo>
                    <a:pt x="1108094" y="1399879"/>
                  </a:lnTo>
                  <a:lnTo>
                    <a:pt x="1108961" y="1400582"/>
                  </a:lnTo>
                  <a:lnTo>
                    <a:pt x="1113660" y="1404387"/>
                  </a:lnTo>
                  <a:lnTo>
                    <a:pt x="1118989" y="1403035"/>
                  </a:lnTo>
                  <a:lnTo>
                    <a:pt x="1128215" y="1406799"/>
                  </a:lnTo>
                  <a:lnTo>
                    <a:pt x="1128746" y="1407016"/>
                  </a:lnTo>
                  <a:lnTo>
                    <a:pt x="1131059" y="1411375"/>
                  </a:lnTo>
                  <a:lnTo>
                    <a:pt x="1138432" y="1411559"/>
                  </a:lnTo>
                  <a:lnTo>
                    <a:pt x="1137638" y="1418480"/>
                  </a:lnTo>
                  <a:lnTo>
                    <a:pt x="1142443" y="1422928"/>
                  </a:lnTo>
                  <a:lnTo>
                    <a:pt x="1145457" y="1427696"/>
                  </a:lnTo>
                  <a:lnTo>
                    <a:pt x="1147068" y="1430242"/>
                  </a:lnTo>
                  <a:lnTo>
                    <a:pt x="1154950" y="1429396"/>
                  </a:lnTo>
                  <a:lnTo>
                    <a:pt x="1157273" y="1432715"/>
                  </a:lnTo>
                  <a:lnTo>
                    <a:pt x="1162342" y="1431517"/>
                  </a:lnTo>
                  <a:lnTo>
                    <a:pt x="1168374" y="1434852"/>
                  </a:lnTo>
                  <a:lnTo>
                    <a:pt x="1165851" y="1441282"/>
                  </a:lnTo>
                  <a:lnTo>
                    <a:pt x="1166591" y="1450390"/>
                  </a:lnTo>
                  <a:lnTo>
                    <a:pt x="1172039" y="1457179"/>
                  </a:lnTo>
                  <a:lnTo>
                    <a:pt x="1173591" y="1459111"/>
                  </a:lnTo>
                  <a:lnTo>
                    <a:pt x="1173810" y="1464808"/>
                  </a:lnTo>
                  <a:lnTo>
                    <a:pt x="1173750" y="1465318"/>
                  </a:lnTo>
                  <a:lnTo>
                    <a:pt x="1173040" y="1471325"/>
                  </a:lnTo>
                  <a:lnTo>
                    <a:pt x="1180589" y="1477605"/>
                  </a:lnTo>
                  <a:lnTo>
                    <a:pt x="1180587" y="1485858"/>
                  </a:lnTo>
                  <a:lnTo>
                    <a:pt x="1185266" y="1488702"/>
                  </a:lnTo>
                  <a:lnTo>
                    <a:pt x="1193938" y="1494273"/>
                  </a:lnTo>
                  <a:lnTo>
                    <a:pt x="1191852" y="1502403"/>
                  </a:lnTo>
                  <a:lnTo>
                    <a:pt x="1195084" y="1507719"/>
                  </a:lnTo>
                  <a:lnTo>
                    <a:pt x="1196980" y="1510834"/>
                  </a:lnTo>
                  <a:lnTo>
                    <a:pt x="1201265" y="1516518"/>
                  </a:lnTo>
                  <a:lnTo>
                    <a:pt x="1199537" y="1525410"/>
                  </a:lnTo>
                  <a:lnTo>
                    <a:pt x="1197913" y="1531169"/>
                  </a:lnTo>
                  <a:lnTo>
                    <a:pt x="1197630" y="1532172"/>
                  </a:lnTo>
                  <a:lnTo>
                    <a:pt x="1197329" y="1539035"/>
                  </a:lnTo>
                  <a:lnTo>
                    <a:pt x="1200069" y="1545424"/>
                  </a:lnTo>
                  <a:lnTo>
                    <a:pt x="1201309" y="1549456"/>
                  </a:lnTo>
                  <a:lnTo>
                    <a:pt x="1208226" y="1547156"/>
                  </a:lnTo>
                  <a:lnTo>
                    <a:pt x="1209471" y="1551713"/>
                  </a:lnTo>
                  <a:lnTo>
                    <a:pt x="1210717" y="1556268"/>
                  </a:lnTo>
                  <a:lnTo>
                    <a:pt x="1216422" y="1557731"/>
                  </a:lnTo>
                  <a:lnTo>
                    <a:pt x="1216366" y="1565916"/>
                  </a:lnTo>
                  <a:lnTo>
                    <a:pt x="1216349" y="1568391"/>
                  </a:lnTo>
                  <a:lnTo>
                    <a:pt x="1216922" y="1574321"/>
                  </a:lnTo>
                  <a:lnTo>
                    <a:pt x="1220498" y="1579603"/>
                  </a:lnTo>
                  <a:lnTo>
                    <a:pt x="1218757" y="1584704"/>
                  </a:lnTo>
                  <a:lnTo>
                    <a:pt x="1219173" y="1590478"/>
                  </a:lnTo>
                  <a:lnTo>
                    <a:pt x="1219235" y="1591348"/>
                  </a:lnTo>
                  <a:lnTo>
                    <a:pt x="1224161" y="1590766"/>
                  </a:lnTo>
                  <a:lnTo>
                    <a:pt x="1223846" y="1594115"/>
                  </a:lnTo>
                  <a:lnTo>
                    <a:pt x="1223425" y="1598565"/>
                  </a:lnTo>
                  <a:lnTo>
                    <a:pt x="1224126" y="1603654"/>
                  </a:lnTo>
                  <a:lnTo>
                    <a:pt x="1224222" y="1607463"/>
                  </a:lnTo>
                  <a:lnTo>
                    <a:pt x="1224332" y="1611866"/>
                  </a:lnTo>
                  <a:lnTo>
                    <a:pt x="1228122" y="1617276"/>
                  </a:lnTo>
                  <a:lnTo>
                    <a:pt x="1227525" y="1623235"/>
                  </a:lnTo>
                  <a:lnTo>
                    <a:pt x="1229474" y="1626465"/>
                  </a:lnTo>
                  <a:lnTo>
                    <a:pt x="1230295" y="1627825"/>
                  </a:lnTo>
                  <a:lnTo>
                    <a:pt x="1227670" y="1633068"/>
                  </a:lnTo>
                  <a:lnTo>
                    <a:pt x="1228720" y="1640800"/>
                  </a:lnTo>
                  <a:lnTo>
                    <a:pt x="1223870" y="1646855"/>
                  </a:lnTo>
                  <a:lnTo>
                    <a:pt x="1228207" y="1653315"/>
                  </a:lnTo>
                  <a:lnTo>
                    <a:pt x="1234423" y="1656648"/>
                  </a:lnTo>
                  <a:lnTo>
                    <a:pt x="1237864" y="1662680"/>
                  </a:lnTo>
                  <a:lnTo>
                    <a:pt x="1236371" y="1665014"/>
                  </a:lnTo>
                  <a:lnTo>
                    <a:pt x="1237538" y="1672319"/>
                  </a:lnTo>
                  <a:lnTo>
                    <a:pt x="1241572" y="1671959"/>
                  </a:lnTo>
                  <a:lnTo>
                    <a:pt x="1241783" y="1672378"/>
                  </a:lnTo>
                  <a:lnTo>
                    <a:pt x="1243627" y="1676032"/>
                  </a:lnTo>
                  <a:lnTo>
                    <a:pt x="1244793" y="1679732"/>
                  </a:lnTo>
                  <a:lnTo>
                    <a:pt x="1248515" y="1687898"/>
                  </a:lnTo>
                  <a:lnTo>
                    <a:pt x="1249495" y="1691546"/>
                  </a:lnTo>
                  <a:lnTo>
                    <a:pt x="1248568" y="1697045"/>
                  </a:lnTo>
                  <a:lnTo>
                    <a:pt x="1253861" y="1698354"/>
                  </a:lnTo>
                  <a:lnTo>
                    <a:pt x="1258275" y="1700437"/>
                  </a:lnTo>
                  <a:lnTo>
                    <a:pt x="1258930" y="1703729"/>
                  </a:lnTo>
                  <a:lnTo>
                    <a:pt x="1258970" y="1703929"/>
                  </a:lnTo>
                  <a:lnTo>
                    <a:pt x="1259061" y="1704387"/>
                  </a:lnTo>
                  <a:lnTo>
                    <a:pt x="1266280" y="1706854"/>
                  </a:lnTo>
                  <a:lnTo>
                    <a:pt x="1265785" y="1712796"/>
                  </a:lnTo>
                  <a:lnTo>
                    <a:pt x="1270730" y="1718433"/>
                  </a:lnTo>
                  <a:lnTo>
                    <a:pt x="1274548" y="1722297"/>
                  </a:lnTo>
                  <a:lnTo>
                    <a:pt x="1272852" y="1727173"/>
                  </a:lnTo>
                  <a:lnTo>
                    <a:pt x="1276153" y="1732302"/>
                  </a:lnTo>
                  <a:lnTo>
                    <a:pt x="1279388" y="1731849"/>
                  </a:lnTo>
                  <a:lnTo>
                    <a:pt x="1283433" y="1735265"/>
                  </a:lnTo>
                  <a:lnTo>
                    <a:pt x="1280427" y="1735431"/>
                  </a:lnTo>
                  <a:lnTo>
                    <a:pt x="1238130" y="1737647"/>
                  </a:lnTo>
                  <a:lnTo>
                    <a:pt x="1237793" y="1737663"/>
                  </a:lnTo>
                  <a:lnTo>
                    <a:pt x="1216617" y="1738683"/>
                  </a:lnTo>
                  <a:lnTo>
                    <a:pt x="1215341" y="1738743"/>
                  </a:lnTo>
                  <a:lnTo>
                    <a:pt x="1202947" y="1739357"/>
                  </a:lnTo>
                  <a:lnTo>
                    <a:pt x="1194872" y="1739704"/>
                  </a:lnTo>
                  <a:lnTo>
                    <a:pt x="1173505" y="1740612"/>
                  </a:lnTo>
                  <a:lnTo>
                    <a:pt x="1172912" y="1740637"/>
                  </a:lnTo>
                  <a:lnTo>
                    <a:pt x="1140945" y="1741885"/>
                  </a:lnTo>
                  <a:lnTo>
                    <a:pt x="1134467" y="1742123"/>
                  </a:lnTo>
                  <a:lnTo>
                    <a:pt x="1130412" y="1742274"/>
                  </a:lnTo>
                  <a:lnTo>
                    <a:pt x="1121581" y="1742597"/>
                  </a:lnTo>
                  <a:lnTo>
                    <a:pt x="1087300" y="1743702"/>
                  </a:lnTo>
                  <a:lnTo>
                    <a:pt x="1082859" y="1743834"/>
                  </a:lnTo>
                  <a:lnTo>
                    <a:pt x="1048449" y="1744812"/>
                  </a:lnTo>
                  <a:lnTo>
                    <a:pt x="1044226" y="1744922"/>
                  </a:lnTo>
                  <a:lnTo>
                    <a:pt x="1033718" y="1745186"/>
                  </a:lnTo>
                  <a:lnTo>
                    <a:pt x="1019983" y="1745509"/>
                  </a:lnTo>
                  <a:lnTo>
                    <a:pt x="1001124" y="1745920"/>
                  </a:lnTo>
                  <a:lnTo>
                    <a:pt x="979173" y="1746341"/>
                  </a:lnTo>
                  <a:lnTo>
                    <a:pt x="968761" y="1746520"/>
                  </a:lnTo>
                  <a:lnTo>
                    <a:pt x="958033" y="1746700"/>
                  </a:lnTo>
                  <a:lnTo>
                    <a:pt x="925580" y="1747156"/>
                  </a:lnTo>
                  <a:lnTo>
                    <a:pt x="923810" y="1747177"/>
                  </a:lnTo>
                  <a:lnTo>
                    <a:pt x="914898" y="1747274"/>
                  </a:lnTo>
                  <a:lnTo>
                    <a:pt x="884157" y="1747529"/>
                  </a:lnTo>
                  <a:lnTo>
                    <a:pt x="872386" y="1747622"/>
                  </a:lnTo>
                  <a:lnTo>
                    <a:pt x="872108" y="1747624"/>
                  </a:lnTo>
                  <a:lnTo>
                    <a:pt x="854467" y="1747729"/>
                  </a:lnTo>
                  <a:lnTo>
                    <a:pt x="819747" y="1747711"/>
                  </a:lnTo>
                  <a:lnTo>
                    <a:pt x="818242" y="1747706"/>
                  </a:lnTo>
                  <a:lnTo>
                    <a:pt x="791237" y="1747575"/>
                  </a:lnTo>
                  <a:lnTo>
                    <a:pt x="766293" y="1747328"/>
                  </a:lnTo>
                  <a:lnTo>
                    <a:pt x="764387" y="1747306"/>
                  </a:lnTo>
                  <a:lnTo>
                    <a:pt x="735664" y="1746990"/>
                  </a:lnTo>
                  <a:lnTo>
                    <a:pt x="713402" y="1746643"/>
                  </a:lnTo>
                  <a:lnTo>
                    <a:pt x="710540" y="1746597"/>
                  </a:lnTo>
                  <a:lnTo>
                    <a:pt x="702253" y="1746458"/>
                  </a:lnTo>
                  <a:lnTo>
                    <a:pt x="689751" y="1746231"/>
                  </a:lnTo>
                  <a:lnTo>
                    <a:pt x="662138" y="1745629"/>
                  </a:lnTo>
                  <a:lnTo>
                    <a:pt x="641224" y="1745120"/>
                  </a:lnTo>
                  <a:lnTo>
                    <a:pt x="642253" y="1703498"/>
                  </a:lnTo>
                  <a:lnTo>
                    <a:pt x="642285" y="1702153"/>
                  </a:lnTo>
                  <a:lnTo>
                    <a:pt x="642553" y="1690882"/>
                  </a:lnTo>
                  <a:lnTo>
                    <a:pt x="643317" y="1658908"/>
                  </a:lnTo>
                  <a:lnTo>
                    <a:pt x="643471" y="1652446"/>
                  </a:lnTo>
                  <a:lnTo>
                    <a:pt x="644183" y="1621059"/>
                  </a:lnTo>
                  <a:lnTo>
                    <a:pt x="596811" y="1619754"/>
                  </a:lnTo>
                  <a:lnTo>
                    <a:pt x="590786" y="1619564"/>
                  </a:lnTo>
                  <a:lnTo>
                    <a:pt x="587745" y="1619467"/>
                  </a:lnTo>
                  <a:lnTo>
                    <a:pt x="548074" y="1618084"/>
                  </a:lnTo>
                  <a:lnTo>
                    <a:pt x="519390" y="1617001"/>
                  </a:lnTo>
                  <a:lnTo>
                    <a:pt x="501389" y="1616266"/>
                  </a:lnTo>
                  <a:lnTo>
                    <a:pt x="456524" y="1614228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h103"/>
            <p:cNvSpPr/>
            <p:nvPr/>
          </p:nvSpPr>
          <p:spPr>
            <a:xfrm>
              <a:off x="1651988" y="1905731"/>
              <a:ext cx="1070312" cy="2237443"/>
            </a:xfrm>
            <a:custGeom>
              <a:avLst/>
              <a:pathLst>
                <a:path w="1070312" h="2237443">
                  <a:moveTo>
                    <a:pt x="457200" y="1600200"/>
                  </a:moveTo>
                  <a:lnTo>
                    <a:pt x="461000" y="1584590"/>
                  </a:lnTo>
                  <a:lnTo>
                    <a:pt x="463777" y="1573202"/>
                  </a:lnTo>
                  <a:lnTo>
                    <a:pt x="469154" y="1550902"/>
                  </a:lnTo>
                  <a:lnTo>
                    <a:pt x="476029" y="1522463"/>
                  </a:lnTo>
                  <a:lnTo>
                    <a:pt x="480924" y="1501802"/>
                  </a:lnTo>
                  <a:lnTo>
                    <a:pt x="486590" y="1478107"/>
                  </a:lnTo>
                  <a:lnTo>
                    <a:pt x="497952" y="1429433"/>
                  </a:lnTo>
                  <a:lnTo>
                    <a:pt x="501978" y="1411763"/>
                  </a:lnTo>
                  <a:lnTo>
                    <a:pt x="511127" y="1373050"/>
                  </a:lnTo>
                  <a:lnTo>
                    <a:pt x="523919" y="1320195"/>
                  </a:lnTo>
                  <a:lnTo>
                    <a:pt x="531317" y="1289020"/>
                  </a:lnTo>
                  <a:lnTo>
                    <a:pt x="534833" y="1274471"/>
                  </a:lnTo>
                  <a:lnTo>
                    <a:pt x="559223" y="1280341"/>
                  </a:lnTo>
                  <a:lnTo>
                    <a:pt x="591743" y="1288615"/>
                  </a:lnTo>
                  <a:lnTo>
                    <a:pt x="594943" y="1289420"/>
                  </a:lnTo>
                  <a:lnTo>
                    <a:pt x="605263" y="1292008"/>
                  </a:lnTo>
                  <a:lnTo>
                    <a:pt x="623782" y="1296370"/>
                  </a:lnTo>
                  <a:lnTo>
                    <a:pt x="643867" y="1301271"/>
                  </a:lnTo>
                  <a:lnTo>
                    <a:pt x="668521" y="1306677"/>
                  </a:lnTo>
                  <a:lnTo>
                    <a:pt x="695756" y="1312737"/>
                  </a:lnTo>
                  <a:lnTo>
                    <a:pt x="724798" y="1319119"/>
                  </a:lnTo>
                  <a:lnTo>
                    <a:pt x="747200" y="1324073"/>
                  </a:lnTo>
                  <a:lnTo>
                    <a:pt x="766979" y="1328295"/>
                  </a:lnTo>
                  <a:lnTo>
                    <a:pt x="785494" y="1332154"/>
                  </a:lnTo>
                  <a:lnTo>
                    <a:pt x="800904" y="1335508"/>
                  </a:lnTo>
                  <a:lnTo>
                    <a:pt x="801622" y="1335666"/>
                  </a:lnTo>
                  <a:lnTo>
                    <a:pt x="836850" y="1343369"/>
                  </a:lnTo>
                  <a:lnTo>
                    <a:pt x="863253" y="1348800"/>
                  </a:lnTo>
                  <a:lnTo>
                    <a:pt x="904951" y="1357220"/>
                  </a:lnTo>
                  <a:lnTo>
                    <a:pt x="927015" y="1361457"/>
                  </a:lnTo>
                  <a:lnTo>
                    <a:pt x="955175" y="1367035"/>
                  </a:lnTo>
                  <a:lnTo>
                    <a:pt x="980165" y="1371421"/>
                  </a:lnTo>
                  <a:lnTo>
                    <a:pt x="992759" y="1373598"/>
                  </a:lnTo>
                  <a:lnTo>
                    <a:pt x="1019885" y="1379243"/>
                  </a:lnTo>
                  <a:lnTo>
                    <a:pt x="1048553" y="1384410"/>
                  </a:lnTo>
                  <a:lnTo>
                    <a:pt x="1070312" y="1388288"/>
                  </a:lnTo>
                  <a:lnTo>
                    <a:pt x="1065535" y="1417816"/>
                  </a:lnTo>
                  <a:lnTo>
                    <a:pt x="1060124" y="1450035"/>
                  </a:lnTo>
                  <a:lnTo>
                    <a:pt x="1054205" y="1484926"/>
                  </a:lnTo>
                  <a:lnTo>
                    <a:pt x="1049904" y="1510472"/>
                  </a:lnTo>
                  <a:lnTo>
                    <a:pt x="1044219" y="1544090"/>
                  </a:lnTo>
                  <a:lnTo>
                    <a:pt x="1039360" y="1572397"/>
                  </a:lnTo>
                  <a:lnTo>
                    <a:pt x="1037334" y="1584373"/>
                  </a:lnTo>
                  <a:lnTo>
                    <a:pt x="1031647" y="1618966"/>
                  </a:lnTo>
                  <a:lnTo>
                    <a:pt x="1031263" y="1621307"/>
                  </a:lnTo>
                  <a:lnTo>
                    <a:pt x="1027329" y="1644874"/>
                  </a:lnTo>
                  <a:lnTo>
                    <a:pt x="1025038" y="1658628"/>
                  </a:lnTo>
                  <a:lnTo>
                    <a:pt x="1020071" y="1689549"/>
                  </a:lnTo>
                  <a:lnTo>
                    <a:pt x="1019227" y="1694812"/>
                  </a:lnTo>
                  <a:lnTo>
                    <a:pt x="1009215" y="1755566"/>
                  </a:lnTo>
                  <a:lnTo>
                    <a:pt x="1006807" y="1771174"/>
                  </a:lnTo>
                  <a:lnTo>
                    <a:pt x="1002703" y="1795901"/>
                  </a:lnTo>
                  <a:lnTo>
                    <a:pt x="1000579" y="1808729"/>
                  </a:lnTo>
                  <a:lnTo>
                    <a:pt x="997274" y="1829428"/>
                  </a:lnTo>
                  <a:lnTo>
                    <a:pt x="994243" y="1848429"/>
                  </a:lnTo>
                  <a:lnTo>
                    <a:pt x="992283" y="1860892"/>
                  </a:lnTo>
                  <a:lnTo>
                    <a:pt x="987093" y="1893744"/>
                  </a:lnTo>
                  <a:lnTo>
                    <a:pt x="984260" y="1910348"/>
                  </a:lnTo>
                  <a:lnTo>
                    <a:pt x="981447" y="1927693"/>
                  </a:lnTo>
                  <a:lnTo>
                    <a:pt x="979240" y="1941548"/>
                  </a:lnTo>
                  <a:lnTo>
                    <a:pt x="975300" y="1967062"/>
                  </a:lnTo>
                  <a:lnTo>
                    <a:pt x="971543" y="1991162"/>
                  </a:lnTo>
                  <a:lnTo>
                    <a:pt x="969963" y="2002000"/>
                  </a:lnTo>
                  <a:lnTo>
                    <a:pt x="966988" y="2021331"/>
                  </a:lnTo>
                  <a:lnTo>
                    <a:pt x="962480" y="2050720"/>
                  </a:lnTo>
                  <a:lnTo>
                    <a:pt x="957362" y="2084968"/>
                  </a:lnTo>
                  <a:lnTo>
                    <a:pt x="956221" y="2091923"/>
                  </a:lnTo>
                  <a:lnTo>
                    <a:pt x="954938" y="2101136"/>
                  </a:lnTo>
                  <a:lnTo>
                    <a:pt x="948318" y="2109143"/>
                  </a:lnTo>
                  <a:lnTo>
                    <a:pt x="943220" y="2116911"/>
                  </a:lnTo>
                  <a:lnTo>
                    <a:pt x="941335" y="2120196"/>
                  </a:lnTo>
                  <a:lnTo>
                    <a:pt x="935026" y="2120246"/>
                  </a:lnTo>
                  <a:lnTo>
                    <a:pt x="929772" y="2116809"/>
                  </a:lnTo>
                  <a:lnTo>
                    <a:pt x="925799" y="2112670"/>
                  </a:lnTo>
                  <a:lnTo>
                    <a:pt x="924572" y="2106792"/>
                  </a:lnTo>
                  <a:lnTo>
                    <a:pt x="921808" y="2101887"/>
                  </a:lnTo>
                  <a:lnTo>
                    <a:pt x="917427" y="2100792"/>
                  </a:lnTo>
                  <a:lnTo>
                    <a:pt x="913916" y="2102623"/>
                  </a:lnTo>
                  <a:lnTo>
                    <a:pt x="910181" y="2101594"/>
                  </a:lnTo>
                  <a:lnTo>
                    <a:pt x="908164" y="2098520"/>
                  </a:lnTo>
                  <a:lnTo>
                    <a:pt x="902218" y="2097394"/>
                  </a:lnTo>
                  <a:lnTo>
                    <a:pt x="896495" y="2097724"/>
                  </a:lnTo>
                  <a:lnTo>
                    <a:pt x="892206" y="2099954"/>
                  </a:lnTo>
                  <a:lnTo>
                    <a:pt x="885069" y="2100327"/>
                  </a:lnTo>
                  <a:lnTo>
                    <a:pt x="883687" y="2104353"/>
                  </a:lnTo>
                  <a:lnTo>
                    <a:pt x="883600" y="2104918"/>
                  </a:lnTo>
                  <a:lnTo>
                    <a:pt x="882540" y="2111798"/>
                  </a:lnTo>
                  <a:lnTo>
                    <a:pt x="882380" y="2120109"/>
                  </a:lnTo>
                  <a:lnTo>
                    <a:pt x="884606" y="2125824"/>
                  </a:lnTo>
                  <a:lnTo>
                    <a:pt x="886913" y="2130864"/>
                  </a:lnTo>
                  <a:lnTo>
                    <a:pt x="882543" y="2136465"/>
                  </a:lnTo>
                  <a:lnTo>
                    <a:pt x="881583" y="2146507"/>
                  </a:lnTo>
                  <a:lnTo>
                    <a:pt x="880748" y="2156744"/>
                  </a:lnTo>
                  <a:lnTo>
                    <a:pt x="883531" y="2162362"/>
                  </a:lnTo>
                  <a:lnTo>
                    <a:pt x="882829" y="2165114"/>
                  </a:lnTo>
                  <a:lnTo>
                    <a:pt x="880873" y="2172783"/>
                  </a:lnTo>
                  <a:lnTo>
                    <a:pt x="879266" y="2181963"/>
                  </a:lnTo>
                  <a:lnTo>
                    <a:pt x="882210" y="2187528"/>
                  </a:lnTo>
                  <a:lnTo>
                    <a:pt x="883342" y="2206286"/>
                  </a:lnTo>
                  <a:lnTo>
                    <a:pt x="882384" y="2221714"/>
                  </a:lnTo>
                  <a:lnTo>
                    <a:pt x="879401" y="2223420"/>
                  </a:lnTo>
                  <a:lnTo>
                    <a:pt x="877330" y="2222984"/>
                  </a:lnTo>
                  <a:lnTo>
                    <a:pt x="875781" y="2229416"/>
                  </a:lnTo>
                  <a:lnTo>
                    <a:pt x="873645" y="2237443"/>
                  </a:lnTo>
                  <a:lnTo>
                    <a:pt x="859228" y="2217507"/>
                  </a:lnTo>
                  <a:lnTo>
                    <a:pt x="847126" y="2200760"/>
                  </a:lnTo>
                  <a:lnTo>
                    <a:pt x="839110" y="2189617"/>
                  </a:lnTo>
                  <a:lnTo>
                    <a:pt x="829377" y="2176212"/>
                  </a:lnTo>
                  <a:lnTo>
                    <a:pt x="817400" y="2159598"/>
                  </a:lnTo>
                  <a:lnTo>
                    <a:pt x="809017" y="2148008"/>
                  </a:lnTo>
                  <a:lnTo>
                    <a:pt x="788878" y="2119942"/>
                  </a:lnTo>
                  <a:lnTo>
                    <a:pt x="772559" y="2097350"/>
                  </a:lnTo>
                  <a:lnTo>
                    <a:pt x="768713" y="2092000"/>
                  </a:lnTo>
                  <a:lnTo>
                    <a:pt x="752310" y="2069078"/>
                  </a:lnTo>
                  <a:lnTo>
                    <a:pt x="729352" y="2037070"/>
                  </a:lnTo>
                  <a:lnTo>
                    <a:pt x="720276" y="2024278"/>
                  </a:lnTo>
                  <a:lnTo>
                    <a:pt x="679133" y="1966526"/>
                  </a:lnTo>
                  <a:lnTo>
                    <a:pt x="665987" y="1948076"/>
                  </a:lnTo>
                  <a:lnTo>
                    <a:pt x="659728" y="1939249"/>
                  </a:lnTo>
                  <a:lnTo>
                    <a:pt x="625390" y="1890754"/>
                  </a:lnTo>
                  <a:lnTo>
                    <a:pt x="613408" y="1873924"/>
                  </a:lnTo>
                  <a:lnTo>
                    <a:pt x="598703" y="1853126"/>
                  </a:lnTo>
                  <a:lnTo>
                    <a:pt x="567317" y="1808584"/>
                  </a:lnTo>
                  <a:lnTo>
                    <a:pt x="561718" y="1800560"/>
                  </a:lnTo>
                  <a:lnTo>
                    <a:pt x="527453" y="1751698"/>
                  </a:lnTo>
                  <a:lnTo>
                    <a:pt x="511813" y="1729499"/>
                  </a:lnTo>
                  <a:lnTo>
                    <a:pt x="502497" y="1716189"/>
                  </a:lnTo>
                  <a:lnTo>
                    <a:pt x="498646" y="1710701"/>
                  </a:lnTo>
                  <a:lnTo>
                    <a:pt x="479522" y="1683284"/>
                  </a:lnTo>
                  <a:lnTo>
                    <a:pt x="479352" y="1683039"/>
                  </a:lnTo>
                  <a:lnTo>
                    <a:pt x="455780" y="1649163"/>
                  </a:lnTo>
                  <a:lnTo>
                    <a:pt x="448616" y="1638863"/>
                  </a:lnTo>
                  <a:lnTo>
                    <a:pt x="450438" y="1630572"/>
                  </a:lnTo>
                  <a:lnTo>
                    <a:pt x="451651" y="1625056"/>
                  </a:lnTo>
                  <a:lnTo>
                    <a:pt x="453074" y="1618595"/>
                  </a:lnTo>
                  <a:lnTo>
                    <a:pt x="456455" y="1603261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h104"/>
            <p:cNvSpPr/>
            <p:nvPr/>
          </p:nvSpPr>
          <p:spPr>
            <a:xfrm>
              <a:off x="5995888" y="1278652"/>
              <a:ext cx="604829" cy="1613846"/>
            </a:xfrm>
            <a:custGeom>
              <a:avLst/>
              <a:pathLst>
                <a:path w="604829" h="1613846">
                  <a:moveTo>
                    <a:pt x="457200" y="1600200"/>
                  </a:moveTo>
                  <a:lnTo>
                    <a:pt x="457999" y="1595676"/>
                  </a:lnTo>
                  <a:lnTo>
                    <a:pt x="455623" y="1588906"/>
                  </a:lnTo>
                  <a:lnTo>
                    <a:pt x="458452" y="1586193"/>
                  </a:lnTo>
                  <a:lnTo>
                    <a:pt x="460976" y="1580369"/>
                  </a:lnTo>
                  <a:lnTo>
                    <a:pt x="457895" y="1576153"/>
                  </a:lnTo>
                  <a:lnTo>
                    <a:pt x="458446" y="1570281"/>
                  </a:lnTo>
                  <a:lnTo>
                    <a:pt x="454315" y="1562822"/>
                  </a:lnTo>
                  <a:lnTo>
                    <a:pt x="454118" y="1561859"/>
                  </a:lnTo>
                  <a:lnTo>
                    <a:pt x="452736" y="1555126"/>
                  </a:lnTo>
                  <a:lnTo>
                    <a:pt x="452599" y="1552819"/>
                  </a:lnTo>
                  <a:lnTo>
                    <a:pt x="452359" y="1548814"/>
                  </a:lnTo>
                  <a:lnTo>
                    <a:pt x="451625" y="1541458"/>
                  </a:lnTo>
                  <a:lnTo>
                    <a:pt x="448978" y="1536743"/>
                  </a:lnTo>
                  <a:lnTo>
                    <a:pt x="446350" y="1520218"/>
                  </a:lnTo>
                  <a:lnTo>
                    <a:pt x="443151" y="1510573"/>
                  </a:lnTo>
                  <a:lnTo>
                    <a:pt x="445680" y="1505436"/>
                  </a:lnTo>
                  <a:lnTo>
                    <a:pt x="445905" y="1504980"/>
                  </a:lnTo>
                  <a:lnTo>
                    <a:pt x="445005" y="1490307"/>
                  </a:lnTo>
                  <a:lnTo>
                    <a:pt x="448592" y="1483713"/>
                  </a:lnTo>
                  <a:lnTo>
                    <a:pt x="448924" y="1481821"/>
                  </a:lnTo>
                  <a:lnTo>
                    <a:pt x="449804" y="1476790"/>
                  </a:lnTo>
                  <a:lnTo>
                    <a:pt x="448214" y="1468622"/>
                  </a:lnTo>
                  <a:lnTo>
                    <a:pt x="450346" y="1457656"/>
                  </a:lnTo>
                  <a:lnTo>
                    <a:pt x="447669" y="1452924"/>
                  </a:lnTo>
                  <a:lnTo>
                    <a:pt x="449297" y="1446604"/>
                  </a:lnTo>
                  <a:lnTo>
                    <a:pt x="449617" y="1437293"/>
                  </a:lnTo>
                  <a:lnTo>
                    <a:pt x="445830" y="1431060"/>
                  </a:lnTo>
                  <a:lnTo>
                    <a:pt x="444163" y="1428315"/>
                  </a:lnTo>
                  <a:lnTo>
                    <a:pt x="442166" y="1420730"/>
                  </a:lnTo>
                  <a:lnTo>
                    <a:pt x="440905" y="1415146"/>
                  </a:lnTo>
                  <a:lnTo>
                    <a:pt x="443141" y="1409907"/>
                  </a:lnTo>
                  <a:lnTo>
                    <a:pt x="447299" y="1406645"/>
                  </a:lnTo>
                  <a:lnTo>
                    <a:pt x="453012" y="1404581"/>
                  </a:lnTo>
                  <a:lnTo>
                    <a:pt x="455697" y="1402191"/>
                  </a:lnTo>
                  <a:lnTo>
                    <a:pt x="457038" y="1400995"/>
                  </a:lnTo>
                  <a:lnTo>
                    <a:pt x="458351" y="1394208"/>
                  </a:lnTo>
                  <a:lnTo>
                    <a:pt x="459456" y="1393290"/>
                  </a:lnTo>
                  <a:lnTo>
                    <a:pt x="464631" y="1388984"/>
                  </a:lnTo>
                  <a:lnTo>
                    <a:pt x="466232" y="1381976"/>
                  </a:lnTo>
                  <a:lnTo>
                    <a:pt x="470274" y="1376033"/>
                  </a:lnTo>
                  <a:lnTo>
                    <a:pt x="467636" y="1370820"/>
                  </a:lnTo>
                  <a:lnTo>
                    <a:pt x="469814" y="1365771"/>
                  </a:lnTo>
                  <a:lnTo>
                    <a:pt x="467183" y="1360253"/>
                  </a:lnTo>
                  <a:lnTo>
                    <a:pt x="462881" y="1356785"/>
                  </a:lnTo>
                  <a:lnTo>
                    <a:pt x="455915" y="1348376"/>
                  </a:lnTo>
                  <a:lnTo>
                    <a:pt x="458021" y="1339770"/>
                  </a:lnTo>
                  <a:lnTo>
                    <a:pt x="458668" y="1329352"/>
                  </a:lnTo>
                  <a:lnTo>
                    <a:pt x="459601" y="1324820"/>
                  </a:lnTo>
                  <a:lnTo>
                    <a:pt x="453811" y="1318355"/>
                  </a:lnTo>
                  <a:lnTo>
                    <a:pt x="454670" y="1312999"/>
                  </a:lnTo>
                  <a:lnTo>
                    <a:pt x="452454" y="1306255"/>
                  </a:lnTo>
                  <a:lnTo>
                    <a:pt x="454770" y="1300073"/>
                  </a:lnTo>
                  <a:lnTo>
                    <a:pt x="454494" y="1291888"/>
                  </a:lnTo>
                  <a:lnTo>
                    <a:pt x="454375" y="1288205"/>
                  </a:lnTo>
                  <a:lnTo>
                    <a:pt x="449943" y="1284374"/>
                  </a:lnTo>
                  <a:lnTo>
                    <a:pt x="454879" y="1278344"/>
                  </a:lnTo>
                  <a:lnTo>
                    <a:pt x="459675" y="1272183"/>
                  </a:lnTo>
                  <a:lnTo>
                    <a:pt x="464309" y="1274982"/>
                  </a:lnTo>
                  <a:lnTo>
                    <a:pt x="470480" y="1276278"/>
                  </a:lnTo>
                  <a:lnTo>
                    <a:pt x="473872" y="1274724"/>
                  </a:lnTo>
                  <a:lnTo>
                    <a:pt x="474567" y="1269154"/>
                  </a:lnTo>
                  <a:lnTo>
                    <a:pt x="475589" y="1265623"/>
                  </a:lnTo>
                  <a:lnTo>
                    <a:pt x="491117" y="1300922"/>
                  </a:lnTo>
                  <a:lnTo>
                    <a:pt x="504385" y="1331432"/>
                  </a:lnTo>
                  <a:lnTo>
                    <a:pt x="515841" y="1358974"/>
                  </a:lnTo>
                  <a:lnTo>
                    <a:pt x="525447" y="1382061"/>
                  </a:lnTo>
                  <a:lnTo>
                    <a:pt x="526268" y="1384037"/>
                  </a:lnTo>
                  <a:lnTo>
                    <a:pt x="527529" y="1387073"/>
                  </a:lnTo>
                  <a:lnTo>
                    <a:pt x="535354" y="1406477"/>
                  </a:lnTo>
                  <a:lnTo>
                    <a:pt x="547312" y="1436151"/>
                  </a:lnTo>
                  <a:lnTo>
                    <a:pt x="549538" y="1441545"/>
                  </a:lnTo>
                  <a:lnTo>
                    <a:pt x="553962" y="1452273"/>
                  </a:lnTo>
                  <a:lnTo>
                    <a:pt x="560382" y="1467461"/>
                  </a:lnTo>
                  <a:lnTo>
                    <a:pt x="562420" y="1470735"/>
                  </a:lnTo>
                  <a:lnTo>
                    <a:pt x="564485" y="1474051"/>
                  </a:lnTo>
                  <a:lnTo>
                    <a:pt x="566834" y="1484022"/>
                  </a:lnTo>
                  <a:lnTo>
                    <a:pt x="567780" y="1490818"/>
                  </a:lnTo>
                  <a:lnTo>
                    <a:pt x="575019" y="1494980"/>
                  </a:lnTo>
                  <a:lnTo>
                    <a:pt x="581654" y="1499811"/>
                  </a:lnTo>
                  <a:lnTo>
                    <a:pt x="588895" y="1504174"/>
                  </a:lnTo>
                  <a:lnTo>
                    <a:pt x="589546" y="1508998"/>
                  </a:lnTo>
                  <a:lnTo>
                    <a:pt x="591458" y="1515097"/>
                  </a:lnTo>
                  <a:lnTo>
                    <a:pt x="592424" y="1515516"/>
                  </a:lnTo>
                  <a:lnTo>
                    <a:pt x="599566" y="1518610"/>
                  </a:lnTo>
                  <a:lnTo>
                    <a:pt x="604829" y="1519306"/>
                  </a:lnTo>
                  <a:lnTo>
                    <a:pt x="604247" y="1525966"/>
                  </a:lnTo>
                  <a:lnTo>
                    <a:pt x="603353" y="1531288"/>
                  </a:lnTo>
                  <a:lnTo>
                    <a:pt x="602761" y="1538412"/>
                  </a:lnTo>
                  <a:lnTo>
                    <a:pt x="602865" y="1539443"/>
                  </a:lnTo>
                  <a:lnTo>
                    <a:pt x="603162" y="1542405"/>
                  </a:lnTo>
                  <a:lnTo>
                    <a:pt x="603439" y="1545174"/>
                  </a:lnTo>
                  <a:lnTo>
                    <a:pt x="599549" y="1546940"/>
                  </a:lnTo>
                  <a:lnTo>
                    <a:pt x="593395" y="1547360"/>
                  </a:lnTo>
                  <a:lnTo>
                    <a:pt x="591070" y="1550353"/>
                  </a:lnTo>
                  <a:lnTo>
                    <a:pt x="586064" y="1553596"/>
                  </a:lnTo>
                  <a:lnTo>
                    <a:pt x="585791" y="1557479"/>
                  </a:lnTo>
                  <a:lnTo>
                    <a:pt x="585548" y="1560911"/>
                  </a:lnTo>
                  <a:lnTo>
                    <a:pt x="580923" y="1561910"/>
                  </a:lnTo>
                  <a:lnTo>
                    <a:pt x="577969" y="1562546"/>
                  </a:lnTo>
                  <a:lnTo>
                    <a:pt x="575963" y="1566647"/>
                  </a:lnTo>
                  <a:lnTo>
                    <a:pt x="578581" y="1572810"/>
                  </a:lnTo>
                  <a:lnTo>
                    <a:pt x="573270" y="1574955"/>
                  </a:lnTo>
                  <a:lnTo>
                    <a:pt x="572417" y="1575299"/>
                  </a:lnTo>
                  <a:lnTo>
                    <a:pt x="570831" y="1581200"/>
                  </a:lnTo>
                  <a:lnTo>
                    <a:pt x="565920" y="1582890"/>
                  </a:lnTo>
                  <a:lnTo>
                    <a:pt x="541639" y="1591049"/>
                  </a:lnTo>
                  <a:lnTo>
                    <a:pt x="532278" y="1594193"/>
                  </a:lnTo>
                  <a:lnTo>
                    <a:pt x="519173" y="1598461"/>
                  </a:lnTo>
                  <a:lnTo>
                    <a:pt x="516579" y="1599302"/>
                  </a:lnTo>
                  <a:lnTo>
                    <a:pt x="500968" y="1604340"/>
                  </a:lnTo>
                  <a:lnTo>
                    <a:pt x="499812" y="1604712"/>
                  </a:lnTo>
                  <a:lnTo>
                    <a:pt x="486205" y="1609062"/>
                  </a:lnTo>
                  <a:lnTo>
                    <a:pt x="471128" y="1613846"/>
                  </a:lnTo>
                  <a:lnTo>
                    <a:pt x="468112" y="1610329"/>
                  </a:lnTo>
                  <a:lnTo>
                    <a:pt x="461089" y="1607018"/>
                  </a:lnTo>
                  <a:close/>
                </a:path>
              </a:pathLst>
            </a:custGeom>
            <a:solidFill>
              <a:srgbClr val="F4B6C2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h105"/>
            <p:cNvSpPr/>
            <p:nvPr/>
          </p:nvSpPr>
          <p:spPr>
            <a:xfrm>
              <a:off x="5854133" y="1754330"/>
              <a:ext cx="584248" cy="1667202"/>
            </a:xfrm>
            <a:custGeom>
              <a:avLst/>
              <a:pathLst>
                <a:path w="584248" h="1667202">
                  <a:moveTo>
                    <a:pt x="457200" y="1600200"/>
                  </a:moveTo>
                  <a:lnTo>
                    <a:pt x="458799" y="1597421"/>
                  </a:lnTo>
                  <a:lnTo>
                    <a:pt x="459750" y="1592020"/>
                  </a:lnTo>
                  <a:lnTo>
                    <a:pt x="461651" y="1587636"/>
                  </a:lnTo>
                  <a:lnTo>
                    <a:pt x="461529" y="1581004"/>
                  </a:lnTo>
                  <a:lnTo>
                    <a:pt x="464281" y="1575405"/>
                  </a:lnTo>
                  <a:lnTo>
                    <a:pt x="464597" y="1574945"/>
                  </a:lnTo>
                  <a:lnTo>
                    <a:pt x="469354" y="1568020"/>
                  </a:lnTo>
                  <a:lnTo>
                    <a:pt x="473625" y="1566327"/>
                  </a:lnTo>
                  <a:lnTo>
                    <a:pt x="476666" y="1564564"/>
                  </a:lnTo>
                  <a:lnTo>
                    <a:pt x="479717" y="1562793"/>
                  </a:lnTo>
                  <a:lnTo>
                    <a:pt x="480399" y="1561882"/>
                  </a:lnTo>
                  <a:lnTo>
                    <a:pt x="482406" y="1559198"/>
                  </a:lnTo>
                  <a:lnTo>
                    <a:pt x="485784" y="1556543"/>
                  </a:lnTo>
                  <a:lnTo>
                    <a:pt x="486374" y="1556079"/>
                  </a:lnTo>
                  <a:lnTo>
                    <a:pt x="485636" y="1553850"/>
                  </a:lnTo>
                  <a:lnTo>
                    <a:pt x="484517" y="1550471"/>
                  </a:lnTo>
                  <a:lnTo>
                    <a:pt x="484367" y="1550018"/>
                  </a:lnTo>
                  <a:lnTo>
                    <a:pt x="485204" y="1547346"/>
                  </a:lnTo>
                  <a:lnTo>
                    <a:pt x="489530" y="1542514"/>
                  </a:lnTo>
                  <a:lnTo>
                    <a:pt x="489659" y="1542371"/>
                  </a:lnTo>
                  <a:lnTo>
                    <a:pt x="494275" y="1535008"/>
                  </a:lnTo>
                  <a:lnTo>
                    <a:pt x="495457" y="1533445"/>
                  </a:lnTo>
                  <a:lnTo>
                    <a:pt x="498347" y="1529617"/>
                  </a:lnTo>
                  <a:lnTo>
                    <a:pt x="503991" y="1525997"/>
                  </a:lnTo>
                  <a:lnTo>
                    <a:pt x="505894" y="1519894"/>
                  </a:lnTo>
                  <a:lnTo>
                    <a:pt x="510761" y="1517642"/>
                  </a:lnTo>
                  <a:lnTo>
                    <a:pt x="514036" y="1513458"/>
                  </a:lnTo>
                  <a:lnTo>
                    <a:pt x="514161" y="1513297"/>
                  </a:lnTo>
                  <a:lnTo>
                    <a:pt x="510633" y="1510333"/>
                  </a:lnTo>
                  <a:lnTo>
                    <a:pt x="509045" y="1508999"/>
                  </a:lnTo>
                  <a:lnTo>
                    <a:pt x="501848" y="1505696"/>
                  </a:lnTo>
                  <a:lnTo>
                    <a:pt x="497642" y="1502315"/>
                  </a:lnTo>
                  <a:lnTo>
                    <a:pt x="492086" y="1499060"/>
                  </a:lnTo>
                  <a:lnTo>
                    <a:pt x="489000" y="1496856"/>
                  </a:lnTo>
                  <a:lnTo>
                    <a:pt x="486775" y="1495265"/>
                  </a:lnTo>
                  <a:lnTo>
                    <a:pt x="483146" y="1490830"/>
                  </a:lnTo>
                  <a:lnTo>
                    <a:pt x="478086" y="1491957"/>
                  </a:lnTo>
                  <a:lnTo>
                    <a:pt x="474837" y="1491330"/>
                  </a:lnTo>
                  <a:lnTo>
                    <a:pt x="472149" y="1487037"/>
                  </a:lnTo>
                  <a:lnTo>
                    <a:pt x="471957" y="1483646"/>
                  </a:lnTo>
                  <a:lnTo>
                    <a:pt x="468114" y="1476059"/>
                  </a:lnTo>
                  <a:lnTo>
                    <a:pt x="461943" y="1474405"/>
                  </a:lnTo>
                  <a:lnTo>
                    <a:pt x="457712" y="1476577"/>
                  </a:lnTo>
                  <a:lnTo>
                    <a:pt x="456755" y="1473826"/>
                  </a:lnTo>
                  <a:lnTo>
                    <a:pt x="456077" y="1471876"/>
                  </a:lnTo>
                  <a:lnTo>
                    <a:pt x="454885" y="1468449"/>
                  </a:lnTo>
                  <a:lnTo>
                    <a:pt x="451969" y="1459120"/>
                  </a:lnTo>
                  <a:lnTo>
                    <a:pt x="451589" y="1452877"/>
                  </a:lnTo>
                  <a:lnTo>
                    <a:pt x="456755" y="1447702"/>
                  </a:lnTo>
                  <a:lnTo>
                    <a:pt x="456229" y="1440220"/>
                  </a:lnTo>
                  <a:lnTo>
                    <a:pt x="457183" y="1435111"/>
                  </a:lnTo>
                  <a:lnTo>
                    <a:pt x="452849" y="1431091"/>
                  </a:lnTo>
                  <a:lnTo>
                    <a:pt x="449200" y="1427165"/>
                  </a:lnTo>
                  <a:lnTo>
                    <a:pt x="447796" y="1425652"/>
                  </a:lnTo>
                  <a:lnTo>
                    <a:pt x="451951" y="1419269"/>
                  </a:lnTo>
                  <a:lnTo>
                    <a:pt x="455302" y="1412590"/>
                  </a:lnTo>
                  <a:lnTo>
                    <a:pt x="456175" y="1408119"/>
                  </a:lnTo>
                  <a:lnTo>
                    <a:pt x="456530" y="1406294"/>
                  </a:lnTo>
                  <a:lnTo>
                    <a:pt x="456651" y="1405675"/>
                  </a:lnTo>
                  <a:lnTo>
                    <a:pt x="461596" y="1398126"/>
                  </a:lnTo>
                  <a:lnTo>
                    <a:pt x="462087" y="1391458"/>
                  </a:lnTo>
                  <a:lnTo>
                    <a:pt x="462312" y="1388390"/>
                  </a:lnTo>
                  <a:lnTo>
                    <a:pt x="464371" y="1378708"/>
                  </a:lnTo>
                  <a:lnTo>
                    <a:pt x="467625" y="1371830"/>
                  </a:lnTo>
                  <a:lnTo>
                    <a:pt x="472744" y="1367916"/>
                  </a:lnTo>
                  <a:lnTo>
                    <a:pt x="497615" y="1374231"/>
                  </a:lnTo>
                  <a:lnTo>
                    <a:pt x="507202" y="1376902"/>
                  </a:lnTo>
                  <a:lnTo>
                    <a:pt x="514093" y="1378814"/>
                  </a:lnTo>
                  <a:lnTo>
                    <a:pt x="521134" y="1380419"/>
                  </a:lnTo>
                  <a:lnTo>
                    <a:pt x="523513" y="1380942"/>
                  </a:lnTo>
                  <a:lnTo>
                    <a:pt x="541274" y="1384824"/>
                  </a:lnTo>
                  <a:lnTo>
                    <a:pt x="556536" y="1387920"/>
                  </a:lnTo>
                  <a:lnTo>
                    <a:pt x="557085" y="1393790"/>
                  </a:lnTo>
                  <a:lnTo>
                    <a:pt x="557160" y="1398126"/>
                  </a:lnTo>
                  <a:lnTo>
                    <a:pt x="557240" y="1402857"/>
                  </a:lnTo>
                  <a:lnTo>
                    <a:pt x="557257" y="1403905"/>
                  </a:lnTo>
                  <a:lnTo>
                    <a:pt x="557114" y="1405606"/>
                  </a:lnTo>
                  <a:lnTo>
                    <a:pt x="556944" y="1407617"/>
                  </a:lnTo>
                  <a:lnTo>
                    <a:pt x="556691" y="1410607"/>
                  </a:lnTo>
                  <a:lnTo>
                    <a:pt x="556635" y="1411263"/>
                  </a:lnTo>
                  <a:lnTo>
                    <a:pt x="556524" y="1411882"/>
                  </a:lnTo>
                  <a:lnTo>
                    <a:pt x="556045" y="1414525"/>
                  </a:lnTo>
                  <a:lnTo>
                    <a:pt x="554997" y="1420295"/>
                  </a:lnTo>
                  <a:lnTo>
                    <a:pt x="554913" y="1421818"/>
                  </a:lnTo>
                  <a:lnTo>
                    <a:pt x="554766" y="1424469"/>
                  </a:lnTo>
                  <a:lnTo>
                    <a:pt x="554501" y="1429214"/>
                  </a:lnTo>
                  <a:lnTo>
                    <a:pt x="553443" y="1432223"/>
                  </a:lnTo>
                  <a:lnTo>
                    <a:pt x="553268" y="1432720"/>
                  </a:lnTo>
                  <a:lnTo>
                    <a:pt x="552453" y="1435038"/>
                  </a:lnTo>
                  <a:lnTo>
                    <a:pt x="546162" y="1437852"/>
                  </a:lnTo>
                  <a:lnTo>
                    <a:pt x="545264" y="1438254"/>
                  </a:lnTo>
                  <a:lnTo>
                    <a:pt x="543142" y="1440733"/>
                  </a:lnTo>
                  <a:lnTo>
                    <a:pt x="542994" y="1440906"/>
                  </a:lnTo>
                  <a:lnTo>
                    <a:pt x="544281" y="1445534"/>
                  </a:lnTo>
                  <a:lnTo>
                    <a:pt x="544374" y="1450008"/>
                  </a:lnTo>
                  <a:lnTo>
                    <a:pt x="542002" y="1452582"/>
                  </a:lnTo>
                  <a:lnTo>
                    <a:pt x="542563" y="1458032"/>
                  </a:lnTo>
                  <a:lnTo>
                    <a:pt x="543840" y="1462598"/>
                  </a:lnTo>
                  <a:lnTo>
                    <a:pt x="547742" y="1463433"/>
                  </a:lnTo>
                  <a:lnTo>
                    <a:pt x="549677" y="1463847"/>
                  </a:lnTo>
                  <a:lnTo>
                    <a:pt x="553788" y="1461582"/>
                  </a:lnTo>
                  <a:lnTo>
                    <a:pt x="558264" y="1460601"/>
                  </a:lnTo>
                  <a:lnTo>
                    <a:pt x="564555" y="1461806"/>
                  </a:lnTo>
                  <a:lnTo>
                    <a:pt x="565146" y="1454685"/>
                  </a:lnTo>
                  <a:lnTo>
                    <a:pt x="566842" y="1453402"/>
                  </a:lnTo>
                  <a:lnTo>
                    <a:pt x="571242" y="1460958"/>
                  </a:lnTo>
                  <a:lnTo>
                    <a:pt x="573992" y="1468049"/>
                  </a:lnTo>
                  <a:lnTo>
                    <a:pt x="575627" y="1476583"/>
                  </a:lnTo>
                  <a:lnTo>
                    <a:pt x="576425" y="1487405"/>
                  </a:lnTo>
                  <a:lnTo>
                    <a:pt x="577111" y="1496807"/>
                  </a:lnTo>
                  <a:lnTo>
                    <a:pt x="577433" y="1499376"/>
                  </a:lnTo>
                  <a:lnTo>
                    <a:pt x="579385" y="1515052"/>
                  </a:lnTo>
                  <a:lnTo>
                    <a:pt x="580690" y="1523403"/>
                  </a:lnTo>
                  <a:lnTo>
                    <a:pt x="580724" y="1523622"/>
                  </a:lnTo>
                  <a:lnTo>
                    <a:pt x="583581" y="1537353"/>
                  </a:lnTo>
                  <a:lnTo>
                    <a:pt x="583674" y="1538130"/>
                  </a:lnTo>
                  <a:lnTo>
                    <a:pt x="584248" y="1542923"/>
                  </a:lnTo>
                  <a:lnTo>
                    <a:pt x="580997" y="1561311"/>
                  </a:lnTo>
                  <a:lnTo>
                    <a:pt x="576205" y="1578388"/>
                  </a:lnTo>
                  <a:lnTo>
                    <a:pt x="576323" y="1581769"/>
                  </a:lnTo>
                  <a:lnTo>
                    <a:pt x="576370" y="1583121"/>
                  </a:lnTo>
                  <a:lnTo>
                    <a:pt x="573224" y="1593310"/>
                  </a:lnTo>
                  <a:lnTo>
                    <a:pt x="570578" y="1599608"/>
                  </a:lnTo>
                  <a:lnTo>
                    <a:pt x="562389" y="1608463"/>
                  </a:lnTo>
                  <a:lnTo>
                    <a:pt x="561163" y="1610677"/>
                  </a:lnTo>
                  <a:lnTo>
                    <a:pt x="558562" y="1615367"/>
                  </a:lnTo>
                  <a:lnTo>
                    <a:pt x="554712" y="1624358"/>
                  </a:lnTo>
                  <a:lnTo>
                    <a:pt x="553604" y="1628956"/>
                  </a:lnTo>
                  <a:lnTo>
                    <a:pt x="551837" y="1637425"/>
                  </a:lnTo>
                  <a:lnTo>
                    <a:pt x="553207" y="1639206"/>
                  </a:lnTo>
                  <a:lnTo>
                    <a:pt x="549402" y="1650940"/>
                  </a:lnTo>
                  <a:lnTo>
                    <a:pt x="548058" y="1656255"/>
                  </a:lnTo>
                  <a:lnTo>
                    <a:pt x="544506" y="1663379"/>
                  </a:lnTo>
                  <a:lnTo>
                    <a:pt x="538613" y="1666815"/>
                  </a:lnTo>
                  <a:lnTo>
                    <a:pt x="535363" y="1667202"/>
                  </a:lnTo>
                  <a:lnTo>
                    <a:pt x="534067" y="1658690"/>
                  </a:lnTo>
                  <a:lnTo>
                    <a:pt x="535747" y="1646822"/>
                  </a:lnTo>
                  <a:lnTo>
                    <a:pt x="535380" y="1639546"/>
                  </a:lnTo>
                  <a:lnTo>
                    <a:pt x="532520" y="1636334"/>
                  </a:lnTo>
                  <a:lnTo>
                    <a:pt x="531551" y="1636412"/>
                  </a:lnTo>
                  <a:lnTo>
                    <a:pt x="523499" y="1637052"/>
                  </a:lnTo>
                  <a:lnTo>
                    <a:pt x="518062" y="1635621"/>
                  </a:lnTo>
                  <a:lnTo>
                    <a:pt x="514367" y="1637368"/>
                  </a:lnTo>
                  <a:lnTo>
                    <a:pt x="511203" y="1642167"/>
                  </a:lnTo>
                  <a:lnTo>
                    <a:pt x="507048" y="1638126"/>
                  </a:lnTo>
                  <a:lnTo>
                    <a:pt x="501472" y="1634598"/>
                  </a:lnTo>
                  <a:lnTo>
                    <a:pt x="497773" y="1632743"/>
                  </a:lnTo>
                  <a:lnTo>
                    <a:pt x="493818" y="1633127"/>
                  </a:lnTo>
                  <a:lnTo>
                    <a:pt x="488648" y="1629455"/>
                  </a:lnTo>
                  <a:lnTo>
                    <a:pt x="485494" y="1628423"/>
                  </a:lnTo>
                  <a:lnTo>
                    <a:pt x="480416" y="1625848"/>
                  </a:lnTo>
                  <a:lnTo>
                    <a:pt x="478470" y="1625217"/>
                  </a:lnTo>
                  <a:lnTo>
                    <a:pt x="475707" y="1624320"/>
                  </a:lnTo>
                  <a:lnTo>
                    <a:pt x="472363" y="1620549"/>
                  </a:lnTo>
                  <a:lnTo>
                    <a:pt x="465144" y="1619950"/>
                  </a:lnTo>
                  <a:lnTo>
                    <a:pt x="464603" y="1615189"/>
                  </a:lnTo>
                  <a:lnTo>
                    <a:pt x="463354" y="1610699"/>
                  </a:lnTo>
                  <a:lnTo>
                    <a:pt x="463230" y="1605131"/>
                  </a:lnTo>
                  <a:lnTo>
                    <a:pt x="459774" y="1603840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h106"/>
            <p:cNvSpPr/>
            <p:nvPr/>
          </p:nvSpPr>
          <p:spPr>
            <a:xfrm>
              <a:off x="2594564" y="3017658"/>
              <a:ext cx="1118555" cy="1666189"/>
            </a:xfrm>
            <a:custGeom>
              <a:avLst/>
              <a:pathLst>
                <a:path w="1118555" h="1666189">
                  <a:moveTo>
                    <a:pt x="457200" y="1600200"/>
                  </a:moveTo>
                  <a:lnTo>
                    <a:pt x="460574" y="1564813"/>
                  </a:lnTo>
                  <a:lnTo>
                    <a:pt x="464572" y="1522673"/>
                  </a:lnTo>
                  <a:lnTo>
                    <a:pt x="468677" y="1479394"/>
                  </a:lnTo>
                  <a:lnTo>
                    <a:pt x="473671" y="1426269"/>
                  </a:lnTo>
                  <a:lnTo>
                    <a:pt x="476009" y="1401519"/>
                  </a:lnTo>
                  <a:lnTo>
                    <a:pt x="480392" y="1356212"/>
                  </a:lnTo>
                  <a:lnTo>
                    <a:pt x="481560" y="1344175"/>
                  </a:lnTo>
                  <a:lnTo>
                    <a:pt x="489252" y="1264349"/>
                  </a:lnTo>
                  <a:lnTo>
                    <a:pt x="489934" y="1257331"/>
                  </a:lnTo>
                  <a:lnTo>
                    <a:pt x="494512" y="1210390"/>
                  </a:lnTo>
                  <a:lnTo>
                    <a:pt x="497051" y="1183770"/>
                  </a:lnTo>
                  <a:lnTo>
                    <a:pt x="499273" y="1160553"/>
                  </a:lnTo>
                  <a:lnTo>
                    <a:pt x="502354" y="1129624"/>
                  </a:lnTo>
                  <a:lnTo>
                    <a:pt x="505606" y="1096847"/>
                  </a:lnTo>
                  <a:lnTo>
                    <a:pt x="507118" y="1081676"/>
                  </a:lnTo>
                  <a:lnTo>
                    <a:pt x="508527" y="1067563"/>
                  </a:lnTo>
                  <a:lnTo>
                    <a:pt x="517861" y="974015"/>
                  </a:lnTo>
                  <a:lnTo>
                    <a:pt x="519421" y="958640"/>
                  </a:lnTo>
                  <a:lnTo>
                    <a:pt x="561408" y="963059"/>
                  </a:lnTo>
                  <a:lnTo>
                    <a:pt x="585236" y="965450"/>
                  </a:lnTo>
                  <a:lnTo>
                    <a:pt x="622693" y="969069"/>
                  </a:lnTo>
                  <a:lnTo>
                    <a:pt x="674044" y="973825"/>
                  </a:lnTo>
                  <a:lnTo>
                    <a:pt x="680066" y="974362"/>
                  </a:lnTo>
                  <a:lnTo>
                    <a:pt x="733907" y="978948"/>
                  </a:lnTo>
                  <a:lnTo>
                    <a:pt x="734577" y="979963"/>
                  </a:lnTo>
                  <a:lnTo>
                    <a:pt x="773594" y="982907"/>
                  </a:lnTo>
                  <a:lnTo>
                    <a:pt x="786793" y="983862"/>
                  </a:lnTo>
                  <a:lnTo>
                    <a:pt x="820202" y="986182"/>
                  </a:lnTo>
                  <a:lnTo>
                    <a:pt x="821079" y="986241"/>
                  </a:lnTo>
                  <a:lnTo>
                    <a:pt x="848758" y="988124"/>
                  </a:lnTo>
                  <a:lnTo>
                    <a:pt x="848956" y="988137"/>
                  </a:lnTo>
                  <a:lnTo>
                    <a:pt x="867068" y="989350"/>
                  </a:lnTo>
                  <a:lnTo>
                    <a:pt x="878441" y="990096"/>
                  </a:lnTo>
                  <a:lnTo>
                    <a:pt x="895113" y="991189"/>
                  </a:lnTo>
                  <a:lnTo>
                    <a:pt x="898169" y="991385"/>
                  </a:lnTo>
                  <a:lnTo>
                    <a:pt x="904666" y="991799"/>
                  </a:lnTo>
                  <a:lnTo>
                    <a:pt x="908065" y="992013"/>
                  </a:lnTo>
                  <a:lnTo>
                    <a:pt x="946649" y="994527"/>
                  </a:lnTo>
                  <a:lnTo>
                    <a:pt x="985700" y="996629"/>
                  </a:lnTo>
                  <a:lnTo>
                    <a:pt x="1018594" y="997962"/>
                  </a:lnTo>
                  <a:lnTo>
                    <a:pt x="1045889" y="998969"/>
                  </a:lnTo>
                  <a:lnTo>
                    <a:pt x="1110214" y="1001355"/>
                  </a:lnTo>
                  <a:lnTo>
                    <a:pt x="1118555" y="1001627"/>
                  </a:lnTo>
                  <a:lnTo>
                    <a:pt x="1118207" y="1012847"/>
                  </a:lnTo>
                  <a:lnTo>
                    <a:pt x="1117191" y="1041886"/>
                  </a:lnTo>
                  <a:lnTo>
                    <a:pt x="1116928" y="1050866"/>
                  </a:lnTo>
                  <a:lnTo>
                    <a:pt x="1116486" y="1063541"/>
                  </a:lnTo>
                  <a:lnTo>
                    <a:pt x="1112534" y="1063393"/>
                  </a:lnTo>
                  <a:lnTo>
                    <a:pt x="1110811" y="1118542"/>
                  </a:lnTo>
                  <a:lnTo>
                    <a:pt x="1109465" y="1157646"/>
                  </a:lnTo>
                  <a:lnTo>
                    <a:pt x="1108968" y="1172124"/>
                  </a:lnTo>
                  <a:lnTo>
                    <a:pt x="1107075" y="1226505"/>
                  </a:lnTo>
                  <a:lnTo>
                    <a:pt x="1106910" y="1231260"/>
                  </a:lnTo>
                  <a:lnTo>
                    <a:pt x="1106137" y="1254847"/>
                  </a:lnTo>
                  <a:lnTo>
                    <a:pt x="1105301" y="1280433"/>
                  </a:lnTo>
                  <a:lnTo>
                    <a:pt x="1104758" y="1296217"/>
                  </a:lnTo>
                  <a:lnTo>
                    <a:pt x="1103706" y="1325931"/>
                  </a:lnTo>
                  <a:lnTo>
                    <a:pt x="1103449" y="1334194"/>
                  </a:lnTo>
                  <a:lnTo>
                    <a:pt x="1103410" y="1335444"/>
                  </a:lnTo>
                  <a:lnTo>
                    <a:pt x="1102553" y="1363057"/>
                  </a:lnTo>
                  <a:lnTo>
                    <a:pt x="1101145" y="1394537"/>
                  </a:lnTo>
                  <a:lnTo>
                    <a:pt x="1099592" y="1425931"/>
                  </a:lnTo>
                  <a:lnTo>
                    <a:pt x="1098467" y="1448431"/>
                  </a:lnTo>
                  <a:lnTo>
                    <a:pt x="1097423" y="1469326"/>
                  </a:lnTo>
                  <a:lnTo>
                    <a:pt x="1096047" y="1501454"/>
                  </a:lnTo>
                  <a:lnTo>
                    <a:pt x="1095467" y="1515006"/>
                  </a:lnTo>
                  <a:lnTo>
                    <a:pt x="1094993" y="1530127"/>
                  </a:lnTo>
                  <a:lnTo>
                    <a:pt x="1094457" y="1547291"/>
                  </a:lnTo>
                  <a:lnTo>
                    <a:pt x="1094207" y="1555416"/>
                  </a:lnTo>
                  <a:lnTo>
                    <a:pt x="1092768" y="1601989"/>
                  </a:lnTo>
                  <a:lnTo>
                    <a:pt x="1092544" y="1609143"/>
                  </a:lnTo>
                  <a:lnTo>
                    <a:pt x="1092209" y="1619824"/>
                  </a:lnTo>
                  <a:lnTo>
                    <a:pt x="1064434" y="1618809"/>
                  </a:lnTo>
                  <a:lnTo>
                    <a:pt x="1022435" y="1617110"/>
                  </a:lnTo>
                  <a:lnTo>
                    <a:pt x="995174" y="1615903"/>
                  </a:lnTo>
                  <a:lnTo>
                    <a:pt x="990480" y="1615687"/>
                  </a:lnTo>
                  <a:lnTo>
                    <a:pt x="924930" y="1612322"/>
                  </a:lnTo>
                  <a:lnTo>
                    <a:pt x="903311" y="1611123"/>
                  </a:lnTo>
                  <a:lnTo>
                    <a:pt x="895836" y="1610697"/>
                  </a:lnTo>
                  <a:lnTo>
                    <a:pt x="870896" y="1609229"/>
                  </a:lnTo>
                  <a:lnTo>
                    <a:pt x="807793" y="1605004"/>
                  </a:lnTo>
                  <a:lnTo>
                    <a:pt x="781622" y="1603239"/>
                  </a:lnTo>
                  <a:lnTo>
                    <a:pt x="760185" y="1601736"/>
                  </a:lnTo>
                  <a:lnTo>
                    <a:pt x="741525" y="1600434"/>
                  </a:lnTo>
                  <a:lnTo>
                    <a:pt x="727060" y="1599398"/>
                  </a:lnTo>
                  <a:lnTo>
                    <a:pt x="716014" y="1598591"/>
                  </a:lnTo>
                  <a:lnTo>
                    <a:pt x="714540" y="1602100"/>
                  </a:lnTo>
                  <a:lnTo>
                    <a:pt x="714767" y="1609209"/>
                  </a:lnTo>
                  <a:lnTo>
                    <a:pt x="713096" y="1614348"/>
                  </a:lnTo>
                  <a:lnTo>
                    <a:pt x="718391" y="1621894"/>
                  </a:lnTo>
                  <a:lnTo>
                    <a:pt x="723764" y="1626116"/>
                  </a:lnTo>
                  <a:lnTo>
                    <a:pt x="723400" y="1625993"/>
                  </a:lnTo>
                  <a:lnTo>
                    <a:pt x="674476" y="1622161"/>
                  </a:lnTo>
                  <a:lnTo>
                    <a:pt x="642365" y="1619490"/>
                  </a:lnTo>
                  <a:lnTo>
                    <a:pt x="629084" y="1618353"/>
                  </a:lnTo>
                  <a:lnTo>
                    <a:pt x="545910" y="1610759"/>
                  </a:lnTo>
                  <a:lnTo>
                    <a:pt x="542968" y="1645710"/>
                  </a:lnTo>
                  <a:lnTo>
                    <a:pt x="541262" y="1666189"/>
                  </a:lnTo>
                  <a:lnTo>
                    <a:pt x="488221" y="1660980"/>
                  </a:lnTo>
                  <a:lnTo>
                    <a:pt x="471920" y="1659418"/>
                  </a:lnTo>
                  <a:lnTo>
                    <a:pt x="451850" y="1657296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h107"/>
            <p:cNvSpPr/>
            <p:nvPr/>
          </p:nvSpPr>
          <p:spPr>
            <a:xfrm>
              <a:off x="6106425" y="1451798"/>
              <a:ext cx="466935" cy="1605381"/>
            </a:xfrm>
            <a:custGeom>
              <a:avLst/>
              <a:pathLst>
                <a:path w="466935" h="1605381">
                  <a:moveTo>
                    <a:pt x="457200" y="1600200"/>
                  </a:moveTo>
                  <a:lnTo>
                    <a:pt x="464535" y="1595388"/>
                  </a:lnTo>
                  <a:lnTo>
                    <a:pt x="466935" y="1599709"/>
                  </a:lnTo>
                  <a:lnTo>
                    <a:pt x="457416" y="1605381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h108"/>
            <p:cNvSpPr/>
            <p:nvPr/>
          </p:nvSpPr>
          <p:spPr>
            <a:xfrm>
              <a:off x="5392463" y="1541156"/>
              <a:ext cx="1193534" cy="1671206"/>
            </a:xfrm>
            <a:custGeom>
              <a:avLst/>
              <a:pathLst>
                <a:path w="1193534" h="1671206">
                  <a:moveTo>
                    <a:pt x="457200" y="1600200"/>
                  </a:moveTo>
                  <a:lnTo>
                    <a:pt x="467450" y="1590490"/>
                  </a:lnTo>
                  <a:lnTo>
                    <a:pt x="480197" y="1576018"/>
                  </a:lnTo>
                  <a:lnTo>
                    <a:pt x="484825" y="1567657"/>
                  </a:lnTo>
                  <a:lnTo>
                    <a:pt x="492137" y="1559957"/>
                  </a:lnTo>
                  <a:lnTo>
                    <a:pt x="498999" y="1553669"/>
                  </a:lnTo>
                  <a:lnTo>
                    <a:pt x="503230" y="1550147"/>
                  </a:lnTo>
                  <a:lnTo>
                    <a:pt x="503315" y="1549514"/>
                  </a:lnTo>
                  <a:lnTo>
                    <a:pt x="504110" y="1543583"/>
                  </a:lnTo>
                  <a:lnTo>
                    <a:pt x="507315" y="1538667"/>
                  </a:lnTo>
                  <a:lnTo>
                    <a:pt x="507245" y="1532934"/>
                  </a:lnTo>
                  <a:lnTo>
                    <a:pt x="513111" y="1527896"/>
                  </a:lnTo>
                  <a:lnTo>
                    <a:pt x="518082" y="1522664"/>
                  </a:lnTo>
                  <a:lnTo>
                    <a:pt x="521331" y="1515876"/>
                  </a:lnTo>
                  <a:lnTo>
                    <a:pt x="520424" y="1514365"/>
                  </a:lnTo>
                  <a:lnTo>
                    <a:pt x="518985" y="1511968"/>
                  </a:lnTo>
                  <a:lnTo>
                    <a:pt x="516241" y="1507453"/>
                  </a:lnTo>
                  <a:lnTo>
                    <a:pt x="513027" y="1505811"/>
                  </a:lnTo>
                  <a:lnTo>
                    <a:pt x="511853" y="1500072"/>
                  </a:lnTo>
                  <a:lnTo>
                    <a:pt x="509598" y="1498126"/>
                  </a:lnTo>
                  <a:lnTo>
                    <a:pt x="506500" y="1498327"/>
                  </a:lnTo>
                  <a:lnTo>
                    <a:pt x="500271" y="1495193"/>
                  </a:lnTo>
                  <a:lnTo>
                    <a:pt x="499587" y="1487279"/>
                  </a:lnTo>
                  <a:lnTo>
                    <a:pt x="498074" y="1486507"/>
                  </a:lnTo>
                  <a:lnTo>
                    <a:pt x="492935" y="1486377"/>
                  </a:lnTo>
                  <a:lnTo>
                    <a:pt x="492714" y="1480353"/>
                  </a:lnTo>
                  <a:lnTo>
                    <a:pt x="492863" y="1479151"/>
                  </a:lnTo>
                  <a:lnTo>
                    <a:pt x="493187" y="1476540"/>
                  </a:lnTo>
                  <a:lnTo>
                    <a:pt x="490319" y="1468388"/>
                  </a:lnTo>
                  <a:lnTo>
                    <a:pt x="487530" y="1463895"/>
                  </a:lnTo>
                  <a:lnTo>
                    <a:pt x="506297" y="1451729"/>
                  </a:lnTo>
                  <a:lnTo>
                    <a:pt x="529449" y="1438703"/>
                  </a:lnTo>
                  <a:lnTo>
                    <a:pt x="536478" y="1436602"/>
                  </a:lnTo>
                  <a:lnTo>
                    <a:pt x="548169" y="1433091"/>
                  </a:lnTo>
                  <a:lnTo>
                    <a:pt x="563990" y="1428394"/>
                  </a:lnTo>
                  <a:lnTo>
                    <a:pt x="577295" y="1426005"/>
                  </a:lnTo>
                  <a:lnTo>
                    <a:pt x="593384" y="1424292"/>
                  </a:lnTo>
                  <a:lnTo>
                    <a:pt x="598317" y="1423206"/>
                  </a:lnTo>
                  <a:lnTo>
                    <a:pt x="608859" y="1427785"/>
                  </a:lnTo>
                  <a:lnTo>
                    <a:pt x="619866" y="1430795"/>
                  </a:lnTo>
                  <a:lnTo>
                    <a:pt x="623698" y="1427790"/>
                  </a:lnTo>
                  <a:lnTo>
                    <a:pt x="633663" y="1421827"/>
                  </a:lnTo>
                  <a:lnTo>
                    <a:pt x="636451" y="1420155"/>
                  </a:lnTo>
                  <a:lnTo>
                    <a:pt x="643185" y="1418630"/>
                  </a:lnTo>
                  <a:lnTo>
                    <a:pt x="654414" y="1414273"/>
                  </a:lnTo>
                  <a:lnTo>
                    <a:pt x="666144" y="1412682"/>
                  </a:lnTo>
                  <a:lnTo>
                    <a:pt x="670256" y="1411569"/>
                  </a:lnTo>
                  <a:lnTo>
                    <a:pt x="678556" y="1404572"/>
                  </a:lnTo>
                  <a:lnTo>
                    <a:pt x="684343" y="1401143"/>
                  </a:lnTo>
                  <a:lnTo>
                    <a:pt x="687715" y="1397633"/>
                  </a:lnTo>
                  <a:lnTo>
                    <a:pt x="690376" y="1394860"/>
                  </a:lnTo>
                  <a:lnTo>
                    <a:pt x="692917" y="1386168"/>
                  </a:lnTo>
                  <a:lnTo>
                    <a:pt x="693841" y="1384998"/>
                  </a:lnTo>
                  <a:lnTo>
                    <a:pt x="700729" y="1376248"/>
                  </a:lnTo>
                  <a:lnTo>
                    <a:pt x="707367" y="1367667"/>
                  </a:lnTo>
                  <a:lnTo>
                    <a:pt x="711368" y="1365859"/>
                  </a:lnTo>
                  <a:lnTo>
                    <a:pt x="716042" y="1366214"/>
                  </a:lnTo>
                  <a:lnTo>
                    <a:pt x="722598" y="1361986"/>
                  </a:lnTo>
                  <a:lnTo>
                    <a:pt x="723733" y="1355638"/>
                  </a:lnTo>
                  <a:lnTo>
                    <a:pt x="721657" y="1346457"/>
                  </a:lnTo>
                  <a:lnTo>
                    <a:pt x="720154" y="1342911"/>
                  </a:lnTo>
                  <a:lnTo>
                    <a:pt x="716548" y="1334403"/>
                  </a:lnTo>
                  <a:lnTo>
                    <a:pt x="713379" y="1328728"/>
                  </a:lnTo>
                  <a:lnTo>
                    <a:pt x="705766" y="1324107"/>
                  </a:lnTo>
                  <a:lnTo>
                    <a:pt x="699761" y="1323902"/>
                  </a:lnTo>
                  <a:lnTo>
                    <a:pt x="692539" y="1324748"/>
                  </a:lnTo>
                  <a:lnTo>
                    <a:pt x="693544" y="1318828"/>
                  </a:lnTo>
                  <a:lnTo>
                    <a:pt x="703137" y="1309767"/>
                  </a:lnTo>
                  <a:lnTo>
                    <a:pt x="698854" y="1304144"/>
                  </a:lnTo>
                  <a:lnTo>
                    <a:pt x="692887" y="1305142"/>
                  </a:lnTo>
                  <a:lnTo>
                    <a:pt x="692584" y="1299830"/>
                  </a:lnTo>
                  <a:lnTo>
                    <a:pt x="690846" y="1296715"/>
                  </a:lnTo>
                  <a:lnTo>
                    <a:pt x="690950" y="1292385"/>
                  </a:lnTo>
                  <a:lnTo>
                    <a:pt x="691603" y="1288028"/>
                  </a:lnTo>
                  <a:lnTo>
                    <a:pt x="694270" y="1282117"/>
                  </a:lnTo>
                  <a:lnTo>
                    <a:pt x="700610" y="1278760"/>
                  </a:lnTo>
                  <a:lnTo>
                    <a:pt x="703292" y="1274645"/>
                  </a:lnTo>
                  <a:lnTo>
                    <a:pt x="702017" y="1269629"/>
                  </a:lnTo>
                  <a:lnTo>
                    <a:pt x="706767" y="1265699"/>
                  </a:lnTo>
                  <a:lnTo>
                    <a:pt x="713132" y="1257423"/>
                  </a:lnTo>
                  <a:lnTo>
                    <a:pt x="717396" y="1255889"/>
                  </a:lnTo>
                  <a:lnTo>
                    <a:pt x="722760" y="1246851"/>
                  </a:lnTo>
                  <a:lnTo>
                    <a:pt x="724411" y="1244061"/>
                  </a:lnTo>
                  <a:lnTo>
                    <a:pt x="724820" y="1237458"/>
                  </a:lnTo>
                  <a:lnTo>
                    <a:pt x="726679" y="1231057"/>
                  </a:lnTo>
                  <a:lnTo>
                    <a:pt x="738020" y="1208669"/>
                  </a:lnTo>
                  <a:lnTo>
                    <a:pt x="746339" y="1193157"/>
                  </a:lnTo>
                  <a:lnTo>
                    <a:pt x="751965" y="1184757"/>
                  </a:lnTo>
                  <a:lnTo>
                    <a:pt x="756534" y="1176524"/>
                  </a:lnTo>
                  <a:lnTo>
                    <a:pt x="764259" y="1168411"/>
                  </a:lnTo>
                  <a:lnTo>
                    <a:pt x="769478" y="1162767"/>
                  </a:lnTo>
                  <a:lnTo>
                    <a:pt x="773460" y="1157744"/>
                  </a:lnTo>
                  <a:lnTo>
                    <a:pt x="773760" y="1155128"/>
                  </a:lnTo>
                  <a:lnTo>
                    <a:pt x="780542" y="1152135"/>
                  </a:lnTo>
                  <a:lnTo>
                    <a:pt x="785396" y="1146404"/>
                  </a:lnTo>
                  <a:lnTo>
                    <a:pt x="793750" y="1146849"/>
                  </a:lnTo>
                  <a:lnTo>
                    <a:pt x="795257" y="1146192"/>
                  </a:lnTo>
                  <a:lnTo>
                    <a:pt x="801743" y="1143358"/>
                  </a:lnTo>
                  <a:lnTo>
                    <a:pt x="804437" y="1142178"/>
                  </a:lnTo>
                  <a:lnTo>
                    <a:pt x="818905" y="1137771"/>
                  </a:lnTo>
                  <a:lnTo>
                    <a:pt x="835761" y="1132656"/>
                  </a:lnTo>
                  <a:lnTo>
                    <a:pt x="852558" y="1126284"/>
                  </a:lnTo>
                  <a:lnTo>
                    <a:pt x="864963" y="1121545"/>
                  </a:lnTo>
                  <a:lnTo>
                    <a:pt x="884152" y="1114653"/>
                  </a:lnTo>
                  <a:lnTo>
                    <a:pt x="908161" y="1105327"/>
                  </a:lnTo>
                  <a:lnTo>
                    <a:pt x="909664" y="1110184"/>
                  </a:lnTo>
                  <a:lnTo>
                    <a:pt x="912273" y="1116310"/>
                  </a:lnTo>
                  <a:lnTo>
                    <a:pt x="911372" y="1124709"/>
                  </a:lnTo>
                  <a:lnTo>
                    <a:pt x="913769" y="1127950"/>
                  </a:lnTo>
                  <a:lnTo>
                    <a:pt x="917317" y="1129945"/>
                  </a:lnTo>
                  <a:lnTo>
                    <a:pt x="917472" y="1136712"/>
                  </a:lnTo>
                  <a:lnTo>
                    <a:pt x="918869" y="1142985"/>
                  </a:lnTo>
                  <a:lnTo>
                    <a:pt x="920107" y="1153306"/>
                  </a:lnTo>
                  <a:lnTo>
                    <a:pt x="924075" y="1158863"/>
                  </a:lnTo>
                  <a:lnTo>
                    <a:pt x="924535" y="1159236"/>
                  </a:lnTo>
                  <a:lnTo>
                    <a:pt x="926529" y="1160857"/>
                  </a:lnTo>
                  <a:lnTo>
                    <a:pt x="930996" y="1164484"/>
                  </a:lnTo>
                  <a:lnTo>
                    <a:pt x="935275" y="1171879"/>
                  </a:lnTo>
                  <a:lnTo>
                    <a:pt x="935343" y="1179572"/>
                  </a:lnTo>
                  <a:lnTo>
                    <a:pt x="935247" y="1183043"/>
                  </a:lnTo>
                  <a:lnTo>
                    <a:pt x="937992" y="1188330"/>
                  </a:lnTo>
                  <a:lnTo>
                    <a:pt x="940422" y="1193680"/>
                  </a:lnTo>
                  <a:lnTo>
                    <a:pt x="940723" y="1194342"/>
                  </a:lnTo>
                  <a:lnTo>
                    <a:pt x="939061" y="1198574"/>
                  </a:lnTo>
                  <a:lnTo>
                    <a:pt x="937820" y="1207460"/>
                  </a:lnTo>
                  <a:lnTo>
                    <a:pt x="938777" y="1216116"/>
                  </a:lnTo>
                  <a:lnTo>
                    <a:pt x="939332" y="1223494"/>
                  </a:lnTo>
                  <a:lnTo>
                    <a:pt x="943149" y="1226310"/>
                  </a:lnTo>
                  <a:lnTo>
                    <a:pt x="944141" y="1230746"/>
                  </a:lnTo>
                  <a:lnTo>
                    <a:pt x="946256" y="1236099"/>
                  </a:lnTo>
                  <a:lnTo>
                    <a:pt x="951237" y="1241605"/>
                  </a:lnTo>
                  <a:lnTo>
                    <a:pt x="952197" y="1249022"/>
                  </a:lnTo>
                  <a:lnTo>
                    <a:pt x="953215" y="1249895"/>
                  </a:lnTo>
                  <a:lnTo>
                    <a:pt x="957380" y="1253469"/>
                  </a:lnTo>
                  <a:lnTo>
                    <a:pt x="957196" y="1255828"/>
                  </a:lnTo>
                  <a:lnTo>
                    <a:pt x="956614" y="1263226"/>
                  </a:lnTo>
                  <a:lnTo>
                    <a:pt x="956496" y="1268725"/>
                  </a:lnTo>
                  <a:lnTo>
                    <a:pt x="957979" y="1276124"/>
                  </a:lnTo>
                  <a:lnTo>
                    <a:pt x="961651" y="1278937"/>
                  </a:lnTo>
                  <a:lnTo>
                    <a:pt x="965068" y="1270051"/>
                  </a:lnTo>
                  <a:lnTo>
                    <a:pt x="969705" y="1273953"/>
                  </a:lnTo>
                  <a:lnTo>
                    <a:pt x="975888" y="1278405"/>
                  </a:lnTo>
                  <a:lnTo>
                    <a:pt x="981793" y="1299172"/>
                  </a:lnTo>
                  <a:lnTo>
                    <a:pt x="983527" y="1305090"/>
                  </a:lnTo>
                  <a:lnTo>
                    <a:pt x="993366" y="1338777"/>
                  </a:lnTo>
                  <a:lnTo>
                    <a:pt x="996675" y="1349918"/>
                  </a:lnTo>
                  <a:lnTo>
                    <a:pt x="1000472" y="1362726"/>
                  </a:lnTo>
                  <a:lnTo>
                    <a:pt x="1000619" y="1363224"/>
                  </a:lnTo>
                  <a:lnTo>
                    <a:pt x="1000818" y="1367348"/>
                  </a:lnTo>
                  <a:lnTo>
                    <a:pt x="1005240" y="1373267"/>
                  </a:lnTo>
                  <a:lnTo>
                    <a:pt x="1007045" y="1404044"/>
                  </a:lnTo>
                  <a:lnTo>
                    <a:pt x="1010200" y="1459304"/>
                  </a:lnTo>
                  <a:lnTo>
                    <a:pt x="1013051" y="1462641"/>
                  </a:lnTo>
                  <a:lnTo>
                    <a:pt x="1013417" y="1463069"/>
                  </a:lnTo>
                  <a:lnTo>
                    <a:pt x="1020630" y="1490611"/>
                  </a:lnTo>
                  <a:lnTo>
                    <a:pt x="1025571" y="1509785"/>
                  </a:lnTo>
                  <a:lnTo>
                    <a:pt x="1026372" y="1512902"/>
                  </a:lnTo>
                  <a:lnTo>
                    <a:pt x="1027040" y="1515522"/>
                  </a:lnTo>
                  <a:lnTo>
                    <a:pt x="1029921" y="1526836"/>
                  </a:lnTo>
                  <a:lnTo>
                    <a:pt x="1032592" y="1537353"/>
                  </a:lnTo>
                  <a:lnTo>
                    <a:pt x="1034522" y="1545236"/>
                  </a:lnTo>
                  <a:lnTo>
                    <a:pt x="1034830" y="1546497"/>
                  </a:lnTo>
                  <a:lnTo>
                    <a:pt x="1036957" y="1555207"/>
                  </a:lnTo>
                  <a:lnTo>
                    <a:pt x="1046093" y="1563067"/>
                  </a:lnTo>
                  <a:lnTo>
                    <a:pt x="1028896" y="1583778"/>
                  </a:lnTo>
                  <a:lnTo>
                    <a:pt x="1031807" y="1586296"/>
                  </a:lnTo>
                  <a:lnTo>
                    <a:pt x="1038033" y="1591675"/>
                  </a:lnTo>
                  <a:lnTo>
                    <a:pt x="1038574" y="1593326"/>
                  </a:lnTo>
                  <a:lnTo>
                    <a:pt x="1039468" y="1595525"/>
                  </a:lnTo>
                  <a:lnTo>
                    <a:pt x="1037624" y="1602193"/>
                  </a:lnTo>
                  <a:lnTo>
                    <a:pt x="1033472" y="1607174"/>
                  </a:lnTo>
                  <a:lnTo>
                    <a:pt x="1033826" y="1611230"/>
                  </a:lnTo>
                  <a:lnTo>
                    <a:pt x="1036233" y="1611114"/>
                  </a:lnTo>
                  <a:lnTo>
                    <a:pt x="1038875" y="1610986"/>
                  </a:lnTo>
                  <a:lnTo>
                    <a:pt x="1043790" y="1608250"/>
                  </a:lnTo>
                  <a:lnTo>
                    <a:pt x="1046281" y="1604794"/>
                  </a:lnTo>
                  <a:lnTo>
                    <a:pt x="1055854" y="1598850"/>
                  </a:lnTo>
                  <a:lnTo>
                    <a:pt x="1055890" y="1598172"/>
                  </a:lnTo>
                  <a:lnTo>
                    <a:pt x="1056057" y="1595033"/>
                  </a:lnTo>
                  <a:lnTo>
                    <a:pt x="1060775" y="1594950"/>
                  </a:lnTo>
                  <a:lnTo>
                    <a:pt x="1061268" y="1594346"/>
                  </a:lnTo>
                  <a:lnTo>
                    <a:pt x="1063841" y="1591192"/>
                  </a:lnTo>
                  <a:lnTo>
                    <a:pt x="1070228" y="1592417"/>
                  </a:lnTo>
                  <a:lnTo>
                    <a:pt x="1080133" y="1592263"/>
                  </a:lnTo>
                  <a:lnTo>
                    <a:pt x="1086261" y="1586986"/>
                  </a:lnTo>
                  <a:lnTo>
                    <a:pt x="1085598" y="1583632"/>
                  </a:lnTo>
                  <a:lnTo>
                    <a:pt x="1087982" y="1580665"/>
                  </a:lnTo>
                  <a:lnTo>
                    <a:pt x="1094399" y="1579429"/>
                  </a:lnTo>
                  <a:lnTo>
                    <a:pt x="1110156" y="1573721"/>
                  </a:lnTo>
                  <a:lnTo>
                    <a:pt x="1122973" y="1567652"/>
                  </a:lnTo>
                  <a:lnTo>
                    <a:pt x="1132924" y="1561504"/>
                  </a:lnTo>
                  <a:lnTo>
                    <a:pt x="1138187" y="1553533"/>
                  </a:lnTo>
                  <a:lnTo>
                    <a:pt x="1141640" y="1546593"/>
                  </a:lnTo>
                  <a:lnTo>
                    <a:pt x="1145587" y="1542221"/>
                  </a:lnTo>
                  <a:lnTo>
                    <a:pt x="1147433" y="1537334"/>
                  </a:lnTo>
                  <a:lnTo>
                    <a:pt x="1152280" y="1533470"/>
                  </a:lnTo>
                  <a:lnTo>
                    <a:pt x="1159633" y="1525789"/>
                  </a:lnTo>
                  <a:lnTo>
                    <a:pt x="1160864" y="1527379"/>
                  </a:lnTo>
                  <a:lnTo>
                    <a:pt x="1157251" y="1537703"/>
                  </a:lnTo>
                  <a:lnTo>
                    <a:pt x="1156498" y="1543717"/>
                  </a:lnTo>
                  <a:lnTo>
                    <a:pt x="1163306" y="1544915"/>
                  </a:lnTo>
                  <a:lnTo>
                    <a:pt x="1167556" y="1541704"/>
                  </a:lnTo>
                  <a:lnTo>
                    <a:pt x="1168216" y="1533180"/>
                  </a:lnTo>
                  <a:lnTo>
                    <a:pt x="1172461" y="1533467"/>
                  </a:lnTo>
                  <a:lnTo>
                    <a:pt x="1173372" y="1539493"/>
                  </a:lnTo>
                  <a:lnTo>
                    <a:pt x="1178533" y="1542109"/>
                  </a:lnTo>
                  <a:lnTo>
                    <a:pt x="1184521" y="1533148"/>
                  </a:lnTo>
                  <a:lnTo>
                    <a:pt x="1187641" y="1530770"/>
                  </a:lnTo>
                  <a:lnTo>
                    <a:pt x="1193534" y="1529950"/>
                  </a:lnTo>
                  <a:lnTo>
                    <a:pt x="1189121" y="1540190"/>
                  </a:lnTo>
                  <a:lnTo>
                    <a:pt x="1177054" y="1550889"/>
                  </a:lnTo>
                  <a:lnTo>
                    <a:pt x="1161711" y="1563858"/>
                  </a:lnTo>
                  <a:lnTo>
                    <a:pt x="1154673" y="1571248"/>
                  </a:lnTo>
                  <a:lnTo>
                    <a:pt x="1127047" y="1594671"/>
                  </a:lnTo>
                  <a:lnTo>
                    <a:pt x="1123210" y="1598093"/>
                  </a:lnTo>
                  <a:lnTo>
                    <a:pt x="1114453" y="1605883"/>
                  </a:lnTo>
                  <a:lnTo>
                    <a:pt x="1107900" y="1612640"/>
                  </a:lnTo>
                  <a:lnTo>
                    <a:pt x="1092524" y="1624445"/>
                  </a:lnTo>
                  <a:lnTo>
                    <a:pt x="1084272" y="1628627"/>
                  </a:lnTo>
                  <a:lnTo>
                    <a:pt x="1079922" y="1628824"/>
                  </a:lnTo>
                  <a:lnTo>
                    <a:pt x="1074169" y="1633086"/>
                  </a:lnTo>
                  <a:lnTo>
                    <a:pt x="1069353" y="1636647"/>
                  </a:lnTo>
                  <a:lnTo>
                    <a:pt x="1067572" y="1637962"/>
                  </a:lnTo>
                  <a:lnTo>
                    <a:pt x="1056164" y="1643236"/>
                  </a:lnTo>
                  <a:lnTo>
                    <a:pt x="1046212" y="1645732"/>
                  </a:lnTo>
                  <a:lnTo>
                    <a:pt x="1044007" y="1646283"/>
                  </a:lnTo>
                  <a:lnTo>
                    <a:pt x="1040080" y="1649538"/>
                  </a:lnTo>
                  <a:lnTo>
                    <a:pt x="1031129" y="1656937"/>
                  </a:lnTo>
                  <a:lnTo>
                    <a:pt x="1027516" y="1655765"/>
                  </a:lnTo>
                  <a:lnTo>
                    <a:pt x="1025606" y="1655145"/>
                  </a:lnTo>
                  <a:lnTo>
                    <a:pt x="1020904" y="1654243"/>
                  </a:lnTo>
                  <a:lnTo>
                    <a:pt x="1020757" y="1654215"/>
                  </a:lnTo>
                  <a:lnTo>
                    <a:pt x="1018746" y="1653828"/>
                  </a:lnTo>
                  <a:lnTo>
                    <a:pt x="1015702" y="1661445"/>
                  </a:lnTo>
                  <a:lnTo>
                    <a:pt x="1009279" y="1668313"/>
                  </a:lnTo>
                  <a:lnTo>
                    <a:pt x="1004232" y="1671206"/>
                  </a:lnTo>
                  <a:lnTo>
                    <a:pt x="1003672" y="1665756"/>
                  </a:lnTo>
                  <a:lnTo>
                    <a:pt x="1006044" y="1663182"/>
                  </a:lnTo>
                  <a:lnTo>
                    <a:pt x="1005933" y="1658646"/>
                  </a:lnTo>
                  <a:lnTo>
                    <a:pt x="1004663" y="1654080"/>
                  </a:lnTo>
                  <a:lnTo>
                    <a:pt x="1004811" y="1653907"/>
                  </a:lnTo>
                  <a:lnTo>
                    <a:pt x="1006934" y="1651428"/>
                  </a:lnTo>
                  <a:lnTo>
                    <a:pt x="1007832" y="1651026"/>
                  </a:lnTo>
                  <a:lnTo>
                    <a:pt x="1014122" y="1648212"/>
                  </a:lnTo>
                  <a:lnTo>
                    <a:pt x="1014938" y="1645894"/>
                  </a:lnTo>
                  <a:lnTo>
                    <a:pt x="1015113" y="1645397"/>
                  </a:lnTo>
                  <a:lnTo>
                    <a:pt x="1016175" y="1642315"/>
                  </a:lnTo>
                  <a:lnTo>
                    <a:pt x="1016436" y="1637643"/>
                  </a:lnTo>
                  <a:lnTo>
                    <a:pt x="1016583" y="1634992"/>
                  </a:lnTo>
                  <a:lnTo>
                    <a:pt x="1016667" y="1633469"/>
                  </a:lnTo>
                  <a:lnTo>
                    <a:pt x="1017715" y="1627699"/>
                  </a:lnTo>
                  <a:lnTo>
                    <a:pt x="1018193" y="1625056"/>
                  </a:lnTo>
                  <a:lnTo>
                    <a:pt x="1018305" y="1624437"/>
                  </a:lnTo>
                  <a:lnTo>
                    <a:pt x="1018370" y="1623674"/>
                  </a:lnTo>
                  <a:lnTo>
                    <a:pt x="1018614" y="1620791"/>
                  </a:lnTo>
                  <a:lnTo>
                    <a:pt x="1018784" y="1618780"/>
                  </a:lnTo>
                  <a:lnTo>
                    <a:pt x="1018927" y="1617079"/>
                  </a:lnTo>
                  <a:lnTo>
                    <a:pt x="1018909" y="1616031"/>
                  </a:lnTo>
                  <a:lnTo>
                    <a:pt x="1018830" y="1611300"/>
                  </a:lnTo>
                  <a:lnTo>
                    <a:pt x="1018755" y="1606964"/>
                  </a:lnTo>
                  <a:lnTo>
                    <a:pt x="1018206" y="1601094"/>
                  </a:lnTo>
                  <a:lnTo>
                    <a:pt x="1002943" y="1597998"/>
                  </a:lnTo>
                  <a:lnTo>
                    <a:pt x="985182" y="1594116"/>
                  </a:lnTo>
                  <a:lnTo>
                    <a:pt x="982802" y="1593592"/>
                  </a:lnTo>
                  <a:lnTo>
                    <a:pt x="975763" y="1591988"/>
                  </a:lnTo>
                  <a:lnTo>
                    <a:pt x="968871" y="1590076"/>
                  </a:lnTo>
                  <a:lnTo>
                    <a:pt x="959284" y="1587405"/>
                  </a:lnTo>
                  <a:lnTo>
                    <a:pt x="934414" y="1581090"/>
                  </a:lnTo>
                  <a:lnTo>
                    <a:pt x="928396" y="1574013"/>
                  </a:lnTo>
                  <a:lnTo>
                    <a:pt x="926454" y="1574403"/>
                  </a:lnTo>
                  <a:lnTo>
                    <a:pt x="922522" y="1575190"/>
                  </a:lnTo>
                  <a:lnTo>
                    <a:pt x="913675" y="1574872"/>
                  </a:lnTo>
                  <a:lnTo>
                    <a:pt x="904094" y="1572523"/>
                  </a:lnTo>
                  <a:lnTo>
                    <a:pt x="895852" y="1564797"/>
                  </a:lnTo>
                  <a:lnTo>
                    <a:pt x="894607" y="1561417"/>
                  </a:lnTo>
                  <a:lnTo>
                    <a:pt x="892954" y="1556924"/>
                  </a:lnTo>
                  <a:lnTo>
                    <a:pt x="888567" y="1543740"/>
                  </a:lnTo>
                  <a:lnTo>
                    <a:pt x="884928" y="1538359"/>
                  </a:lnTo>
                  <a:lnTo>
                    <a:pt x="880126" y="1534817"/>
                  </a:lnTo>
                  <a:lnTo>
                    <a:pt x="877011" y="1534620"/>
                  </a:lnTo>
                  <a:lnTo>
                    <a:pt x="872629" y="1534339"/>
                  </a:lnTo>
                  <a:lnTo>
                    <a:pt x="865453" y="1533634"/>
                  </a:lnTo>
                  <a:lnTo>
                    <a:pt x="860704" y="1526977"/>
                  </a:lnTo>
                  <a:lnTo>
                    <a:pt x="854750" y="1522847"/>
                  </a:lnTo>
                  <a:lnTo>
                    <a:pt x="853077" y="1523254"/>
                  </a:lnTo>
                  <a:lnTo>
                    <a:pt x="842650" y="1525787"/>
                  </a:lnTo>
                  <a:lnTo>
                    <a:pt x="842127" y="1525952"/>
                  </a:lnTo>
                  <a:lnTo>
                    <a:pt x="808310" y="1536556"/>
                  </a:lnTo>
                  <a:lnTo>
                    <a:pt x="787745" y="1542864"/>
                  </a:lnTo>
                  <a:lnTo>
                    <a:pt x="784273" y="1543922"/>
                  </a:lnTo>
                  <a:lnTo>
                    <a:pt x="756541" y="1552303"/>
                  </a:lnTo>
                  <a:lnTo>
                    <a:pt x="748087" y="1554676"/>
                  </a:lnTo>
                  <a:lnTo>
                    <a:pt x="715706" y="1564200"/>
                  </a:lnTo>
                  <a:lnTo>
                    <a:pt x="712290" y="1565195"/>
                  </a:lnTo>
                  <a:lnTo>
                    <a:pt x="708612" y="1566264"/>
                  </a:lnTo>
                  <a:lnTo>
                    <a:pt x="655675" y="1581760"/>
                  </a:lnTo>
                  <a:lnTo>
                    <a:pt x="643360" y="1585301"/>
                  </a:lnTo>
                  <a:lnTo>
                    <a:pt x="636129" y="1587370"/>
                  </a:lnTo>
                  <a:lnTo>
                    <a:pt x="618533" y="1592180"/>
                  </a:lnTo>
                  <a:lnTo>
                    <a:pt x="603076" y="1596509"/>
                  </a:lnTo>
                  <a:lnTo>
                    <a:pt x="597354" y="1598103"/>
                  </a:lnTo>
                  <a:lnTo>
                    <a:pt x="594087" y="1598988"/>
                  </a:lnTo>
                  <a:lnTo>
                    <a:pt x="568555" y="1605848"/>
                  </a:lnTo>
                  <a:lnTo>
                    <a:pt x="540054" y="1613605"/>
                  </a:lnTo>
                  <a:lnTo>
                    <a:pt x="534374" y="1615136"/>
                  </a:lnTo>
                  <a:lnTo>
                    <a:pt x="527448" y="1616986"/>
                  </a:lnTo>
                  <a:lnTo>
                    <a:pt x="490989" y="1626604"/>
                  </a:lnTo>
                  <a:lnTo>
                    <a:pt x="478694" y="1629742"/>
                  </a:lnTo>
                  <a:lnTo>
                    <a:pt x="465315" y="1633130"/>
                  </a:lnTo>
                  <a:lnTo>
                    <a:pt x="461309" y="1617051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h109"/>
            <p:cNvSpPr/>
            <p:nvPr/>
          </p:nvSpPr>
          <p:spPr>
            <a:xfrm>
              <a:off x="5144505" y="2498261"/>
              <a:ext cx="1317015" cy="1636503"/>
            </a:xfrm>
            <a:custGeom>
              <a:avLst/>
              <a:pathLst>
                <a:path w="1317015" h="1636503">
                  <a:moveTo>
                    <a:pt x="457200" y="1600200"/>
                  </a:moveTo>
                  <a:lnTo>
                    <a:pt x="457101" y="1597584"/>
                  </a:lnTo>
                  <a:lnTo>
                    <a:pt x="462142" y="1591251"/>
                  </a:lnTo>
                  <a:lnTo>
                    <a:pt x="467244" y="1593873"/>
                  </a:lnTo>
                  <a:lnTo>
                    <a:pt x="475175" y="1591508"/>
                  </a:lnTo>
                  <a:lnTo>
                    <a:pt x="481038" y="1584717"/>
                  </a:lnTo>
                  <a:lnTo>
                    <a:pt x="481518" y="1584162"/>
                  </a:lnTo>
                  <a:lnTo>
                    <a:pt x="478949" y="1577999"/>
                  </a:lnTo>
                  <a:lnTo>
                    <a:pt x="481486" y="1574560"/>
                  </a:lnTo>
                  <a:lnTo>
                    <a:pt x="479313" y="1570452"/>
                  </a:lnTo>
                  <a:lnTo>
                    <a:pt x="483179" y="1563986"/>
                  </a:lnTo>
                  <a:lnTo>
                    <a:pt x="484481" y="1563060"/>
                  </a:lnTo>
                  <a:lnTo>
                    <a:pt x="485000" y="1562691"/>
                  </a:lnTo>
                  <a:lnTo>
                    <a:pt x="488326" y="1560325"/>
                  </a:lnTo>
                  <a:lnTo>
                    <a:pt x="494122" y="1553414"/>
                  </a:lnTo>
                  <a:lnTo>
                    <a:pt x="500807" y="1546675"/>
                  </a:lnTo>
                  <a:lnTo>
                    <a:pt x="511468" y="1543857"/>
                  </a:lnTo>
                  <a:lnTo>
                    <a:pt x="512423" y="1543604"/>
                  </a:lnTo>
                  <a:lnTo>
                    <a:pt x="518926" y="1542487"/>
                  </a:lnTo>
                  <a:lnTo>
                    <a:pt x="527878" y="1541211"/>
                  </a:lnTo>
                  <a:lnTo>
                    <a:pt x="531540" y="1535413"/>
                  </a:lnTo>
                  <a:lnTo>
                    <a:pt x="534411" y="1533789"/>
                  </a:lnTo>
                  <a:lnTo>
                    <a:pt x="540666" y="1526278"/>
                  </a:lnTo>
                  <a:lnTo>
                    <a:pt x="545680" y="1525612"/>
                  </a:lnTo>
                  <a:lnTo>
                    <a:pt x="547868" y="1519414"/>
                  </a:lnTo>
                  <a:lnTo>
                    <a:pt x="548448" y="1517769"/>
                  </a:lnTo>
                  <a:lnTo>
                    <a:pt x="548501" y="1517617"/>
                  </a:lnTo>
                  <a:lnTo>
                    <a:pt x="553930" y="1515339"/>
                  </a:lnTo>
                  <a:lnTo>
                    <a:pt x="556702" y="1509965"/>
                  </a:lnTo>
                  <a:lnTo>
                    <a:pt x="562763" y="1507113"/>
                  </a:lnTo>
                  <a:lnTo>
                    <a:pt x="567298" y="1504705"/>
                  </a:lnTo>
                  <a:lnTo>
                    <a:pt x="574328" y="1503905"/>
                  </a:lnTo>
                  <a:lnTo>
                    <a:pt x="575195" y="1502095"/>
                  </a:lnTo>
                  <a:lnTo>
                    <a:pt x="577345" y="1497600"/>
                  </a:lnTo>
                  <a:lnTo>
                    <a:pt x="579975" y="1491046"/>
                  </a:lnTo>
                  <a:lnTo>
                    <a:pt x="577701" y="1484867"/>
                  </a:lnTo>
                  <a:lnTo>
                    <a:pt x="579200" y="1483675"/>
                  </a:lnTo>
                  <a:lnTo>
                    <a:pt x="582136" y="1481340"/>
                  </a:lnTo>
                  <a:lnTo>
                    <a:pt x="587063" y="1483294"/>
                  </a:lnTo>
                  <a:lnTo>
                    <a:pt x="589231" y="1479260"/>
                  </a:lnTo>
                  <a:lnTo>
                    <a:pt x="589089" y="1474159"/>
                  </a:lnTo>
                  <a:lnTo>
                    <a:pt x="593830" y="1469898"/>
                  </a:lnTo>
                  <a:lnTo>
                    <a:pt x="602298" y="1462532"/>
                  </a:lnTo>
                  <a:lnTo>
                    <a:pt x="605105" y="1465108"/>
                  </a:lnTo>
                  <a:lnTo>
                    <a:pt x="606366" y="1466265"/>
                  </a:lnTo>
                  <a:lnTo>
                    <a:pt x="606065" y="1472890"/>
                  </a:lnTo>
                  <a:lnTo>
                    <a:pt x="611754" y="1474300"/>
                  </a:lnTo>
                  <a:lnTo>
                    <a:pt x="615991" y="1469824"/>
                  </a:lnTo>
                  <a:lnTo>
                    <a:pt x="619679" y="1465921"/>
                  </a:lnTo>
                  <a:lnTo>
                    <a:pt x="622779" y="1456799"/>
                  </a:lnTo>
                  <a:lnTo>
                    <a:pt x="623265" y="1455366"/>
                  </a:lnTo>
                  <a:lnTo>
                    <a:pt x="628644" y="1450164"/>
                  </a:lnTo>
                  <a:lnTo>
                    <a:pt x="633027" y="1446891"/>
                  </a:lnTo>
                  <a:lnTo>
                    <a:pt x="636298" y="1446937"/>
                  </a:lnTo>
                  <a:lnTo>
                    <a:pt x="640118" y="1442773"/>
                  </a:lnTo>
                  <a:lnTo>
                    <a:pt x="640875" y="1441948"/>
                  </a:lnTo>
                  <a:lnTo>
                    <a:pt x="648312" y="1443239"/>
                  </a:lnTo>
                  <a:lnTo>
                    <a:pt x="650419" y="1446833"/>
                  </a:lnTo>
                  <a:lnTo>
                    <a:pt x="654990" y="1445672"/>
                  </a:lnTo>
                  <a:lnTo>
                    <a:pt x="659570" y="1442300"/>
                  </a:lnTo>
                  <a:lnTo>
                    <a:pt x="663759" y="1428146"/>
                  </a:lnTo>
                  <a:lnTo>
                    <a:pt x="665380" y="1423124"/>
                  </a:lnTo>
                  <a:lnTo>
                    <a:pt x="666382" y="1420016"/>
                  </a:lnTo>
                  <a:lnTo>
                    <a:pt x="667029" y="1418004"/>
                  </a:lnTo>
                  <a:lnTo>
                    <a:pt x="673227" y="1410852"/>
                  </a:lnTo>
                  <a:lnTo>
                    <a:pt x="679642" y="1410232"/>
                  </a:lnTo>
                  <a:lnTo>
                    <a:pt x="685847" y="1409175"/>
                  </a:lnTo>
                  <a:lnTo>
                    <a:pt x="682688" y="1403338"/>
                  </a:lnTo>
                  <a:lnTo>
                    <a:pt x="681234" y="1400650"/>
                  </a:lnTo>
                  <a:lnTo>
                    <a:pt x="683678" y="1393139"/>
                  </a:lnTo>
                  <a:lnTo>
                    <a:pt x="681516" y="1384824"/>
                  </a:lnTo>
                  <a:lnTo>
                    <a:pt x="682420" y="1378073"/>
                  </a:lnTo>
                  <a:lnTo>
                    <a:pt x="699880" y="1375206"/>
                  </a:lnTo>
                  <a:lnTo>
                    <a:pt x="714198" y="1372414"/>
                  </a:lnTo>
                  <a:lnTo>
                    <a:pt x="731429" y="1369018"/>
                  </a:lnTo>
                  <a:lnTo>
                    <a:pt x="742689" y="1367045"/>
                  </a:lnTo>
                  <a:lnTo>
                    <a:pt x="758352" y="1364074"/>
                  </a:lnTo>
                  <a:lnTo>
                    <a:pt x="764301" y="1362658"/>
                  </a:lnTo>
                  <a:lnTo>
                    <a:pt x="777402" y="1359523"/>
                  </a:lnTo>
                  <a:lnTo>
                    <a:pt x="786479" y="1357898"/>
                  </a:lnTo>
                  <a:lnTo>
                    <a:pt x="803310" y="1354857"/>
                  </a:lnTo>
                  <a:lnTo>
                    <a:pt x="804166" y="1354702"/>
                  </a:lnTo>
                  <a:lnTo>
                    <a:pt x="817522" y="1352287"/>
                  </a:lnTo>
                  <a:lnTo>
                    <a:pt x="840932" y="1346764"/>
                  </a:lnTo>
                  <a:lnTo>
                    <a:pt x="843466" y="1346162"/>
                  </a:lnTo>
                  <a:lnTo>
                    <a:pt x="873663" y="1338834"/>
                  </a:lnTo>
                  <a:lnTo>
                    <a:pt x="893093" y="1334054"/>
                  </a:lnTo>
                  <a:lnTo>
                    <a:pt x="893383" y="1333983"/>
                  </a:lnTo>
                  <a:lnTo>
                    <a:pt x="897294" y="1332983"/>
                  </a:lnTo>
                  <a:lnTo>
                    <a:pt x="909523" y="1329847"/>
                  </a:lnTo>
                  <a:lnTo>
                    <a:pt x="921526" y="1326748"/>
                  </a:lnTo>
                  <a:lnTo>
                    <a:pt x="929237" y="1324747"/>
                  </a:lnTo>
                  <a:lnTo>
                    <a:pt x="948123" y="1319811"/>
                  </a:lnTo>
                  <a:lnTo>
                    <a:pt x="962153" y="1316203"/>
                  </a:lnTo>
                  <a:lnTo>
                    <a:pt x="968134" y="1314657"/>
                  </a:lnTo>
                  <a:lnTo>
                    <a:pt x="989693" y="1309043"/>
                  </a:lnTo>
                  <a:lnTo>
                    <a:pt x="994743" y="1307653"/>
                  </a:lnTo>
                  <a:lnTo>
                    <a:pt x="1007539" y="1304114"/>
                  </a:lnTo>
                  <a:lnTo>
                    <a:pt x="1025808" y="1299022"/>
                  </a:lnTo>
                  <a:lnTo>
                    <a:pt x="1034111" y="1296724"/>
                  </a:lnTo>
                  <a:lnTo>
                    <a:pt x="1048128" y="1292823"/>
                  </a:lnTo>
                  <a:lnTo>
                    <a:pt x="1060821" y="1289266"/>
                  </a:lnTo>
                  <a:lnTo>
                    <a:pt x="1062485" y="1288798"/>
                  </a:lnTo>
                  <a:lnTo>
                    <a:pt x="1105600" y="1276732"/>
                  </a:lnTo>
                  <a:lnTo>
                    <a:pt x="1115989" y="1273785"/>
                  </a:lnTo>
                  <a:lnTo>
                    <a:pt x="1118459" y="1273087"/>
                  </a:lnTo>
                  <a:lnTo>
                    <a:pt x="1127315" y="1270579"/>
                  </a:lnTo>
                  <a:lnTo>
                    <a:pt x="1142198" y="1266334"/>
                  </a:lnTo>
                  <a:lnTo>
                    <a:pt x="1158968" y="1260873"/>
                  </a:lnTo>
                  <a:lnTo>
                    <a:pt x="1177691" y="1255464"/>
                  </a:lnTo>
                  <a:lnTo>
                    <a:pt x="1182502" y="1254067"/>
                  </a:lnTo>
                  <a:lnTo>
                    <a:pt x="1199482" y="1249107"/>
                  </a:lnTo>
                  <a:lnTo>
                    <a:pt x="1217641" y="1243732"/>
                  </a:lnTo>
                  <a:lnTo>
                    <a:pt x="1226731" y="1241024"/>
                  </a:lnTo>
                  <a:lnTo>
                    <a:pt x="1241900" y="1236451"/>
                  </a:lnTo>
                  <a:lnTo>
                    <a:pt x="1248406" y="1249624"/>
                  </a:lnTo>
                  <a:lnTo>
                    <a:pt x="1257130" y="1265874"/>
                  </a:lnTo>
                  <a:lnTo>
                    <a:pt x="1261489" y="1272169"/>
                  </a:lnTo>
                  <a:lnTo>
                    <a:pt x="1270353" y="1284958"/>
                  </a:lnTo>
                  <a:lnTo>
                    <a:pt x="1279113" y="1294487"/>
                  </a:lnTo>
                  <a:lnTo>
                    <a:pt x="1292748" y="1310879"/>
                  </a:lnTo>
                  <a:lnTo>
                    <a:pt x="1300701" y="1320771"/>
                  </a:lnTo>
                  <a:lnTo>
                    <a:pt x="1304229" y="1324998"/>
                  </a:lnTo>
                  <a:lnTo>
                    <a:pt x="1312145" y="1339824"/>
                  </a:lnTo>
                  <a:lnTo>
                    <a:pt x="1316140" y="1365384"/>
                  </a:lnTo>
                  <a:lnTo>
                    <a:pt x="1317015" y="1386775"/>
                  </a:lnTo>
                  <a:lnTo>
                    <a:pt x="1307351" y="1390427"/>
                  </a:lnTo>
                  <a:lnTo>
                    <a:pt x="1297437" y="1397933"/>
                  </a:lnTo>
                  <a:lnTo>
                    <a:pt x="1296710" y="1398482"/>
                  </a:lnTo>
                  <a:lnTo>
                    <a:pt x="1283727" y="1410643"/>
                  </a:lnTo>
                  <a:lnTo>
                    <a:pt x="1275853" y="1420509"/>
                  </a:lnTo>
                  <a:lnTo>
                    <a:pt x="1266142" y="1433017"/>
                  </a:lnTo>
                  <a:lnTo>
                    <a:pt x="1259416" y="1445717"/>
                  </a:lnTo>
                  <a:lnTo>
                    <a:pt x="1253571" y="1454346"/>
                  </a:lnTo>
                  <a:lnTo>
                    <a:pt x="1248217" y="1464715"/>
                  </a:lnTo>
                  <a:lnTo>
                    <a:pt x="1244183" y="1475004"/>
                  </a:lnTo>
                  <a:lnTo>
                    <a:pt x="1239717" y="1492651"/>
                  </a:lnTo>
                  <a:lnTo>
                    <a:pt x="1236745" y="1488356"/>
                  </a:lnTo>
                  <a:lnTo>
                    <a:pt x="1229031" y="1484827"/>
                  </a:lnTo>
                  <a:lnTo>
                    <a:pt x="1217702" y="1484946"/>
                  </a:lnTo>
                  <a:lnTo>
                    <a:pt x="1200581" y="1491630"/>
                  </a:lnTo>
                  <a:lnTo>
                    <a:pt x="1181682" y="1502771"/>
                  </a:lnTo>
                  <a:lnTo>
                    <a:pt x="1179496" y="1504055"/>
                  </a:lnTo>
                  <a:lnTo>
                    <a:pt x="1170640" y="1512420"/>
                  </a:lnTo>
                  <a:lnTo>
                    <a:pt x="1164183" y="1520945"/>
                  </a:lnTo>
                  <a:lnTo>
                    <a:pt x="1152283" y="1532557"/>
                  </a:lnTo>
                  <a:lnTo>
                    <a:pt x="1148138" y="1538095"/>
                  </a:lnTo>
                  <a:lnTo>
                    <a:pt x="1138619" y="1550774"/>
                  </a:lnTo>
                  <a:lnTo>
                    <a:pt x="1132900" y="1561295"/>
                  </a:lnTo>
                  <a:lnTo>
                    <a:pt x="1129210" y="1568063"/>
                  </a:lnTo>
                  <a:lnTo>
                    <a:pt x="1125173" y="1579882"/>
                  </a:lnTo>
                  <a:lnTo>
                    <a:pt x="1123195" y="1596475"/>
                  </a:lnTo>
                  <a:lnTo>
                    <a:pt x="1122127" y="1605349"/>
                  </a:lnTo>
                  <a:lnTo>
                    <a:pt x="1121682" y="1612073"/>
                  </a:lnTo>
                  <a:lnTo>
                    <a:pt x="1121091" y="1620907"/>
                  </a:lnTo>
                  <a:lnTo>
                    <a:pt x="1116305" y="1621498"/>
                  </a:lnTo>
                  <a:lnTo>
                    <a:pt x="1114274" y="1618226"/>
                  </a:lnTo>
                  <a:lnTo>
                    <a:pt x="1101839" y="1618472"/>
                  </a:lnTo>
                  <a:lnTo>
                    <a:pt x="1087994" y="1622128"/>
                  </a:lnTo>
                  <a:lnTo>
                    <a:pt x="1077562" y="1626226"/>
                  </a:lnTo>
                  <a:lnTo>
                    <a:pt x="1063341" y="1636503"/>
                  </a:lnTo>
                  <a:lnTo>
                    <a:pt x="1054092" y="1630625"/>
                  </a:lnTo>
                  <a:lnTo>
                    <a:pt x="1049792" y="1627944"/>
                  </a:lnTo>
                  <a:lnTo>
                    <a:pt x="1030022" y="1615574"/>
                  </a:lnTo>
                  <a:lnTo>
                    <a:pt x="998230" y="1595659"/>
                  </a:lnTo>
                  <a:lnTo>
                    <a:pt x="993674" y="1592729"/>
                  </a:lnTo>
                  <a:lnTo>
                    <a:pt x="963061" y="1572951"/>
                  </a:lnTo>
                  <a:lnTo>
                    <a:pt x="951919" y="1566083"/>
                  </a:lnTo>
                  <a:lnTo>
                    <a:pt x="950524" y="1565222"/>
                  </a:lnTo>
                  <a:lnTo>
                    <a:pt x="924707" y="1549223"/>
                  </a:lnTo>
                  <a:lnTo>
                    <a:pt x="922957" y="1549628"/>
                  </a:lnTo>
                  <a:lnTo>
                    <a:pt x="899973" y="1554914"/>
                  </a:lnTo>
                  <a:lnTo>
                    <a:pt x="899703" y="1554975"/>
                  </a:lnTo>
                  <a:lnTo>
                    <a:pt x="884834" y="1558357"/>
                  </a:lnTo>
                  <a:lnTo>
                    <a:pt x="860618" y="1563691"/>
                  </a:lnTo>
                  <a:lnTo>
                    <a:pt x="836657" y="1568894"/>
                  </a:lnTo>
                  <a:lnTo>
                    <a:pt x="813168" y="1573590"/>
                  </a:lnTo>
                  <a:lnTo>
                    <a:pt x="811808" y="1559601"/>
                  </a:lnTo>
                  <a:lnTo>
                    <a:pt x="804349" y="1552946"/>
                  </a:lnTo>
                  <a:lnTo>
                    <a:pt x="795990" y="1545473"/>
                  </a:lnTo>
                  <a:lnTo>
                    <a:pt x="792328" y="1542194"/>
                  </a:lnTo>
                  <a:lnTo>
                    <a:pt x="783371" y="1552276"/>
                  </a:lnTo>
                  <a:lnTo>
                    <a:pt x="781019" y="1549178"/>
                  </a:lnTo>
                  <a:lnTo>
                    <a:pt x="781882" y="1542673"/>
                  </a:lnTo>
                  <a:lnTo>
                    <a:pt x="780724" y="1539846"/>
                  </a:lnTo>
                  <a:lnTo>
                    <a:pt x="780606" y="1539556"/>
                  </a:lnTo>
                  <a:lnTo>
                    <a:pt x="752081" y="1544411"/>
                  </a:lnTo>
                  <a:lnTo>
                    <a:pt x="748128" y="1545076"/>
                  </a:lnTo>
                  <a:lnTo>
                    <a:pt x="735455" y="1547194"/>
                  </a:lnTo>
                  <a:lnTo>
                    <a:pt x="708106" y="1552037"/>
                  </a:lnTo>
                  <a:lnTo>
                    <a:pt x="697488" y="1553891"/>
                  </a:lnTo>
                  <a:lnTo>
                    <a:pt x="688000" y="1555537"/>
                  </a:lnTo>
                  <a:lnTo>
                    <a:pt x="680974" y="1556748"/>
                  </a:lnTo>
                  <a:lnTo>
                    <a:pt x="674379" y="1557999"/>
                  </a:lnTo>
                  <a:lnTo>
                    <a:pt x="663404" y="1560069"/>
                  </a:lnTo>
                  <a:lnTo>
                    <a:pt x="655494" y="1561551"/>
                  </a:lnTo>
                  <a:lnTo>
                    <a:pt x="653682" y="1561791"/>
                  </a:lnTo>
                  <a:lnTo>
                    <a:pt x="649672" y="1562320"/>
                  </a:lnTo>
                  <a:lnTo>
                    <a:pt x="643818" y="1563089"/>
                  </a:lnTo>
                  <a:lnTo>
                    <a:pt x="640007" y="1567087"/>
                  </a:lnTo>
                  <a:lnTo>
                    <a:pt x="632875" y="1571371"/>
                  </a:lnTo>
                  <a:lnTo>
                    <a:pt x="628602" y="1573436"/>
                  </a:lnTo>
                  <a:lnTo>
                    <a:pt x="618345" y="1578378"/>
                  </a:lnTo>
                  <a:lnTo>
                    <a:pt x="613382" y="1585186"/>
                  </a:lnTo>
                  <a:lnTo>
                    <a:pt x="611792" y="1585175"/>
                  </a:lnTo>
                  <a:lnTo>
                    <a:pt x="609569" y="1585159"/>
                  </a:lnTo>
                  <a:lnTo>
                    <a:pt x="598872" y="1591136"/>
                  </a:lnTo>
                  <a:lnTo>
                    <a:pt x="588491" y="1596965"/>
                  </a:lnTo>
                  <a:lnTo>
                    <a:pt x="579097" y="1602222"/>
                  </a:lnTo>
                  <a:lnTo>
                    <a:pt x="557849" y="1607133"/>
                  </a:lnTo>
                  <a:lnTo>
                    <a:pt x="541984" y="1610943"/>
                  </a:lnTo>
                  <a:lnTo>
                    <a:pt x="535412" y="1612512"/>
                  </a:lnTo>
                  <a:lnTo>
                    <a:pt x="528391" y="1614182"/>
                  </a:lnTo>
                  <a:lnTo>
                    <a:pt x="496741" y="1620255"/>
                  </a:lnTo>
                  <a:lnTo>
                    <a:pt x="489872" y="1621560"/>
                  </a:lnTo>
                  <a:lnTo>
                    <a:pt x="477458" y="1623904"/>
                  </a:lnTo>
                  <a:lnTo>
                    <a:pt x="458204" y="1627501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h110"/>
            <p:cNvSpPr/>
            <p:nvPr/>
          </p:nvSpPr>
          <p:spPr>
            <a:xfrm>
              <a:off x="3224419" y="925727"/>
              <a:ext cx="1084169" cy="1988587"/>
            </a:xfrm>
            <a:custGeom>
              <a:avLst/>
              <a:pathLst>
                <a:path w="1084169" h="1988587">
                  <a:moveTo>
                    <a:pt x="457200" y="1600200"/>
                  </a:moveTo>
                  <a:lnTo>
                    <a:pt x="512041" y="1602874"/>
                  </a:lnTo>
                  <a:lnTo>
                    <a:pt x="547616" y="1604236"/>
                  </a:lnTo>
                  <a:lnTo>
                    <a:pt x="554830" y="1604488"/>
                  </a:lnTo>
                  <a:lnTo>
                    <a:pt x="606469" y="1606241"/>
                  </a:lnTo>
                  <a:lnTo>
                    <a:pt x="622433" y="1606641"/>
                  </a:lnTo>
                  <a:lnTo>
                    <a:pt x="654710" y="1607329"/>
                  </a:lnTo>
                  <a:lnTo>
                    <a:pt x="665222" y="1607538"/>
                  </a:lnTo>
                  <a:lnTo>
                    <a:pt x="695491" y="1608045"/>
                  </a:lnTo>
                  <a:lnTo>
                    <a:pt x="752081" y="1608558"/>
                  </a:lnTo>
                  <a:lnTo>
                    <a:pt x="772399" y="1608657"/>
                  </a:lnTo>
                  <a:lnTo>
                    <a:pt x="794329" y="1608693"/>
                  </a:lnTo>
                  <a:lnTo>
                    <a:pt x="825980" y="1608554"/>
                  </a:lnTo>
                  <a:lnTo>
                    <a:pt x="838192" y="1608459"/>
                  </a:lnTo>
                  <a:lnTo>
                    <a:pt x="868882" y="1608068"/>
                  </a:lnTo>
                  <a:lnTo>
                    <a:pt x="879549" y="1607898"/>
                  </a:lnTo>
                  <a:lnTo>
                    <a:pt x="954497" y="1606363"/>
                  </a:lnTo>
                  <a:lnTo>
                    <a:pt x="968706" y="1605974"/>
                  </a:lnTo>
                  <a:lnTo>
                    <a:pt x="1013275" y="1604561"/>
                  </a:lnTo>
                  <a:lnTo>
                    <a:pt x="1013616" y="1611363"/>
                  </a:lnTo>
                  <a:lnTo>
                    <a:pt x="1017275" y="1620963"/>
                  </a:lnTo>
                  <a:lnTo>
                    <a:pt x="1020552" y="1632654"/>
                  </a:lnTo>
                  <a:lnTo>
                    <a:pt x="1023391" y="1639887"/>
                  </a:lnTo>
                  <a:lnTo>
                    <a:pt x="1025345" y="1645493"/>
                  </a:lnTo>
                  <a:lnTo>
                    <a:pt x="1022211" y="1656072"/>
                  </a:lnTo>
                  <a:lnTo>
                    <a:pt x="1021998" y="1661032"/>
                  </a:lnTo>
                  <a:lnTo>
                    <a:pt x="1021981" y="1661424"/>
                  </a:lnTo>
                  <a:lnTo>
                    <a:pt x="1021936" y="1662475"/>
                  </a:lnTo>
                  <a:lnTo>
                    <a:pt x="1023221" y="1675081"/>
                  </a:lnTo>
                  <a:lnTo>
                    <a:pt x="1023719" y="1685747"/>
                  </a:lnTo>
                  <a:lnTo>
                    <a:pt x="1024809" y="1696495"/>
                  </a:lnTo>
                  <a:lnTo>
                    <a:pt x="1024079" y="1704492"/>
                  </a:lnTo>
                  <a:lnTo>
                    <a:pt x="1023846" y="1707046"/>
                  </a:lnTo>
                  <a:lnTo>
                    <a:pt x="1023792" y="1707628"/>
                  </a:lnTo>
                  <a:lnTo>
                    <a:pt x="1027556" y="1717090"/>
                  </a:lnTo>
                  <a:lnTo>
                    <a:pt x="1030899" y="1725061"/>
                  </a:lnTo>
                  <a:lnTo>
                    <a:pt x="1033965" y="1736509"/>
                  </a:lnTo>
                  <a:lnTo>
                    <a:pt x="1037801" y="1747418"/>
                  </a:lnTo>
                  <a:lnTo>
                    <a:pt x="1043943" y="1759558"/>
                  </a:lnTo>
                  <a:lnTo>
                    <a:pt x="1047225" y="1768479"/>
                  </a:lnTo>
                  <a:lnTo>
                    <a:pt x="1048269" y="1771311"/>
                  </a:lnTo>
                  <a:lnTo>
                    <a:pt x="1051021" y="1780781"/>
                  </a:lnTo>
                  <a:lnTo>
                    <a:pt x="1051226" y="1789831"/>
                  </a:lnTo>
                  <a:lnTo>
                    <a:pt x="1051390" y="1797126"/>
                  </a:lnTo>
                  <a:lnTo>
                    <a:pt x="1053656" y="1817368"/>
                  </a:lnTo>
                  <a:lnTo>
                    <a:pt x="1054205" y="1822196"/>
                  </a:lnTo>
                  <a:lnTo>
                    <a:pt x="1055439" y="1833022"/>
                  </a:lnTo>
                  <a:lnTo>
                    <a:pt x="1056419" y="1841613"/>
                  </a:lnTo>
                  <a:lnTo>
                    <a:pt x="1055554" y="1850483"/>
                  </a:lnTo>
                  <a:lnTo>
                    <a:pt x="1061937" y="1862368"/>
                  </a:lnTo>
                  <a:lnTo>
                    <a:pt x="1060511" y="1879208"/>
                  </a:lnTo>
                  <a:lnTo>
                    <a:pt x="1061105" y="1889728"/>
                  </a:lnTo>
                  <a:lnTo>
                    <a:pt x="1061073" y="1896685"/>
                  </a:lnTo>
                  <a:lnTo>
                    <a:pt x="1061141" y="1896823"/>
                  </a:lnTo>
                  <a:lnTo>
                    <a:pt x="1061513" y="1897574"/>
                  </a:lnTo>
                  <a:lnTo>
                    <a:pt x="1065363" y="1905333"/>
                  </a:lnTo>
                  <a:lnTo>
                    <a:pt x="1069052" y="1921437"/>
                  </a:lnTo>
                  <a:lnTo>
                    <a:pt x="1074741" y="1930754"/>
                  </a:lnTo>
                  <a:lnTo>
                    <a:pt x="1078910" y="1935424"/>
                  </a:lnTo>
                  <a:lnTo>
                    <a:pt x="1079900" y="1947786"/>
                  </a:lnTo>
                  <a:lnTo>
                    <a:pt x="1084164" y="1964507"/>
                  </a:lnTo>
                  <a:lnTo>
                    <a:pt x="1082929" y="1972284"/>
                  </a:lnTo>
                  <a:lnTo>
                    <a:pt x="1082822" y="1972954"/>
                  </a:lnTo>
                  <a:lnTo>
                    <a:pt x="1084169" y="1983010"/>
                  </a:lnTo>
                  <a:lnTo>
                    <a:pt x="1039405" y="1984700"/>
                  </a:lnTo>
                  <a:lnTo>
                    <a:pt x="1026781" y="1985168"/>
                  </a:lnTo>
                  <a:lnTo>
                    <a:pt x="999636" y="1986098"/>
                  </a:lnTo>
                  <a:lnTo>
                    <a:pt x="979384" y="1986669"/>
                  </a:lnTo>
                  <a:lnTo>
                    <a:pt x="961955" y="1987060"/>
                  </a:lnTo>
                  <a:lnTo>
                    <a:pt x="959422" y="1987113"/>
                  </a:lnTo>
                  <a:lnTo>
                    <a:pt x="954029" y="1987223"/>
                  </a:lnTo>
                  <a:lnTo>
                    <a:pt x="924307" y="1987831"/>
                  </a:lnTo>
                  <a:lnTo>
                    <a:pt x="906084" y="1987951"/>
                  </a:lnTo>
                  <a:lnTo>
                    <a:pt x="897529" y="1988035"/>
                  </a:lnTo>
                  <a:lnTo>
                    <a:pt x="873213" y="1988220"/>
                  </a:lnTo>
                  <a:lnTo>
                    <a:pt x="865685" y="1988279"/>
                  </a:lnTo>
                  <a:lnTo>
                    <a:pt x="843901" y="1988475"/>
                  </a:lnTo>
                  <a:lnTo>
                    <a:pt x="831346" y="1988558"/>
                  </a:lnTo>
                  <a:lnTo>
                    <a:pt x="820897" y="1988525"/>
                  </a:lnTo>
                  <a:lnTo>
                    <a:pt x="811658" y="1988587"/>
                  </a:lnTo>
                  <a:lnTo>
                    <a:pt x="797640" y="1988527"/>
                  </a:lnTo>
                  <a:lnTo>
                    <a:pt x="774153" y="1988421"/>
                  </a:lnTo>
                  <a:lnTo>
                    <a:pt x="761879" y="1988290"/>
                  </a:lnTo>
                  <a:lnTo>
                    <a:pt x="744145" y="1988157"/>
                  </a:lnTo>
                  <a:lnTo>
                    <a:pt x="743057" y="1988148"/>
                  </a:lnTo>
                  <a:lnTo>
                    <a:pt x="721441" y="1987963"/>
                  </a:lnTo>
                  <a:lnTo>
                    <a:pt x="691656" y="1987591"/>
                  </a:lnTo>
                  <a:lnTo>
                    <a:pt x="669326" y="1987236"/>
                  </a:lnTo>
                  <a:lnTo>
                    <a:pt x="652739" y="1986934"/>
                  </a:lnTo>
                  <a:lnTo>
                    <a:pt x="632237" y="1986471"/>
                  </a:lnTo>
                  <a:lnTo>
                    <a:pt x="614605" y="1986039"/>
                  </a:lnTo>
                  <a:lnTo>
                    <a:pt x="614437" y="1986035"/>
                  </a:lnTo>
                  <a:lnTo>
                    <a:pt x="606933" y="1985837"/>
                  </a:lnTo>
                  <a:lnTo>
                    <a:pt x="586146" y="1985243"/>
                  </a:lnTo>
                  <a:lnTo>
                    <a:pt x="566913" y="1984635"/>
                  </a:lnTo>
                  <a:lnTo>
                    <a:pt x="553622" y="1984195"/>
                  </a:lnTo>
                  <a:lnTo>
                    <a:pt x="538478" y="1983671"/>
                  </a:lnTo>
                  <a:lnTo>
                    <a:pt x="533141" y="1983475"/>
                  </a:lnTo>
                  <a:lnTo>
                    <a:pt x="528550" y="1983303"/>
                  </a:lnTo>
                  <a:lnTo>
                    <a:pt x="509286" y="1982549"/>
                  </a:lnTo>
                  <a:lnTo>
                    <a:pt x="490602" y="1981768"/>
                  </a:lnTo>
                  <a:lnTo>
                    <a:pt x="471103" y="1980916"/>
                  </a:lnTo>
                  <a:lnTo>
                    <a:pt x="437912" y="1979321"/>
                  </a:lnTo>
                  <a:lnTo>
                    <a:pt x="440017" y="1937761"/>
                  </a:lnTo>
                  <a:lnTo>
                    <a:pt x="440297" y="1932241"/>
                  </a:lnTo>
                  <a:lnTo>
                    <a:pt x="441504" y="1909247"/>
                  </a:lnTo>
                  <a:lnTo>
                    <a:pt x="441694" y="1905390"/>
                  </a:lnTo>
                  <a:lnTo>
                    <a:pt x="442309" y="1892895"/>
                  </a:lnTo>
                  <a:lnTo>
                    <a:pt x="442752" y="1883910"/>
                  </a:lnTo>
                  <a:lnTo>
                    <a:pt x="444151" y="1856601"/>
                  </a:lnTo>
                  <a:lnTo>
                    <a:pt x="445447" y="1832580"/>
                  </a:lnTo>
                  <a:lnTo>
                    <a:pt x="446697" y="1807417"/>
                  </a:lnTo>
                  <a:lnTo>
                    <a:pt x="446708" y="1807192"/>
                  </a:lnTo>
                  <a:lnTo>
                    <a:pt x="447153" y="1799112"/>
                  </a:lnTo>
                  <a:lnTo>
                    <a:pt x="448562" y="1773528"/>
                  </a:lnTo>
                  <a:lnTo>
                    <a:pt x="449973" y="1748710"/>
                  </a:lnTo>
                  <a:lnTo>
                    <a:pt x="450926" y="1727822"/>
                  </a:lnTo>
                  <a:lnTo>
                    <a:pt x="451071" y="1724770"/>
                  </a:lnTo>
                  <a:lnTo>
                    <a:pt x="452522" y="1694321"/>
                  </a:lnTo>
                  <a:lnTo>
                    <a:pt x="453389" y="1675965"/>
                  </a:lnTo>
                  <a:lnTo>
                    <a:pt x="454005" y="1662953"/>
                  </a:lnTo>
                  <a:lnTo>
                    <a:pt x="454869" y="1645608"/>
                  </a:lnTo>
                  <a:lnTo>
                    <a:pt x="456191" y="1619118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h111"/>
            <p:cNvSpPr/>
            <p:nvPr/>
          </p:nvSpPr>
          <p:spPr>
            <a:xfrm>
              <a:off x="5130953" y="1676378"/>
              <a:ext cx="465198" cy="1607786"/>
            </a:xfrm>
            <a:custGeom>
              <a:avLst/>
              <a:pathLst>
                <a:path w="465198" h="1607786">
                  <a:moveTo>
                    <a:pt x="457200" y="1600200"/>
                  </a:moveTo>
                  <a:lnTo>
                    <a:pt x="459866" y="1595912"/>
                  </a:lnTo>
                  <a:lnTo>
                    <a:pt x="464472" y="1598603"/>
                  </a:lnTo>
                  <a:lnTo>
                    <a:pt x="465198" y="1604955"/>
                  </a:lnTo>
                  <a:lnTo>
                    <a:pt x="460757" y="1607786"/>
                  </a:lnTo>
                  <a:close/>
                </a:path>
              </a:pathLst>
            </a:custGeom>
            <a:solidFill>
              <a:srgbClr val="F4B6C2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h112"/>
            <p:cNvSpPr/>
            <p:nvPr/>
          </p:nvSpPr>
          <p:spPr>
            <a:xfrm>
              <a:off x="5007524" y="2014718"/>
              <a:ext cx="822668" cy="1658223"/>
            </a:xfrm>
            <a:custGeom>
              <a:avLst/>
              <a:pathLst>
                <a:path w="822668" h="1658223">
                  <a:moveTo>
                    <a:pt x="457200" y="1600199"/>
                  </a:moveTo>
                  <a:lnTo>
                    <a:pt x="455648" y="1590610"/>
                  </a:lnTo>
                  <a:lnTo>
                    <a:pt x="453921" y="1579957"/>
                  </a:lnTo>
                  <a:lnTo>
                    <a:pt x="451240" y="1563951"/>
                  </a:lnTo>
                  <a:lnTo>
                    <a:pt x="450296" y="1558327"/>
                  </a:lnTo>
                  <a:lnTo>
                    <a:pt x="447014" y="1538796"/>
                  </a:lnTo>
                  <a:lnTo>
                    <a:pt x="443149" y="1515391"/>
                  </a:lnTo>
                  <a:lnTo>
                    <a:pt x="441354" y="1504548"/>
                  </a:lnTo>
                  <a:lnTo>
                    <a:pt x="439271" y="1491985"/>
                  </a:lnTo>
                  <a:lnTo>
                    <a:pt x="437811" y="1483006"/>
                  </a:lnTo>
                  <a:lnTo>
                    <a:pt x="435206" y="1467017"/>
                  </a:lnTo>
                  <a:lnTo>
                    <a:pt x="434347" y="1461756"/>
                  </a:lnTo>
                  <a:lnTo>
                    <a:pt x="431239" y="1443444"/>
                  </a:lnTo>
                  <a:lnTo>
                    <a:pt x="429711" y="1434800"/>
                  </a:lnTo>
                  <a:lnTo>
                    <a:pt x="426320" y="1415654"/>
                  </a:lnTo>
                  <a:lnTo>
                    <a:pt x="421998" y="1391802"/>
                  </a:lnTo>
                  <a:lnTo>
                    <a:pt x="420511" y="1383605"/>
                  </a:lnTo>
                  <a:lnTo>
                    <a:pt x="417566" y="1367406"/>
                  </a:lnTo>
                  <a:lnTo>
                    <a:pt x="414633" y="1351316"/>
                  </a:lnTo>
                  <a:lnTo>
                    <a:pt x="414222" y="1349062"/>
                  </a:lnTo>
                  <a:lnTo>
                    <a:pt x="411143" y="1332211"/>
                  </a:lnTo>
                  <a:lnTo>
                    <a:pt x="410739" y="1330033"/>
                  </a:lnTo>
                  <a:lnTo>
                    <a:pt x="408367" y="1317270"/>
                  </a:lnTo>
                  <a:lnTo>
                    <a:pt x="404580" y="1296922"/>
                  </a:lnTo>
                  <a:lnTo>
                    <a:pt x="437796" y="1289468"/>
                  </a:lnTo>
                  <a:lnTo>
                    <a:pt x="441268" y="1288667"/>
                  </a:lnTo>
                  <a:lnTo>
                    <a:pt x="444794" y="1287852"/>
                  </a:lnTo>
                  <a:lnTo>
                    <a:pt x="465151" y="1283111"/>
                  </a:lnTo>
                  <a:lnTo>
                    <a:pt x="487998" y="1277648"/>
                  </a:lnTo>
                  <a:lnTo>
                    <a:pt x="498544" y="1275100"/>
                  </a:lnTo>
                  <a:lnTo>
                    <a:pt x="526303" y="1268282"/>
                  </a:lnTo>
                  <a:lnTo>
                    <a:pt x="531314" y="1272526"/>
                  </a:lnTo>
                  <a:lnTo>
                    <a:pt x="538544" y="1269714"/>
                  </a:lnTo>
                  <a:lnTo>
                    <a:pt x="548556" y="1274942"/>
                  </a:lnTo>
                  <a:lnTo>
                    <a:pt x="555188" y="1276117"/>
                  </a:lnTo>
                  <a:lnTo>
                    <a:pt x="564698" y="1277791"/>
                  </a:lnTo>
                  <a:lnTo>
                    <a:pt x="569168" y="1281911"/>
                  </a:lnTo>
                  <a:lnTo>
                    <a:pt x="578682" y="1285166"/>
                  </a:lnTo>
                  <a:lnTo>
                    <a:pt x="583910" y="1276136"/>
                  </a:lnTo>
                  <a:lnTo>
                    <a:pt x="585930" y="1274273"/>
                  </a:lnTo>
                  <a:lnTo>
                    <a:pt x="597593" y="1277601"/>
                  </a:lnTo>
                  <a:lnTo>
                    <a:pt x="601206" y="1282599"/>
                  </a:lnTo>
                  <a:lnTo>
                    <a:pt x="601556" y="1283083"/>
                  </a:lnTo>
                  <a:lnTo>
                    <a:pt x="609601" y="1289508"/>
                  </a:lnTo>
                  <a:lnTo>
                    <a:pt x="618138" y="1292417"/>
                  </a:lnTo>
                  <a:lnTo>
                    <a:pt x="624843" y="1291573"/>
                  </a:lnTo>
                  <a:lnTo>
                    <a:pt x="632763" y="1284682"/>
                  </a:lnTo>
                  <a:lnTo>
                    <a:pt x="633993" y="1284332"/>
                  </a:lnTo>
                  <a:lnTo>
                    <a:pt x="641102" y="1282306"/>
                  </a:lnTo>
                  <a:lnTo>
                    <a:pt x="647906" y="1275580"/>
                  </a:lnTo>
                  <a:lnTo>
                    <a:pt x="663691" y="1266573"/>
                  </a:lnTo>
                  <a:lnTo>
                    <a:pt x="666325" y="1267335"/>
                  </a:lnTo>
                  <a:lnTo>
                    <a:pt x="669418" y="1268228"/>
                  </a:lnTo>
                  <a:lnTo>
                    <a:pt x="677820" y="1265931"/>
                  </a:lnTo>
                  <a:lnTo>
                    <a:pt x="680785" y="1265117"/>
                  </a:lnTo>
                  <a:lnTo>
                    <a:pt x="687474" y="1264504"/>
                  </a:lnTo>
                  <a:lnTo>
                    <a:pt x="695570" y="1255998"/>
                  </a:lnTo>
                  <a:lnTo>
                    <a:pt x="706098" y="1241516"/>
                  </a:lnTo>
                  <a:lnTo>
                    <a:pt x="707738" y="1239253"/>
                  </a:lnTo>
                  <a:lnTo>
                    <a:pt x="713123" y="1230560"/>
                  </a:lnTo>
                  <a:lnTo>
                    <a:pt x="720807" y="1221950"/>
                  </a:lnTo>
                  <a:lnTo>
                    <a:pt x="729280" y="1216565"/>
                  </a:lnTo>
                  <a:lnTo>
                    <a:pt x="739687" y="1207309"/>
                  </a:lnTo>
                  <a:lnTo>
                    <a:pt x="743865" y="1205079"/>
                  </a:lnTo>
                  <a:lnTo>
                    <a:pt x="752435" y="1200495"/>
                  </a:lnTo>
                  <a:lnTo>
                    <a:pt x="760193" y="1193394"/>
                  </a:lnTo>
                  <a:lnTo>
                    <a:pt x="778381" y="1182811"/>
                  </a:lnTo>
                  <a:lnTo>
                    <a:pt x="783384" y="1179025"/>
                  </a:lnTo>
                  <a:lnTo>
                    <a:pt x="787039" y="1194604"/>
                  </a:lnTo>
                  <a:lnTo>
                    <a:pt x="792164" y="1216496"/>
                  </a:lnTo>
                  <a:lnTo>
                    <a:pt x="797023" y="1237245"/>
                  </a:lnTo>
                  <a:lnTo>
                    <a:pt x="797314" y="1238490"/>
                  </a:lnTo>
                  <a:lnTo>
                    <a:pt x="804607" y="1269727"/>
                  </a:lnTo>
                  <a:lnTo>
                    <a:pt x="807387" y="1281832"/>
                  </a:lnTo>
                  <a:lnTo>
                    <a:pt x="807614" y="1282822"/>
                  </a:lnTo>
                  <a:lnTo>
                    <a:pt x="813712" y="1309441"/>
                  </a:lnTo>
                  <a:lnTo>
                    <a:pt x="813892" y="1310212"/>
                  </a:lnTo>
                  <a:lnTo>
                    <a:pt x="815285" y="1316175"/>
                  </a:lnTo>
                  <a:lnTo>
                    <a:pt x="821320" y="1342047"/>
                  </a:lnTo>
                  <a:lnTo>
                    <a:pt x="816081" y="1346314"/>
                  </a:lnTo>
                  <a:lnTo>
                    <a:pt x="811989" y="1346737"/>
                  </a:lnTo>
                  <a:lnTo>
                    <a:pt x="809312" y="1352198"/>
                  </a:lnTo>
                  <a:lnTo>
                    <a:pt x="815215" y="1358743"/>
                  </a:lnTo>
                  <a:lnTo>
                    <a:pt x="818851" y="1367356"/>
                  </a:lnTo>
                  <a:lnTo>
                    <a:pt x="818230" y="1374127"/>
                  </a:lnTo>
                  <a:lnTo>
                    <a:pt x="818112" y="1375403"/>
                  </a:lnTo>
                  <a:lnTo>
                    <a:pt x="822668" y="1384792"/>
                  </a:lnTo>
                  <a:lnTo>
                    <a:pt x="820645" y="1392042"/>
                  </a:lnTo>
                  <a:lnTo>
                    <a:pt x="818793" y="1400747"/>
                  </a:lnTo>
                  <a:lnTo>
                    <a:pt x="817928" y="1404794"/>
                  </a:lnTo>
                  <a:lnTo>
                    <a:pt x="817767" y="1405546"/>
                  </a:lnTo>
                  <a:lnTo>
                    <a:pt x="816906" y="1414942"/>
                  </a:lnTo>
                  <a:lnTo>
                    <a:pt x="818048" y="1420603"/>
                  </a:lnTo>
                  <a:lnTo>
                    <a:pt x="819605" y="1428334"/>
                  </a:lnTo>
                  <a:lnTo>
                    <a:pt x="817925" y="1431376"/>
                  </a:lnTo>
                  <a:lnTo>
                    <a:pt x="815200" y="1436072"/>
                  </a:lnTo>
                  <a:lnTo>
                    <a:pt x="815229" y="1444891"/>
                  </a:lnTo>
                  <a:lnTo>
                    <a:pt x="815231" y="1445260"/>
                  </a:lnTo>
                  <a:lnTo>
                    <a:pt x="816424" y="1450891"/>
                  </a:lnTo>
                  <a:lnTo>
                    <a:pt x="813291" y="1456457"/>
                  </a:lnTo>
                  <a:lnTo>
                    <a:pt x="817680" y="1461101"/>
                  </a:lnTo>
                  <a:lnTo>
                    <a:pt x="818414" y="1461878"/>
                  </a:lnTo>
                  <a:lnTo>
                    <a:pt x="816435" y="1468651"/>
                  </a:lnTo>
                  <a:lnTo>
                    <a:pt x="810703" y="1477176"/>
                  </a:lnTo>
                  <a:lnTo>
                    <a:pt x="803878" y="1487623"/>
                  </a:lnTo>
                  <a:lnTo>
                    <a:pt x="801058" y="1491928"/>
                  </a:lnTo>
                  <a:lnTo>
                    <a:pt x="798237" y="1499254"/>
                  </a:lnTo>
                  <a:lnTo>
                    <a:pt x="797785" y="1500427"/>
                  </a:lnTo>
                  <a:lnTo>
                    <a:pt x="792942" y="1503949"/>
                  </a:lnTo>
                  <a:lnTo>
                    <a:pt x="788148" y="1510287"/>
                  </a:lnTo>
                  <a:lnTo>
                    <a:pt x="780144" y="1517809"/>
                  </a:lnTo>
                  <a:lnTo>
                    <a:pt x="777940" y="1517942"/>
                  </a:lnTo>
                  <a:lnTo>
                    <a:pt x="775679" y="1518078"/>
                  </a:lnTo>
                  <a:lnTo>
                    <a:pt x="772788" y="1513246"/>
                  </a:lnTo>
                  <a:lnTo>
                    <a:pt x="768357" y="1512388"/>
                  </a:lnTo>
                  <a:lnTo>
                    <a:pt x="764917" y="1517791"/>
                  </a:lnTo>
                  <a:lnTo>
                    <a:pt x="760761" y="1524179"/>
                  </a:lnTo>
                  <a:lnTo>
                    <a:pt x="761661" y="1530964"/>
                  </a:lnTo>
                  <a:lnTo>
                    <a:pt x="757140" y="1532101"/>
                  </a:lnTo>
                  <a:lnTo>
                    <a:pt x="751163" y="1533661"/>
                  </a:lnTo>
                  <a:lnTo>
                    <a:pt x="749461" y="1541024"/>
                  </a:lnTo>
                  <a:lnTo>
                    <a:pt x="748754" y="1542241"/>
                  </a:lnTo>
                  <a:lnTo>
                    <a:pt x="746505" y="1546112"/>
                  </a:lnTo>
                  <a:lnTo>
                    <a:pt x="746642" y="1546547"/>
                  </a:lnTo>
                  <a:lnTo>
                    <a:pt x="749433" y="1555443"/>
                  </a:lnTo>
                  <a:lnTo>
                    <a:pt x="748813" y="1555909"/>
                  </a:lnTo>
                  <a:lnTo>
                    <a:pt x="743932" y="1559572"/>
                  </a:lnTo>
                  <a:lnTo>
                    <a:pt x="746414" y="1564594"/>
                  </a:lnTo>
                  <a:lnTo>
                    <a:pt x="749591" y="1571505"/>
                  </a:lnTo>
                  <a:lnTo>
                    <a:pt x="745636" y="1576849"/>
                  </a:lnTo>
                  <a:lnTo>
                    <a:pt x="739371" y="1580335"/>
                  </a:lnTo>
                  <a:lnTo>
                    <a:pt x="733679" y="1573462"/>
                  </a:lnTo>
                  <a:lnTo>
                    <a:pt x="726635" y="1570391"/>
                  </a:lnTo>
                  <a:lnTo>
                    <a:pt x="723693" y="1572539"/>
                  </a:lnTo>
                  <a:lnTo>
                    <a:pt x="720289" y="1578647"/>
                  </a:lnTo>
                  <a:lnTo>
                    <a:pt x="719748" y="1580695"/>
                  </a:lnTo>
                  <a:lnTo>
                    <a:pt x="717763" y="1588198"/>
                  </a:lnTo>
                  <a:lnTo>
                    <a:pt x="717269" y="1598646"/>
                  </a:lnTo>
                  <a:lnTo>
                    <a:pt x="713322" y="1602317"/>
                  </a:lnTo>
                  <a:lnTo>
                    <a:pt x="715109" y="1607328"/>
                  </a:lnTo>
                  <a:lnTo>
                    <a:pt x="719131" y="1619317"/>
                  </a:lnTo>
                  <a:lnTo>
                    <a:pt x="721388" y="1625347"/>
                  </a:lnTo>
                  <a:lnTo>
                    <a:pt x="717667" y="1628307"/>
                  </a:lnTo>
                  <a:lnTo>
                    <a:pt x="712389" y="1629205"/>
                  </a:lnTo>
                  <a:lnTo>
                    <a:pt x="711988" y="1631057"/>
                  </a:lnTo>
                  <a:lnTo>
                    <a:pt x="711420" y="1633680"/>
                  </a:lnTo>
                  <a:lnTo>
                    <a:pt x="711966" y="1641727"/>
                  </a:lnTo>
                  <a:lnTo>
                    <a:pt x="711255" y="1647885"/>
                  </a:lnTo>
                  <a:lnTo>
                    <a:pt x="706135" y="1650844"/>
                  </a:lnTo>
                  <a:lnTo>
                    <a:pt x="700135" y="1653137"/>
                  </a:lnTo>
                  <a:lnTo>
                    <a:pt x="694566" y="1655910"/>
                  </a:lnTo>
                  <a:lnTo>
                    <a:pt x="689912" y="1658223"/>
                  </a:lnTo>
                  <a:lnTo>
                    <a:pt x="686355" y="1656756"/>
                  </a:lnTo>
                  <a:lnTo>
                    <a:pt x="682660" y="1650497"/>
                  </a:lnTo>
                  <a:lnTo>
                    <a:pt x="677590" y="1647674"/>
                  </a:lnTo>
                  <a:lnTo>
                    <a:pt x="676301" y="1646955"/>
                  </a:lnTo>
                  <a:lnTo>
                    <a:pt x="670629" y="1642795"/>
                  </a:lnTo>
                  <a:lnTo>
                    <a:pt x="663363" y="1643622"/>
                  </a:lnTo>
                  <a:lnTo>
                    <a:pt x="662059" y="1642727"/>
                  </a:lnTo>
                  <a:lnTo>
                    <a:pt x="657524" y="1639611"/>
                  </a:lnTo>
                  <a:lnTo>
                    <a:pt x="654021" y="1630939"/>
                  </a:lnTo>
                  <a:lnTo>
                    <a:pt x="652905" y="1626052"/>
                  </a:lnTo>
                  <a:lnTo>
                    <a:pt x="650298" y="1621797"/>
                  </a:lnTo>
                  <a:lnTo>
                    <a:pt x="645505" y="1624433"/>
                  </a:lnTo>
                  <a:lnTo>
                    <a:pt x="639327" y="1627410"/>
                  </a:lnTo>
                  <a:lnTo>
                    <a:pt x="637889" y="1629390"/>
                  </a:lnTo>
                  <a:lnTo>
                    <a:pt x="636957" y="1630673"/>
                  </a:lnTo>
                  <a:lnTo>
                    <a:pt x="631196" y="1636535"/>
                  </a:lnTo>
                  <a:lnTo>
                    <a:pt x="630368" y="1640712"/>
                  </a:lnTo>
                  <a:lnTo>
                    <a:pt x="626700" y="1644014"/>
                  </a:lnTo>
                  <a:lnTo>
                    <a:pt x="620166" y="1644300"/>
                  </a:lnTo>
                  <a:lnTo>
                    <a:pt x="618182" y="1646675"/>
                  </a:lnTo>
                  <a:lnTo>
                    <a:pt x="616397" y="1648809"/>
                  </a:lnTo>
                  <a:lnTo>
                    <a:pt x="612623" y="1646595"/>
                  </a:lnTo>
                  <a:lnTo>
                    <a:pt x="606432" y="1642929"/>
                  </a:lnTo>
                  <a:lnTo>
                    <a:pt x="600172" y="1643200"/>
                  </a:lnTo>
                  <a:lnTo>
                    <a:pt x="590606" y="1640974"/>
                  </a:lnTo>
                  <a:lnTo>
                    <a:pt x="582257" y="1645544"/>
                  </a:lnTo>
                  <a:lnTo>
                    <a:pt x="581560" y="1650275"/>
                  </a:lnTo>
                  <a:lnTo>
                    <a:pt x="581217" y="1650526"/>
                  </a:lnTo>
                  <a:lnTo>
                    <a:pt x="578400" y="1652590"/>
                  </a:lnTo>
                  <a:lnTo>
                    <a:pt x="575715" y="1652110"/>
                  </a:lnTo>
                  <a:lnTo>
                    <a:pt x="568964" y="1650900"/>
                  </a:lnTo>
                  <a:lnTo>
                    <a:pt x="567024" y="1646522"/>
                  </a:lnTo>
                  <a:lnTo>
                    <a:pt x="561782" y="1644974"/>
                  </a:lnTo>
                  <a:lnTo>
                    <a:pt x="559266" y="1640972"/>
                  </a:lnTo>
                  <a:lnTo>
                    <a:pt x="553951" y="1640009"/>
                  </a:lnTo>
                  <a:lnTo>
                    <a:pt x="551504" y="1639565"/>
                  </a:lnTo>
                  <a:lnTo>
                    <a:pt x="546449" y="1638969"/>
                  </a:lnTo>
                  <a:lnTo>
                    <a:pt x="539801" y="1642239"/>
                  </a:lnTo>
                  <a:lnTo>
                    <a:pt x="531581" y="1641572"/>
                  </a:lnTo>
                  <a:lnTo>
                    <a:pt x="523842" y="1641013"/>
                  </a:lnTo>
                  <a:lnTo>
                    <a:pt x="522053" y="1638306"/>
                  </a:lnTo>
                  <a:lnTo>
                    <a:pt x="521093" y="1636853"/>
                  </a:lnTo>
                  <a:lnTo>
                    <a:pt x="520474" y="1632907"/>
                  </a:lnTo>
                  <a:lnTo>
                    <a:pt x="520362" y="1632196"/>
                  </a:lnTo>
                  <a:lnTo>
                    <a:pt x="513390" y="1623984"/>
                  </a:lnTo>
                  <a:lnTo>
                    <a:pt x="511781" y="1619991"/>
                  </a:lnTo>
                  <a:lnTo>
                    <a:pt x="508833" y="1616638"/>
                  </a:lnTo>
                  <a:lnTo>
                    <a:pt x="508177" y="1615891"/>
                  </a:lnTo>
                  <a:lnTo>
                    <a:pt x="500727" y="1614922"/>
                  </a:lnTo>
                  <a:lnTo>
                    <a:pt x="496877" y="1610887"/>
                  </a:lnTo>
                  <a:lnTo>
                    <a:pt x="495045" y="1607367"/>
                  </a:lnTo>
                  <a:lnTo>
                    <a:pt x="493299" y="1606774"/>
                  </a:lnTo>
                  <a:lnTo>
                    <a:pt x="491623" y="1607728"/>
                  </a:lnTo>
                  <a:lnTo>
                    <a:pt x="490727" y="1609712"/>
                  </a:lnTo>
                  <a:lnTo>
                    <a:pt x="489535" y="1610027"/>
                  </a:lnTo>
                  <a:lnTo>
                    <a:pt x="485399" y="1611116"/>
                  </a:lnTo>
                  <a:lnTo>
                    <a:pt x="480571" y="1615341"/>
                  </a:lnTo>
                  <a:lnTo>
                    <a:pt x="479126" y="1614967"/>
                  </a:lnTo>
                  <a:lnTo>
                    <a:pt x="473476" y="1613504"/>
                  </a:lnTo>
                  <a:lnTo>
                    <a:pt x="469498" y="1610141"/>
                  </a:lnTo>
                  <a:lnTo>
                    <a:pt x="469255" y="1609935"/>
                  </a:lnTo>
                  <a:lnTo>
                    <a:pt x="465470" y="1608780"/>
                  </a:lnTo>
                  <a:lnTo>
                    <a:pt x="459809" y="1615143"/>
                  </a:lnTo>
                  <a:close/>
                </a:path>
              </a:pathLst>
            </a:custGeom>
            <a:solidFill>
              <a:srgbClr val="F4B6C2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h113"/>
            <p:cNvSpPr/>
            <p:nvPr/>
          </p:nvSpPr>
          <p:spPr>
            <a:xfrm>
              <a:off x="3254556" y="2459345"/>
              <a:ext cx="1329965" cy="1966578"/>
            </a:xfrm>
            <a:custGeom>
              <a:avLst/>
              <a:pathLst>
                <a:path w="1329965" h="1966578">
                  <a:moveTo>
                    <a:pt x="457200" y="1600199"/>
                  </a:moveTo>
                  <a:lnTo>
                    <a:pt x="458215" y="1571160"/>
                  </a:lnTo>
                  <a:lnTo>
                    <a:pt x="458564" y="1559941"/>
                  </a:lnTo>
                  <a:lnTo>
                    <a:pt x="474488" y="1560558"/>
                  </a:lnTo>
                  <a:lnTo>
                    <a:pt x="488773" y="1561582"/>
                  </a:lnTo>
                  <a:lnTo>
                    <a:pt x="522863" y="1562688"/>
                  </a:lnTo>
                  <a:lnTo>
                    <a:pt x="553992" y="1563680"/>
                  </a:lnTo>
                  <a:lnTo>
                    <a:pt x="555388" y="1563706"/>
                  </a:lnTo>
                  <a:lnTo>
                    <a:pt x="567898" y="1563930"/>
                  </a:lnTo>
                  <a:lnTo>
                    <a:pt x="602435" y="1564444"/>
                  </a:lnTo>
                  <a:lnTo>
                    <a:pt x="609392" y="1564530"/>
                  </a:lnTo>
                  <a:lnTo>
                    <a:pt x="636634" y="1564780"/>
                  </a:lnTo>
                  <a:lnTo>
                    <a:pt x="651063" y="1564900"/>
                  </a:lnTo>
                  <a:lnTo>
                    <a:pt x="663099" y="1564981"/>
                  </a:lnTo>
                  <a:lnTo>
                    <a:pt x="672036" y="1565030"/>
                  </a:lnTo>
                  <a:lnTo>
                    <a:pt x="694153" y="1565034"/>
                  </a:lnTo>
                  <a:lnTo>
                    <a:pt x="702176" y="1565021"/>
                  </a:lnTo>
                  <a:lnTo>
                    <a:pt x="748257" y="1565105"/>
                  </a:lnTo>
                  <a:lnTo>
                    <a:pt x="756903" y="1565092"/>
                  </a:lnTo>
                  <a:lnTo>
                    <a:pt x="757636" y="1565091"/>
                  </a:lnTo>
                  <a:lnTo>
                    <a:pt x="791217" y="1565199"/>
                  </a:lnTo>
                  <a:lnTo>
                    <a:pt x="802811" y="1565179"/>
                  </a:lnTo>
                  <a:lnTo>
                    <a:pt x="811259" y="1565155"/>
                  </a:lnTo>
                  <a:lnTo>
                    <a:pt x="816152" y="1565137"/>
                  </a:lnTo>
                  <a:lnTo>
                    <a:pt x="843765" y="1564916"/>
                  </a:lnTo>
                  <a:lnTo>
                    <a:pt x="856612" y="1564780"/>
                  </a:lnTo>
                  <a:lnTo>
                    <a:pt x="877340" y="1564521"/>
                  </a:lnTo>
                  <a:lnTo>
                    <a:pt x="901938" y="1564221"/>
                  </a:lnTo>
                  <a:lnTo>
                    <a:pt x="920896" y="1563941"/>
                  </a:lnTo>
                  <a:lnTo>
                    <a:pt x="921585" y="1563926"/>
                  </a:lnTo>
                  <a:lnTo>
                    <a:pt x="944974" y="1563398"/>
                  </a:lnTo>
                  <a:lnTo>
                    <a:pt x="951601" y="1563237"/>
                  </a:lnTo>
                  <a:lnTo>
                    <a:pt x="975769" y="1562593"/>
                  </a:lnTo>
                  <a:lnTo>
                    <a:pt x="979112" y="1562498"/>
                  </a:lnTo>
                  <a:lnTo>
                    <a:pt x="1009575" y="1561624"/>
                  </a:lnTo>
                  <a:lnTo>
                    <a:pt x="1017273" y="1561385"/>
                  </a:lnTo>
                  <a:lnTo>
                    <a:pt x="1040855" y="1560601"/>
                  </a:lnTo>
                  <a:lnTo>
                    <a:pt x="1045534" y="1560437"/>
                  </a:lnTo>
                  <a:lnTo>
                    <a:pt x="1080407" y="1559160"/>
                  </a:lnTo>
                  <a:lnTo>
                    <a:pt x="1102697" y="1558306"/>
                  </a:lnTo>
                  <a:lnTo>
                    <a:pt x="1105211" y="1558205"/>
                  </a:lnTo>
                  <a:lnTo>
                    <a:pt x="1133302" y="1556933"/>
                  </a:lnTo>
                  <a:lnTo>
                    <a:pt x="1154838" y="1555917"/>
                  </a:lnTo>
                  <a:lnTo>
                    <a:pt x="1158468" y="1555741"/>
                  </a:lnTo>
                  <a:lnTo>
                    <a:pt x="1162059" y="1555565"/>
                  </a:lnTo>
                  <a:lnTo>
                    <a:pt x="1176101" y="1554868"/>
                  </a:lnTo>
                  <a:lnTo>
                    <a:pt x="1197273" y="1553772"/>
                  </a:lnTo>
                  <a:lnTo>
                    <a:pt x="1202356" y="1553501"/>
                  </a:lnTo>
                  <a:lnTo>
                    <a:pt x="1213745" y="1552882"/>
                  </a:lnTo>
                  <a:lnTo>
                    <a:pt x="1222202" y="1552412"/>
                  </a:lnTo>
                  <a:lnTo>
                    <a:pt x="1246929" y="1550979"/>
                  </a:lnTo>
                  <a:lnTo>
                    <a:pt x="1253469" y="1550588"/>
                  </a:lnTo>
                  <a:lnTo>
                    <a:pt x="1254693" y="1550514"/>
                  </a:lnTo>
                  <a:lnTo>
                    <a:pt x="1282740" y="1548883"/>
                  </a:lnTo>
                  <a:lnTo>
                    <a:pt x="1292148" y="1548270"/>
                  </a:lnTo>
                  <a:lnTo>
                    <a:pt x="1293822" y="1577037"/>
                  </a:lnTo>
                  <a:lnTo>
                    <a:pt x="1294577" y="1589246"/>
                  </a:lnTo>
                  <a:lnTo>
                    <a:pt x="1295000" y="1596092"/>
                  </a:lnTo>
                  <a:lnTo>
                    <a:pt x="1295818" y="1610103"/>
                  </a:lnTo>
                  <a:lnTo>
                    <a:pt x="1300452" y="1634584"/>
                  </a:lnTo>
                  <a:lnTo>
                    <a:pt x="1303864" y="1651506"/>
                  </a:lnTo>
                  <a:lnTo>
                    <a:pt x="1305346" y="1658844"/>
                  </a:lnTo>
                  <a:lnTo>
                    <a:pt x="1308180" y="1672855"/>
                  </a:lnTo>
                  <a:lnTo>
                    <a:pt x="1313580" y="1699771"/>
                  </a:lnTo>
                  <a:lnTo>
                    <a:pt x="1313798" y="1700881"/>
                  </a:lnTo>
                  <a:lnTo>
                    <a:pt x="1316705" y="1715681"/>
                  </a:lnTo>
                  <a:lnTo>
                    <a:pt x="1320126" y="1733068"/>
                  </a:lnTo>
                  <a:lnTo>
                    <a:pt x="1322407" y="1745843"/>
                  </a:lnTo>
                  <a:lnTo>
                    <a:pt x="1322520" y="1746475"/>
                  </a:lnTo>
                  <a:lnTo>
                    <a:pt x="1322912" y="1748670"/>
                  </a:lnTo>
                  <a:lnTo>
                    <a:pt x="1323222" y="1760283"/>
                  </a:lnTo>
                  <a:lnTo>
                    <a:pt x="1323332" y="1763899"/>
                  </a:lnTo>
                  <a:lnTo>
                    <a:pt x="1324506" y="1802631"/>
                  </a:lnTo>
                  <a:lnTo>
                    <a:pt x="1324668" y="1808022"/>
                  </a:lnTo>
                  <a:lnTo>
                    <a:pt x="1325308" y="1828037"/>
                  </a:lnTo>
                  <a:lnTo>
                    <a:pt x="1325679" y="1839678"/>
                  </a:lnTo>
                  <a:lnTo>
                    <a:pt x="1326233" y="1855460"/>
                  </a:lnTo>
                  <a:lnTo>
                    <a:pt x="1326873" y="1873769"/>
                  </a:lnTo>
                  <a:lnTo>
                    <a:pt x="1327616" y="1894731"/>
                  </a:lnTo>
                  <a:lnTo>
                    <a:pt x="1328358" y="1915833"/>
                  </a:lnTo>
                  <a:lnTo>
                    <a:pt x="1328682" y="1925588"/>
                  </a:lnTo>
                  <a:lnTo>
                    <a:pt x="1329300" y="1944375"/>
                  </a:lnTo>
                  <a:lnTo>
                    <a:pt x="1329965" y="1963071"/>
                  </a:lnTo>
                  <a:lnTo>
                    <a:pt x="1325614" y="1965339"/>
                  </a:lnTo>
                  <a:lnTo>
                    <a:pt x="1320718" y="1959696"/>
                  </a:lnTo>
                  <a:lnTo>
                    <a:pt x="1314710" y="1959642"/>
                  </a:lnTo>
                  <a:lnTo>
                    <a:pt x="1305740" y="1956006"/>
                  </a:lnTo>
                  <a:lnTo>
                    <a:pt x="1303878" y="1954440"/>
                  </a:lnTo>
                  <a:lnTo>
                    <a:pt x="1300148" y="1951298"/>
                  </a:lnTo>
                  <a:lnTo>
                    <a:pt x="1292386" y="1952838"/>
                  </a:lnTo>
                  <a:lnTo>
                    <a:pt x="1285859" y="1948663"/>
                  </a:lnTo>
                  <a:lnTo>
                    <a:pt x="1281773" y="1944667"/>
                  </a:lnTo>
                  <a:lnTo>
                    <a:pt x="1277142" y="1939762"/>
                  </a:lnTo>
                  <a:lnTo>
                    <a:pt x="1270359" y="1938886"/>
                  </a:lnTo>
                  <a:lnTo>
                    <a:pt x="1265078" y="1933955"/>
                  </a:lnTo>
                  <a:lnTo>
                    <a:pt x="1259247" y="1930383"/>
                  </a:lnTo>
                  <a:lnTo>
                    <a:pt x="1258567" y="1930156"/>
                  </a:lnTo>
                  <a:lnTo>
                    <a:pt x="1251134" y="1927668"/>
                  </a:lnTo>
                  <a:lnTo>
                    <a:pt x="1248520" y="1931810"/>
                  </a:lnTo>
                  <a:lnTo>
                    <a:pt x="1245756" y="1938404"/>
                  </a:lnTo>
                  <a:lnTo>
                    <a:pt x="1242986" y="1939041"/>
                  </a:lnTo>
                  <a:lnTo>
                    <a:pt x="1238688" y="1940027"/>
                  </a:lnTo>
                  <a:lnTo>
                    <a:pt x="1228847" y="1940428"/>
                  </a:lnTo>
                  <a:lnTo>
                    <a:pt x="1220683" y="1938800"/>
                  </a:lnTo>
                  <a:lnTo>
                    <a:pt x="1217174" y="1933838"/>
                  </a:lnTo>
                  <a:lnTo>
                    <a:pt x="1212339" y="1934067"/>
                  </a:lnTo>
                  <a:lnTo>
                    <a:pt x="1205600" y="1937058"/>
                  </a:lnTo>
                  <a:lnTo>
                    <a:pt x="1198668" y="1938632"/>
                  </a:lnTo>
                  <a:lnTo>
                    <a:pt x="1193403" y="1941809"/>
                  </a:lnTo>
                  <a:lnTo>
                    <a:pt x="1190275" y="1943694"/>
                  </a:lnTo>
                  <a:lnTo>
                    <a:pt x="1187750" y="1943575"/>
                  </a:lnTo>
                  <a:lnTo>
                    <a:pt x="1183320" y="1943365"/>
                  </a:lnTo>
                  <a:lnTo>
                    <a:pt x="1178308" y="1942214"/>
                  </a:lnTo>
                  <a:lnTo>
                    <a:pt x="1165168" y="1946990"/>
                  </a:lnTo>
                  <a:lnTo>
                    <a:pt x="1156132" y="1948589"/>
                  </a:lnTo>
                  <a:lnTo>
                    <a:pt x="1154072" y="1952569"/>
                  </a:lnTo>
                  <a:lnTo>
                    <a:pt x="1148527" y="1959322"/>
                  </a:lnTo>
                  <a:lnTo>
                    <a:pt x="1143418" y="1956858"/>
                  </a:lnTo>
                  <a:lnTo>
                    <a:pt x="1140462" y="1961287"/>
                  </a:lnTo>
                  <a:lnTo>
                    <a:pt x="1134873" y="1966578"/>
                  </a:lnTo>
                  <a:lnTo>
                    <a:pt x="1133058" y="1964016"/>
                  </a:lnTo>
                  <a:lnTo>
                    <a:pt x="1130440" y="1960319"/>
                  </a:lnTo>
                  <a:lnTo>
                    <a:pt x="1126866" y="1956290"/>
                  </a:lnTo>
                  <a:lnTo>
                    <a:pt x="1120071" y="1957387"/>
                  </a:lnTo>
                  <a:lnTo>
                    <a:pt x="1117632" y="1951959"/>
                  </a:lnTo>
                  <a:lnTo>
                    <a:pt x="1112542" y="1952043"/>
                  </a:lnTo>
                  <a:lnTo>
                    <a:pt x="1110418" y="1950666"/>
                  </a:lnTo>
                  <a:lnTo>
                    <a:pt x="1110489" y="1944503"/>
                  </a:lnTo>
                  <a:lnTo>
                    <a:pt x="1110006" y="1944231"/>
                  </a:lnTo>
                  <a:lnTo>
                    <a:pt x="1103106" y="1940339"/>
                  </a:lnTo>
                  <a:lnTo>
                    <a:pt x="1100980" y="1945377"/>
                  </a:lnTo>
                  <a:lnTo>
                    <a:pt x="1098033" y="1951064"/>
                  </a:lnTo>
                  <a:lnTo>
                    <a:pt x="1091322" y="1950040"/>
                  </a:lnTo>
                  <a:lnTo>
                    <a:pt x="1089395" y="1946782"/>
                  </a:lnTo>
                  <a:lnTo>
                    <a:pt x="1083651" y="1949679"/>
                  </a:lnTo>
                  <a:lnTo>
                    <a:pt x="1078597" y="1942964"/>
                  </a:lnTo>
                  <a:lnTo>
                    <a:pt x="1077584" y="1937522"/>
                  </a:lnTo>
                  <a:lnTo>
                    <a:pt x="1074580" y="1937832"/>
                  </a:lnTo>
                  <a:lnTo>
                    <a:pt x="1073519" y="1937942"/>
                  </a:lnTo>
                  <a:lnTo>
                    <a:pt x="1072725" y="1938023"/>
                  </a:lnTo>
                  <a:lnTo>
                    <a:pt x="1069057" y="1941387"/>
                  </a:lnTo>
                  <a:lnTo>
                    <a:pt x="1069511" y="1945325"/>
                  </a:lnTo>
                  <a:lnTo>
                    <a:pt x="1062352" y="1949386"/>
                  </a:lnTo>
                  <a:lnTo>
                    <a:pt x="1060158" y="1954782"/>
                  </a:lnTo>
                  <a:lnTo>
                    <a:pt x="1059344" y="1959594"/>
                  </a:lnTo>
                  <a:lnTo>
                    <a:pt x="1059157" y="1964425"/>
                  </a:lnTo>
                  <a:lnTo>
                    <a:pt x="1053154" y="1966255"/>
                  </a:lnTo>
                  <a:lnTo>
                    <a:pt x="1046996" y="1955586"/>
                  </a:lnTo>
                  <a:lnTo>
                    <a:pt x="1050903" y="1950818"/>
                  </a:lnTo>
                  <a:lnTo>
                    <a:pt x="1046565" y="1942672"/>
                  </a:lnTo>
                  <a:lnTo>
                    <a:pt x="1042469" y="1944531"/>
                  </a:lnTo>
                  <a:lnTo>
                    <a:pt x="1035129" y="1949124"/>
                  </a:lnTo>
                  <a:lnTo>
                    <a:pt x="1029618" y="1954948"/>
                  </a:lnTo>
                  <a:lnTo>
                    <a:pt x="1022217" y="1954638"/>
                  </a:lnTo>
                  <a:lnTo>
                    <a:pt x="1021306" y="1948830"/>
                  </a:lnTo>
                  <a:lnTo>
                    <a:pt x="1017780" y="1943618"/>
                  </a:lnTo>
                  <a:lnTo>
                    <a:pt x="1017525" y="1943242"/>
                  </a:lnTo>
                  <a:lnTo>
                    <a:pt x="1010157" y="1945918"/>
                  </a:lnTo>
                  <a:lnTo>
                    <a:pt x="1009843" y="1945684"/>
                  </a:lnTo>
                  <a:lnTo>
                    <a:pt x="1006155" y="1942938"/>
                  </a:lnTo>
                  <a:lnTo>
                    <a:pt x="1004672" y="1937288"/>
                  </a:lnTo>
                  <a:lnTo>
                    <a:pt x="998114" y="1934589"/>
                  </a:lnTo>
                  <a:lnTo>
                    <a:pt x="989196" y="1943016"/>
                  </a:lnTo>
                  <a:lnTo>
                    <a:pt x="984806" y="1948701"/>
                  </a:lnTo>
                  <a:lnTo>
                    <a:pt x="978438" y="1952674"/>
                  </a:lnTo>
                  <a:lnTo>
                    <a:pt x="969503" y="1949301"/>
                  </a:lnTo>
                  <a:lnTo>
                    <a:pt x="969397" y="1947720"/>
                  </a:lnTo>
                  <a:lnTo>
                    <a:pt x="969123" y="1943625"/>
                  </a:lnTo>
                  <a:lnTo>
                    <a:pt x="969579" y="1935363"/>
                  </a:lnTo>
                  <a:lnTo>
                    <a:pt x="963555" y="1934899"/>
                  </a:lnTo>
                  <a:lnTo>
                    <a:pt x="955554" y="1934285"/>
                  </a:lnTo>
                  <a:lnTo>
                    <a:pt x="953757" y="1928605"/>
                  </a:lnTo>
                  <a:lnTo>
                    <a:pt x="953595" y="1921721"/>
                  </a:lnTo>
                  <a:lnTo>
                    <a:pt x="950986" y="1915561"/>
                  </a:lnTo>
                  <a:lnTo>
                    <a:pt x="949459" y="1917245"/>
                  </a:lnTo>
                  <a:lnTo>
                    <a:pt x="946359" y="1920658"/>
                  </a:lnTo>
                  <a:lnTo>
                    <a:pt x="940526" y="1919164"/>
                  </a:lnTo>
                  <a:lnTo>
                    <a:pt x="930829" y="1916988"/>
                  </a:lnTo>
                  <a:lnTo>
                    <a:pt x="926130" y="1915757"/>
                  </a:lnTo>
                  <a:lnTo>
                    <a:pt x="922636" y="1919369"/>
                  </a:lnTo>
                  <a:lnTo>
                    <a:pt x="921074" y="1924766"/>
                  </a:lnTo>
                  <a:lnTo>
                    <a:pt x="920139" y="1925170"/>
                  </a:lnTo>
                  <a:lnTo>
                    <a:pt x="914848" y="1927454"/>
                  </a:lnTo>
                  <a:lnTo>
                    <a:pt x="909295" y="1923754"/>
                  </a:lnTo>
                  <a:lnTo>
                    <a:pt x="904136" y="1917160"/>
                  </a:lnTo>
                  <a:lnTo>
                    <a:pt x="900708" y="1916324"/>
                  </a:lnTo>
                  <a:lnTo>
                    <a:pt x="896782" y="1915365"/>
                  </a:lnTo>
                  <a:lnTo>
                    <a:pt x="892499" y="1919303"/>
                  </a:lnTo>
                  <a:lnTo>
                    <a:pt x="887630" y="1919644"/>
                  </a:lnTo>
                  <a:lnTo>
                    <a:pt x="880403" y="1916667"/>
                  </a:lnTo>
                  <a:lnTo>
                    <a:pt x="873640" y="1916197"/>
                  </a:lnTo>
                  <a:lnTo>
                    <a:pt x="866558" y="1910938"/>
                  </a:lnTo>
                  <a:lnTo>
                    <a:pt x="865307" y="1910831"/>
                  </a:lnTo>
                  <a:lnTo>
                    <a:pt x="860080" y="1910385"/>
                  </a:lnTo>
                  <a:lnTo>
                    <a:pt x="854321" y="1911382"/>
                  </a:lnTo>
                  <a:lnTo>
                    <a:pt x="846802" y="1910461"/>
                  </a:lnTo>
                  <a:lnTo>
                    <a:pt x="840814" y="1909906"/>
                  </a:lnTo>
                  <a:lnTo>
                    <a:pt x="838431" y="1897597"/>
                  </a:lnTo>
                  <a:lnTo>
                    <a:pt x="837388" y="1896196"/>
                  </a:lnTo>
                  <a:lnTo>
                    <a:pt x="831792" y="1888669"/>
                  </a:lnTo>
                  <a:lnTo>
                    <a:pt x="824018" y="1882485"/>
                  </a:lnTo>
                  <a:lnTo>
                    <a:pt x="819429" y="1881898"/>
                  </a:lnTo>
                  <a:lnTo>
                    <a:pt x="816854" y="1889543"/>
                  </a:lnTo>
                  <a:lnTo>
                    <a:pt x="811637" y="1887596"/>
                  </a:lnTo>
                  <a:lnTo>
                    <a:pt x="811220" y="1887549"/>
                  </a:lnTo>
                  <a:lnTo>
                    <a:pt x="799942" y="1886275"/>
                  </a:lnTo>
                  <a:lnTo>
                    <a:pt x="798359" y="1890364"/>
                  </a:lnTo>
                  <a:lnTo>
                    <a:pt x="788423" y="1889620"/>
                  </a:lnTo>
                  <a:lnTo>
                    <a:pt x="781359" y="1882932"/>
                  </a:lnTo>
                  <a:lnTo>
                    <a:pt x="775860" y="1876439"/>
                  </a:lnTo>
                  <a:lnTo>
                    <a:pt x="773400" y="1874082"/>
                  </a:lnTo>
                  <a:lnTo>
                    <a:pt x="764419" y="1865458"/>
                  </a:lnTo>
                  <a:lnTo>
                    <a:pt x="757403" y="1867389"/>
                  </a:lnTo>
                  <a:lnTo>
                    <a:pt x="757120" y="1867466"/>
                  </a:lnTo>
                  <a:lnTo>
                    <a:pt x="757120" y="1844464"/>
                  </a:lnTo>
                  <a:lnTo>
                    <a:pt x="757120" y="1809362"/>
                  </a:lnTo>
                  <a:lnTo>
                    <a:pt x="757120" y="1790447"/>
                  </a:lnTo>
                  <a:lnTo>
                    <a:pt x="757120" y="1760771"/>
                  </a:lnTo>
                  <a:lnTo>
                    <a:pt x="757119" y="1736404"/>
                  </a:lnTo>
                  <a:lnTo>
                    <a:pt x="757119" y="1703936"/>
                  </a:lnTo>
                  <a:lnTo>
                    <a:pt x="757119" y="1682325"/>
                  </a:lnTo>
                  <a:lnTo>
                    <a:pt x="757118" y="1627305"/>
                  </a:lnTo>
                  <a:lnTo>
                    <a:pt x="756782" y="1627305"/>
                  </a:lnTo>
                  <a:lnTo>
                    <a:pt x="726005" y="1627249"/>
                  </a:lnTo>
                  <a:lnTo>
                    <a:pt x="702453" y="1627152"/>
                  </a:lnTo>
                  <a:lnTo>
                    <a:pt x="697799" y="1627125"/>
                  </a:lnTo>
                  <a:lnTo>
                    <a:pt x="668595" y="1626842"/>
                  </a:lnTo>
                  <a:lnTo>
                    <a:pt x="661586" y="1626784"/>
                  </a:lnTo>
                  <a:lnTo>
                    <a:pt x="648465" y="1626661"/>
                  </a:lnTo>
                  <a:lnTo>
                    <a:pt x="594507" y="1625757"/>
                  </a:lnTo>
                  <a:lnTo>
                    <a:pt x="574214" y="1625325"/>
                  </a:lnTo>
                  <a:lnTo>
                    <a:pt x="553610" y="1624802"/>
                  </a:lnTo>
                  <a:lnTo>
                    <a:pt x="540582" y="1624445"/>
                  </a:lnTo>
                  <a:lnTo>
                    <a:pt x="456494" y="1621854"/>
                  </a:lnTo>
                  <a:lnTo>
                    <a:pt x="456936" y="1609179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h114"/>
            <p:cNvSpPr/>
            <p:nvPr/>
          </p:nvSpPr>
          <p:spPr>
            <a:xfrm>
              <a:off x="1358924" y="1364792"/>
              <a:ext cx="1234176" cy="1876446"/>
            </a:xfrm>
            <a:custGeom>
              <a:avLst/>
              <a:pathLst>
                <a:path w="1234176" h="1876446">
                  <a:moveTo>
                    <a:pt x="457200" y="1600200"/>
                  </a:moveTo>
                  <a:lnTo>
                    <a:pt x="467371" y="1588804"/>
                  </a:lnTo>
                  <a:lnTo>
                    <a:pt x="467565" y="1588493"/>
                  </a:lnTo>
                  <a:lnTo>
                    <a:pt x="475556" y="1575609"/>
                  </a:lnTo>
                  <a:lnTo>
                    <a:pt x="480893" y="1565634"/>
                  </a:lnTo>
                  <a:lnTo>
                    <a:pt x="484567" y="1558358"/>
                  </a:lnTo>
                  <a:lnTo>
                    <a:pt x="487370" y="1553150"/>
                  </a:lnTo>
                  <a:lnTo>
                    <a:pt x="486997" y="1548828"/>
                  </a:lnTo>
                  <a:lnTo>
                    <a:pt x="492488" y="1545216"/>
                  </a:lnTo>
                  <a:lnTo>
                    <a:pt x="501548" y="1535736"/>
                  </a:lnTo>
                  <a:lnTo>
                    <a:pt x="510469" y="1522629"/>
                  </a:lnTo>
                  <a:lnTo>
                    <a:pt x="513648" y="1516545"/>
                  </a:lnTo>
                  <a:lnTo>
                    <a:pt x="519269" y="1505784"/>
                  </a:lnTo>
                  <a:lnTo>
                    <a:pt x="527798" y="1487712"/>
                  </a:lnTo>
                  <a:lnTo>
                    <a:pt x="530347" y="1482309"/>
                  </a:lnTo>
                  <a:lnTo>
                    <a:pt x="539723" y="1459770"/>
                  </a:lnTo>
                  <a:lnTo>
                    <a:pt x="545423" y="1444367"/>
                  </a:lnTo>
                  <a:lnTo>
                    <a:pt x="546640" y="1439337"/>
                  </a:lnTo>
                  <a:lnTo>
                    <a:pt x="546944" y="1438078"/>
                  </a:lnTo>
                  <a:lnTo>
                    <a:pt x="554228" y="1423365"/>
                  </a:lnTo>
                  <a:lnTo>
                    <a:pt x="557408" y="1413109"/>
                  </a:lnTo>
                  <a:lnTo>
                    <a:pt x="563751" y="1397806"/>
                  </a:lnTo>
                  <a:lnTo>
                    <a:pt x="566463" y="1389356"/>
                  </a:lnTo>
                  <a:lnTo>
                    <a:pt x="569041" y="1377673"/>
                  </a:lnTo>
                  <a:lnTo>
                    <a:pt x="571310" y="1373484"/>
                  </a:lnTo>
                  <a:lnTo>
                    <a:pt x="578765" y="1360747"/>
                  </a:lnTo>
                  <a:lnTo>
                    <a:pt x="583385" y="1349668"/>
                  </a:lnTo>
                  <a:lnTo>
                    <a:pt x="583495" y="1349405"/>
                  </a:lnTo>
                  <a:lnTo>
                    <a:pt x="589933" y="1338492"/>
                  </a:lnTo>
                  <a:lnTo>
                    <a:pt x="592749" y="1329990"/>
                  </a:lnTo>
                  <a:lnTo>
                    <a:pt x="595900" y="1322628"/>
                  </a:lnTo>
                  <a:lnTo>
                    <a:pt x="596983" y="1314087"/>
                  </a:lnTo>
                  <a:lnTo>
                    <a:pt x="601608" y="1304603"/>
                  </a:lnTo>
                  <a:lnTo>
                    <a:pt x="602455" y="1297113"/>
                  </a:lnTo>
                  <a:lnTo>
                    <a:pt x="607599" y="1288831"/>
                  </a:lnTo>
                  <a:lnTo>
                    <a:pt x="611865" y="1277395"/>
                  </a:lnTo>
                  <a:lnTo>
                    <a:pt x="613552" y="1271755"/>
                  </a:lnTo>
                  <a:lnTo>
                    <a:pt x="612941" y="1265222"/>
                  </a:lnTo>
                  <a:lnTo>
                    <a:pt x="614088" y="1262151"/>
                  </a:lnTo>
                  <a:lnTo>
                    <a:pt x="616466" y="1255786"/>
                  </a:lnTo>
                  <a:lnTo>
                    <a:pt x="618576" y="1247143"/>
                  </a:lnTo>
                  <a:lnTo>
                    <a:pt x="617874" y="1241842"/>
                  </a:lnTo>
                  <a:lnTo>
                    <a:pt x="623602" y="1239568"/>
                  </a:lnTo>
                  <a:lnTo>
                    <a:pt x="626652" y="1232011"/>
                  </a:lnTo>
                  <a:lnTo>
                    <a:pt x="627905" y="1219286"/>
                  </a:lnTo>
                  <a:lnTo>
                    <a:pt x="623322" y="1210484"/>
                  </a:lnTo>
                  <a:lnTo>
                    <a:pt x="628218" y="1207061"/>
                  </a:lnTo>
                  <a:lnTo>
                    <a:pt x="633106" y="1215939"/>
                  </a:lnTo>
                  <a:lnTo>
                    <a:pt x="639560" y="1216268"/>
                  </a:lnTo>
                  <a:lnTo>
                    <a:pt x="646927" y="1215818"/>
                  </a:lnTo>
                  <a:lnTo>
                    <a:pt x="649253" y="1219693"/>
                  </a:lnTo>
                  <a:lnTo>
                    <a:pt x="654912" y="1217850"/>
                  </a:lnTo>
                  <a:lnTo>
                    <a:pt x="661437" y="1218232"/>
                  </a:lnTo>
                  <a:lnTo>
                    <a:pt x="665681" y="1215535"/>
                  </a:lnTo>
                  <a:lnTo>
                    <a:pt x="671577" y="1216023"/>
                  </a:lnTo>
                  <a:lnTo>
                    <a:pt x="674366" y="1222095"/>
                  </a:lnTo>
                  <a:lnTo>
                    <a:pt x="672382" y="1227727"/>
                  </a:lnTo>
                  <a:lnTo>
                    <a:pt x="675943" y="1233463"/>
                  </a:lnTo>
                  <a:lnTo>
                    <a:pt x="676566" y="1233668"/>
                  </a:lnTo>
                  <a:lnTo>
                    <a:pt x="683333" y="1235903"/>
                  </a:lnTo>
                  <a:lnTo>
                    <a:pt x="689797" y="1234413"/>
                  </a:lnTo>
                  <a:lnTo>
                    <a:pt x="694196" y="1233395"/>
                  </a:lnTo>
                  <a:lnTo>
                    <a:pt x="698184" y="1235079"/>
                  </a:lnTo>
                  <a:lnTo>
                    <a:pt x="705469" y="1243999"/>
                  </a:lnTo>
                  <a:lnTo>
                    <a:pt x="707836" y="1248503"/>
                  </a:lnTo>
                  <a:lnTo>
                    <a:pt x="711879" y="1252466"/>
                  </a:lnTo>
                  <a:lnTo>
                    <a:pt x="713361" y="1261971"/>
                  </a:lnTo>
                  <a:lnTo>
                    <a:pt x="714934" y="1269435"/>
                  </a:lnTo>
                  <a:lnTo>
                    <a:pt x="713441" y="1275307"/>
                  </a:lnTo>
                  <a:lnTo>
                    <a:pt x="714036" y="1281373"/>
                  </a:lnTo>
                  <a:lnTo>
                    <a:pt x="713199" y="1283310"/>
                  </a:lnTo>
                  <a:lnTo>
                    <a:pt x="711141" y="1288067"/>
                  </a:lnTo>
                  <a:lnTo>
                    <a:pt x="712172" y="1295020"/>
                  </a:lnTo>
                  <a:lnTo>
                    <a:pt x="710687" y="1298572"/>
                  </a:lnTo>
                  <a:lnTo>
                    <a:pt x="708340" y="1304188"/>
                  </a:lnTo>
                  <a:lnTo>
                    <a:pt x="709200" y="1306798"/>
                  </a:lnTo>
                  <a:lnTo>
                    <a:pt x="710075" y="1309446"/>
                  </a:lnTo>
                  <a:lnTo>
                    <a:pt x="716657" y="1315875"/>
                  </a:lnTo>
                  <a:lnTo>
                    <a:pt x="728281" y="1322722"/>
                  </a:lnTo>
                  <a:lnTo>
                    <a:pt x="732037" y="1326384"/>
                  </a:lnTo>
                  <a:lnTo>
                    <a:pt x="737295" y="1326292"/>
                  </a:lnTo>
                  <a:lnTo>
                    <a:pt x="740387" y="1330800"/>
                  </a:lnTo>
                  <a:lnTo>
                    <a:pt x="745961" y="1332916"/>
                  </a:lnTo>
                  <a:lnTo>
                    <a:pt x="747267" y="1332550"/>
                  </a:lnTo>
                  <a:lnTo>
                    <a:pt x="753640" y="1330764"/>
                  </a:lnTo>
                  <a:lnTo>
                    <a:pt x="760636" y="1332003"/>
                  </a:lnTo>
                  <a:lnTo>
                    <a:pt x="769855" y="1330399"/>
                  </a:lnTo>
                  <a:lnTo>
                    <a:pt x="775131" y="1328113"/>
                  </a:lnTo>
                  <a:lnTo>
                    <a:pt x="777775" y="1327636"/>
                  </a:lnTo>
                  <a:lnTo>
                    <a:pt x="779929" y="1327247"/>
                  </a:lnTo>
                  <a:lnTo>
                    <a:pt x="783772" y="1324258"/>
                  </a:lnTo>
                  <a:lnTo>
                    <a:pt x="788851" y="1323931"/>
                  </a:lnTo>
                  <a:lnTo>
                    <a:pt x="794736" y="1327239"/>
                  </a:lnTo>
                  <a:lnTo>
                    <a:pt x="800635" y="1327451"/>
                  </a:lnTo>
                  <a:lnTo>
                    <a:pt x="812557" y="1327977"/>
                  </a:lnTo>
                  <a:lnTo>
                    <a:pt x="813222" y="1328513"/>
                  </a:lnTo>
                  <a:lnTo>
                    <a:pt x="819311" y="1333417"/>
                  </a:lnTo>
                  <a:lnTo>
                    <a:pt x="820563" y="1334423"/>
                  </a:lnTo>
                  <a:lnTo>
                    <a:pt x="828044" y="1335057"/>
                  </a:lnTo>
                  <a:lnTo>
                    <a:pt x="837070" y="1341908"/>
                  </a:lnTo>
                  <a:lnTo>
                    <a:pt x="837613" y="1350471"/>
                  </a:lnTo>
                  <a:lnTo>
                    <a:pt x="843054" y="1350701"/>
                  </a:lnTo>
                  <a:lnTo>
                    <a:pt x="847186" y="1347690"/>
                  </a:lnTo>
                  <a:lnTo>
                    <a:pt x="859187" y="1349820"/>
                  </a:lnTo>
                  <a:lnTo>
                    <a:pt x="861417" y="1351507"/>
                  </a:lnTo>
                  <a:lnTo>
                    <a:pt x="862780" y="1352537"/>
                  </a:lnTo>
                  <a:lnTo>
                    <a:pt x="867019" y="1349964"/>
                  </a:lnTo>
                  <a:lnTo>
                    <a:pt x="882271" y="1348289"/>
                  </a:lnTo>
                  <a:lnTo>
                    <a:pt x="885983" y="1346640"/>
                  </a:lnTo>
                  <a:lnTo>
                    <a:pt x="887751" y="1345854"/>
                  </a:lnTo>
                  <a:lnTo>
                    <a:pt x="891416" y="1346734"/>
                  </a:lnTo>
                  <a:lnTo>
                    <a:pt x="897045" y="1354241"/>
                  </a:lnTo>
                  <a:lnTo>
                    <a:pt x="898483" y="1354636"/>
                  </a:lnTo>
                  <a:lnTo>
                    <a:pt x="905508" y="1356564"/>
                  </a:lnTo>
                  <a:lnTo>
                    <a:pt x="916346" y="1356544"/>
                  </a:lnTo>
                  <a:lnTo>
                    <a:pt x="922443" y="1357518"/>
                  </a:lnTo>
                  <a:lnTo>
                    <a:pt x="929692" y="1353288"/>
                  </a:lnTo>
                  <a:lnTo>
                    <a:pt x="935995" y="1353360"/>
                  </a:lnTo>
                  <a:lnTo>
                    <a:pt x="942698" y="1351651"/>
                  </a:lnTo>
                  <a:lnTo>
                    <a:pt x="945900" y="1350833"/>
                  </a:lnTo>
                  <a:lnTo>
                    <a:pt x="954453" y="1351224"/>
                  </a:lnTo>
                  <a:lnTo>
                    <a:pt x="960193" y="1351480"/>
                  </a:lnTo>
                  <a:lnTo>
                    <a:pt x="971539" y="1353142"/>
                  </a:lnTo>
                  <a:lnTo>
                    <a:pt x="979213" y="1346977"/>
                  </a:lnTo>
                  <a:lnTo>
                    <a:pt x="981802" y="1346868"/>
                  </a:lnTo>
                  <a:lnTo>
                    <a:pt x="988200" y="1350937"/>
                  </a:lnTo>
                  <a:lnTo>
                    <a:pt x="993047" y="1351254"/>
                  </a:lnTo>
                  <a:lnTo>
                    <a:pt x="998943" y="1351634"/>
                  </a:lnTo>
                  <a:lnTo>
                    <a:pt x="1008426" y="1351614"/>
                  </a:lnTo>
                  <a:lnTo>
                    <a:pt x="1019138" y="1355153"/>
                  </a:lnTo>
                  <a:lnTo>
                    <a:pt x="1025286" y="1353348"/>
                  </a:lnTo>
                  <a:lnTo>
                    <a:pt x="1032697" y="1349828"/>
                  </a:lnTo>
                  <a:lnTo>
                    <a:pt x="1058512" y="1355899"/>
                  </a:lnTo>
                  <a:lnTo>
                    <a:pt x="1084385" y="1362054"/>
                  </a:lnTo>
                  <a:lnTo>
                    <a:pt x="1115363" y="1369289"/>
                  </a:lnTo>
                  <a:lnTo>
                    <a:pt x="1116978" y="1369662"/>
                  </a:lnTo>
                  <a:lnTo>
                    <a:pt x="1138708" y="1374639"/>
                  </a:lnTo>
                  <a:lnTo>
                    <a:pt x="1148259" y="1376927"/>
                  </a:lnTo>
                  <a:lnTo>
                    <a:pt x="1158571" y="1379381"/>
                  </a:lnTo>
                  <a:lnTo>
                    <a:pt x="1169099" y="1381869"/>
                  </a:lnTo>
                  <a:lnTo>
                    <a:pt x="1205812" y="1389981"/>
                  </a:lnTo>
                  <a:lnTo>
                    <a:pt x="1207297" y="1395002"/>
                  </a:lnTo>
                  <a:lnTo>
                    <a:pt x="1208231" y="1401763"/>
                  </a:lnTo>
                  <a:lnTo>
                    <a:pt x="1211868" y="1409722"/>
                  </a:lnTo>
                  <a:lnTo>
                    <a:pt x="1212571" y="1411256"/>
                  </a:lnTo>
                  <a:lnTo>
                    <a:pt x="1216525" y="1413888"/>
                  </a:lnTo>
                  <a:lnTo>
                    <a:pt x="1221365" y="1420555"/>
                  </a:lnTo>
                  <a:lnTo>
                    <a:pt x="1227379" y="1422264"/>
                  </a:lnTo>
                  <a:lnTo>
                    <a:pt x="1231084" y="1428697"/>
                  </a:lnTo>
                  <a:lnTo>
                    <a:pt x="1230367" y="1435279"/>
                  </a:lnTo>
                  <a:lnTo>
                    <a:pt x="1234176" y="1444457"/>
                  </a:lnTo>
                  <a:lnTo>
                    <a:pt x="1229604" y="1449777"/>
                  </a:lnTo>
                  <a:lnTo>
                    <a:pt x="1219210" y="1463386"/>
                  </a:lnTo>
                  <a:lnTo>
                    <a:pt x="1208580" y="1477562"/>
                  </a:lnTo>
                  <a:lnTo>
                    <a:pt x="1206035" y="1482816"/>
                  </a:lnTo>
                  <a:lnTo>
                    <a:pt x="1205232" y="1484472"/>
                  </a:lnTo>
                  <a:lnTo>
                    <a:pt x="1196632" y="1500619"/>
                  </a:lnTo>
                  <a:lnTo>
                    <a:pt x="1193201" y="1504617"/>
                  </a:lnTo>
                  <a:lnTo>
                    <a:pt x="1187097" y="1509203"/>
                  </a:lnTo>
                  <a:lnTo>
                    <a:pt x="1184301" y="1515268"/>
                  </a:lnTo>
                  <a:lnTo>
                    <a:pt x="1185132" y="1521804"/>
                  </a:lnTo>
                  <a:lnTo>
                    <a:pt x="1180915" y="1528362"/>
                  </a:lnTo>
                  <a:lnTo>
                    <a:pt x="1178088" y="1531601"/>
                  </a:lnTo>
                  <a:lnTo>
                    <a:pt x="1173068" y="1537344"/>
                  </a:lnTo>
                  <a:lnTo>
                    <a:pt x="1165248" y="1539544"/>
                  </a:lnTo>
                  <a:lnTo>
                    <a:pt x="1160317" y="1542278"/>
                  </a:lnTo>
                  <a:lnTo>
                    <a:pt x="1155556" y="1550854"/>
                  </a:lnTo>
                  <a:lnTo>
                    <a:pt x="1148965" y="1561544"/>
                  </a:lnTo>
                  <a:lnTo>
                    <a:pt x="1145995" y="1565223"/>
                  </a:lnTo>
                  <a:lnTo>
                    <a:pt x="1139785" y="1569506"/>
                  </a:lnTo>
                  <a:lnTo>
                    <a:pt x="1139357" y="1576091"/>
                  </a:lnTo>
                  <a:lnTo>
                    <a:pt x="1136000" y="1579988"/>
                  </a:lnTo>
                  <a:lnTo>
                    <a:pt x="1137450" y="1584243"/>
                  </a:lnTo>
                  <a:lnTo>
                    <a:pt x="1138762" y="1588559"/>
                  </a:lnTo>
                  <a:lnTo>
                    <a:pt x="1136213" y="1592120"/>
                  </a:lnTo>
                  <a:lnTo>
                    <a:pt x="1135572" y="1593016"/>
                  </a:lnTo>
                  <a:lnTo>
                    <a:pt x="1138838" y="1597491"/>
                  </a:lnTo>
                  <a:lnTo>
                    <a:pt x="1143589" y="1596129"/>
                  </a:lnTo>
                  <a:lnTo>
                    <a:pt x="1147884" y="1602210"/>
                  </a:lnTo>
                  <a:lnTo>
                    <a:pt x="1155411" y="1604024"/>
                  </a:lnTo>
                  <a:lnTo>
                    <a:pt x="1154904" y="1609224"/>
                  </a:lnTo>
                  <a:lnTo>
                    <a:pt x="1159969" y="1612176"/>
                  </a:lnTo>
                  <a:lnTo>
                    <a:pt x="1159917" y="1615380"/>
                  </a:lnTo>
                  <a:lnTo>
                    <a:pt x="1159709" y="1615544"/>
                  </a:lnTo>
                  <a:lnTo>
                    <a:pt x="1151087" y="1622301"/>
                  </a:lnTo>
                  <a:lnTo>
                    <a:pt x="1153130" y="1629889"/>
                  </a:lnTo>
                  <a:lnTo>
                    <a:pt x="1149983" y="1635151"/>
                  </a:lnTo>
                  <a:lnTo>
                    <a:pt x="1146343" y="1645535"/>
                  </a:lnTo>
                  <a:lnTo>
                    <a:pt x="1145146" y="1647114"/>
                  </a:lnTo>
                  <a:lnTo>
                    <a:pt x="1140362" y="1653420"/>
                  </a:lnTo>
                  <a:lnTo>
                    <a:pt x="1136507" y="1670929"/>
                  </a:lnTo>
                  <a:lnTo>
                    <a:pt x="1134246" y="1681209"/>
                  </a:lnTo>
                  <a:lnTo>
                    <a:pt x="1119739" y="1751029"/>
                  </a:lnTo>
                  <a:lnTo>
                    <a:pt x="1114264" y="1777660"/>
                  </a:lnTo>
                  <a:lnTo>
                    <a:pt x="1103428" y="1830116"/>
                  </a:lnTo>
                  <a:lnTo>
                    <a:pt x="1093968" y="1876446"/>
                  </a:lnTo>
                  <a:lnTo>
                    <a:pt x="1078557" y="1873093"/>
                  </a:lnTo>
                  <a:lnTo>
                    <a:pt x="1060043" y="1869233"/>
                  </a:lnTo>
                  <a:lnTo>
                    <a:pt x="1040264" y="1865011"/>
                  </a:lnTo>
                  <a:lnTo>
                    <a:pt x="1017862" y="1860058"/>
                  </a:lnTo>
                  <a:lnTo>
                    <a:pt x="988803" y="1853672"/>
                  </a:lnTo>
                  <a:lnTo>
                    <a:pt x="961584" y="1847616"/>
                  </a:lnTo>
                  <a:lnTo>
                    <a:pt x="936931" y="1842209"/>
                  </a:lnTo>
                  <a:lnTo>
                    <a:pt x="916846" y="1837309"/>
                  </a:lnTo>
                  <a:lnTo>
                    <a:pt x="898327" y="1832946"/>
                  </a:lnTo>
                  <a:lnTo>
                    <a:pt x="888006" y="1830359"/>
                  </a:lnTo>
                  <a:lnTo>
                    <a:pt x="884807" y="1829554"/>
                  </a:lnTo>
                  <a:lnTo>
                    <a:pt x="852287" y="1821280"/>
                  </a:lnTo>
                  <a:lnTo>
                    <a:pt x="827896" y="1815409"/>
                  </a:lnTo>
                  <a:lnTo>
                    <a:pt x="811676" y="1811299"/>
                  </a:lnTo>
                  <a:lnTo>
                    <a:pt x="783264" y="1804117"/>
                  </a:lnTo>
                  <a:lnTo>
                    <a:pt x="766294" y="1799721"/>
                  </a:lnTo>
                  <a:lnTo>
                    <a:pt x="749640" y="1795376"/>
                  </a:lnTo>
                  <a:lnTo>
                    <a:pt x="735873" y="1791752"/>
                  </a:lnTo>
                  <a:lnTo>
                    <a:pt x="716884" y="1786126"/>
                  </a:lnTo>
                  <a:lnTo>
                    <a:pt x="700188" y="1781681"/>
                  </a:lnTo>
                  <a:lnTo>
                    <a:pt x="699490" y="1781477"/>
                  </a:lnTo>
                  <a:lnTo>
                    <a:pt x="679451" y="1775596"/>
                  </a:lnTo>
                  <a:lnTo>
                    <a:pt x="664401" y="1771093"/>
                  </a:lnTo>
                  <a:lnTo>
                    <a:pt x="641968" y="1764492"/>
                  </a:lnTo>
                  <a:lnTo>
                    <a:pt x="625475" y="1759585"/>
                  </a:lnTo>
                  <a:lnTo>
                    <a:pt x="606880" y="1754205"/>
                  </a:lnTo>
                  <a:lnTo>
                    <a:pt x="580433" y="1747161"/>
                  </a:lnTo>
                  <a:lnTo>
                    <a:pt x="558854" y="1740999"/>
                  </a:lnTo>
                  <a:lnTo>
                    <a:pt x="550221" y="1737650"/>
                  </a:lnTo>
                  <a:lnTo>
                    <a:pt x="542612" y="1735961"/>
                  </a:lnTo>
                  <a:lnTo>
                    <a:pt x="532186" y="1733632"/>
                  </a:lnTo>
                  <a:lnTo>
                    <a:pt x="524625" y="1731046"/>
                  </a:lnTo>
                  <a:lnTo>
                    <a:pt x="517146" y="1729129"/>
                  </a:lnTo>
                  <a:lnTo>
                    <a:pt x="504925" y="1725979"/>
                  </a:lnTo>
                  <a:lnTo>
                    <a:pt x="490491" y="1721541"/>
                  </a:lnTo>
                  <a:lnTo>
                    <a:pt x="474835" y="1716688"/>
                  </a:lnTo>
                  <a:lnTo>
                    <a:pt x="456525" y="1710739"/>
                  </a:lnTo>
                  <a:lnTo>
                    <a:pt x="453057" y="1703476"/>
                  </a:lnTo>
                  <a:lnTo>
                    <a:pt x="450027" y="1699602"/>
                  </a:lnTo>
                  <a:lnTo>
                    <a:pt x="448989" y="1691137"/>
                  </a:lnTo>
                  <a:lnTo>
                    <a:pt x="449984" y="1684749"/>
                  </a:lnTo>
                  <a:lnTo>
                    <a:pt x="449676" y="1678550"/>
                  </a:lnTo>
                  <a:lnTo>
                    <a:pt x="448136" y="1674993"/>
                  </a:lnTo>
                  <a:lnTo>
                    <a:pt x="450213" y="1668162"/>
                  </a:lnTo>
                  <a:lnTo>
                    <a:pt x="450506" y="1662408"/>
                  </a:lnTo>
                  <a:lnTo>
                    <a:pt x="452852" y="1651529"/>
                  </a:lnTo>
                  <a:lnTo>
                    <a:pt x="459560" y="1640508"/>
                  </a:lnTo>
                  <a:lnTo>
                    <a:pt x="461472" y="1633531"/>
                  </a:lnTo>
                  <a:lnTo>
                    <a:pt x="462594" y="1625935"/>
                  </a:lnTo>
                  <a:lnTo>
                    <a:pt x="459992" y="1622767"/>
                  </a:lnTo>
                  <a:lnTo>
                    <a:pt x="460702" y="1621134"/>
                  </a:lnTo>
                  <a:lnTo>
                    <a:pt x="457013" y="1614072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h115"/>
            <p:cNvSpPr/>
            <p:nvPr/>
          </p:nvSpPr>
          <p:spPr>
            <a:xfrm>
              <a:off x="5364036" y="1723960"/>
              <a:ext cx="1004258" cy="1744575"/>
            </a:xfrm>
            <a:custGeom>
              <a:avLst/>
              <a:pathLst>
                <a:path w="1004258" h="1744575">
                  <a:moveTo>
                    <a:pt x="457200" y="1600200"/>
                  </a:moveTo>
                  <a:lnTo>
                    <a:pt x="451102" y="1573581"/>
                  </a:lnTo>
                  <a:lnTo>
                    <a:pt x="450874" y="1572591"/>
                  </a:lnTo>
                  <a:lnTo>
                    <a:pt x="448095" y="1560486"/>
                  </a:lnTo>
                  <a:lnTo>
                    <a:pt x="440802" y="1529249"/>
                  </a:lnTo>
                  <a:lnTo>
                    <a:pt x="440511" y="1528003"/>
                  </a:lnTo>
                  <a:lnTo>
                    <a:pt x="435652" y="1507254"/>
                  </a:lnTo>
                  <a:lnTo>
                    <a:pt x="430527" y="1485363"/>
                  </a:lnTo>
                  <a:lnTo>
                    <a:pt x="426872" y="1469783"/>
                  </a:lnTo>
                  <a:lnTo>
                    <a:pt x="442066" y="1458490"/>
                  </a:lnTo>
                  <a:lnTo>
                    <a:pt x="455429" y="1445038"/>
                  </a:lnTo>
                  <a:lnTo>
                    <a:pt x="455990" y="1440362"/>
                  </a:lnTo>
                  <a:lnTo>
                    <a:pt x="459544" y="1436474"/>
                  </a:lnTo>
                  <a:lnTo>
                    <a:pt x="465890" y="1436178"/>
                  </a:lnTo>
                  <a:lnTo>
                    <a:pt x="473130" y="1428617"/>
                  </a:lnTo>
                  <a:lnTo>
                    <a:pt x="479326" y="1423439"/>
                  </a:lnTo>
                  <a:lnTo>
                    <a:pt x="485626" y="1417396"/>
                  </a:lnTo>
                  <a:lnTo>
                    <a:pt x="489736" y="1434247"/>
                  </a:lnTo>
                  <a:lnTo>
                    <a:pt x="493742" y="1450326"/>
                  </a:lnTo>
                  <a:lnTo>
                    <a:pt x="507121" y="1446938"/>
                  </a:lnTo>
                  <a:lnTo>
                    <a:pt x="519416" y="1443800"/>
                  </a:lnTo>
                  <a:lnTo>
                    <a:pt x="555875" y="1434182"/>
                  </a:lnTo>
                  <a:lnTo>
                    <a:pt x="562801" y="1432332"/>
                  </a:lnTo>
                  <a:lnTo>
                    <a:pt x="568480" y="1430802"/>
                  </a:lnTo>
                  <a:lnTo>
                    <a:pt x="596982" y="1423045"/>
                  </a:lnTo>
                  <a:lnTo>
                    <a:pt x="622514" y="1416184"/>
                  </a:lnTo>
                  <a:lnTo>
                    <a:pt x="625780" y="1415299"/>
                  </a:lnTo>
                  <a:lnTo>
                    <a:pt x="631503" y="1413706"/>
                  </a:lnTo>
                  <a:lnTo>
                    <a:pt x="646960" y="1409376"/>
                  </a:lnTo>
                  <a:lnTo>
                    <a:pt x="664556" y="1404566"/>
                  </a:lnTo>
                  <a:lnTo>
                    <a:pt x="671786" y="1402498"/>
                  </a:lnTo>
                  <a:lnTo>
                    <a:pt x="684102" y="1398956"/>
                  </a:lnTo>
                  <a:lnTo>
                    <a:pt x="737039" y="1383460"/>
                  </a:lnTo>
                  <a:lnTo>
                    <a:pt x="740717" y="1382391"/>
                  </a:lnTo>
                  <a:lnTo>
                    <a:pt x="744133" y="1381396"/>
                  </a:lnTo>
                  <a:lnTo>
                    <a:pt x="776551" y="1371862"/>
                  </a:lnTo>
                  <a:lnTo>
                    <a:pt x="784968" y="1369499"/>
                  </a:lnTo>
                  <a:lnTo>
                    <a:pt x="812699" y="1361118"/>
                  </a:lnTo>
                  <a:lnTo>
                    <a:pt x="816171" y="1360060"/>
                  </a:lnTo>
                  <a:lnTo>
                    <a:pt x="836736" y="1353752"/>
                  </a:lnTo>
                  <a:lnTo>
                    <a:pt x="870553" y="1343148"/>
                  </a:lnTo>
                  <a:lnTo>
                    <a:pt x="871076" y="1342983"/>
                  </a:lnTo>
                  <a:lnTo>
                    <a:pt x="881504" y="1340451"/>
                  </a:lnTo>
                  <a:lnTo>
                    <a:pt x="883177" y="1340043"/>
                  </a:lnTo>
                  <a:lnTo>
                    <a:pt x="889131" y="1344173"/>
                  </a:lnTo>
                  <a:lnTo>
                    <a:pt x="893880" y="1350830"/>
                  </a:lnTo>
                  <a:lnTo>
                    <a:pt x="901056" y="1351536"/>
                  </a:lnTo>
                  <a:lnTo>
                    <a:pt x="905438" y="1351816"/>
                  </a:lnTo>
                  <a:lnTo>
                    <a:pt x="908553" y="1352014"/>
                  </a:lnTo>
                  <a:lnTo>
                    <a:pt x="913355" y="1355555"/>
                  </a:lnTo>
                  <a:lnTo>
                    <a:pt x="916994" y="1360936"/>
                  </a:lnTo>
                  <a:lnTo>
                    <a:pt x="921380" y="1374120"/>
                  </a:lnTo>
                  <a:lnTo>
                    <a:pt x="923034" y="1378613"/>
                  </a:lnTo>
                  <a:lnTo>
                    <a:pt x="924278" y="1381994"/>
                  </a:lnTo>
                  <a:lnTo>
                    <a:pt x="932521" y="1389719"/>
                  </a:lnTo>
                  <a:lnTo>
                    <a:pt x="942101" y="1392068"/>
                  </a:lnTo>
                  <a:lnTo>
                    <a:pt x="950949" y="1392386"/>
                  </a:lnTo>
                  <a:lnTo>
                    <a:pt x="954880" y="1391599"/>
                  </a:lnTo>
                  <a:lnTo>
                    <a:pt x="956822" y="1391209"/>
                  </a:lnTo>
                  <a:lnTo>
                    <a:pt x="962841" y="1398286"/>
                  </a:lnTo>
                  <a:lnTo>
                    <a:pt x="957721" y="1402200"/>
                  </a:lnTo>
                  <a:lnTo>
                    <a:pt x="954467" y="1409079"/>
                  </a:lnTo>
                  <a:lnTo>
                    <a:pt x="952408" y="1418760"/>
                  </a:lnTo>
                  <a:lnTo>
                    <a:pt x="952184" y="1421828"/>
                  </a:lnTo>
                  <a:lnTo>
                    <a:pt x="951692" y="1428497"/>
                  </a:lnTo>
                  <a:lnTo>
                    <a:pt x="946747" y="1436045"/>
                  </a:lnTo>
                  <a:lnTo>
                    <a:pt x="946626" y="1436664"/>
                  </a:lnTo>
                  <a:lnTo>
                    <a:pt x="946271" y="1438489"/>
                  </a:lnTo>
                  <a:lnTo>
                    <a:pt x="945398" y="1442960"/>
                  </a:lnTo>
                  <a:lnTo>
                    <a:pt x="942047" y="1449639"/>
                  </a:lnTo>
                  <a:lnTo>
                    <a:pt x="937892" y="1456023"/>
                  </a:lnTo>
                  <a:lnTo>
                    <a:pt x="939297" y="1457535"/>
                  </a:lnTo>
                  <a:lnTo>
                    <a:pt x="942945" y="1461461"/>
                  </a:lnTo>
                  <a:lnTo>
                    <a:pt x="947279" y="1465482"/>
                  </a:lnTo>
                  <a:lnTo>
                    <a:pt x="946326" y="1470591"/>
                  </a:lnTo>
                  <a:lnTo>
                    <a:pt x="946852" y="1478072"/>
                  </a:lnTo>
                  <a:lnTo>
                    <a:pt x="941685" y="1483247"/>
                  </a:lnTo>
                  <a:lnTo>
                    <a:pt x="942066" y="1489490"/>
                  </a:lnTo>
                  <a:lnTo>
                    <a:pt x="944981" y="1498819"/>
                  </a:lnTo>
                  <a:lnTo>
                    <a:pt x="946174" y="1502246"/>
                  </a:lnTo>
                  <a:lnTo>
                    <a:pt x="946852" y="1504196"/>
                  </a:lnTo>
                  <a:lnTo>
                    <a:pt x="947809" y="1506947"/>
                  </a:lnTo>
                  <a:lnTo>
                    <a:pt x="952039" y="1504776"/>
                  </a:lnTo>
                  <a:lnTo>
                    <a:pt x="958210" y="1506429"/>
                  </a:lnTo>
                  <a:lnTo>
                    <a:pt x="962053" y="1514016"/>
                  </a:lnTo>
                  <a:lnTo>
                    <a:pt x="962246" y="1517407"/>
                  </a:lnTo>
                  <a:lnTo>
                    <a:pt x="964934" y="1521700"/>
                  </a:lnTo>
                  <a:lnTo>
                    <a:pt x="968182" y="1522327"/>
                  </a:lnTo>
                  <a:lnTo>
                    <a:pt x="973242" y="1521201"/>
                  </a:lnTo>
                  <a:lnTo>
                    <a:pt x="976871" y="1525635"/>
                  </a:lnTo>
                  <a:lnTo>
                    <a:pt x="979097" y="1527226"/>
                  </a:lnTo>
                  <a:lnTo>
                    <a:pt x="982182" y="1529431"/>
                  </a:lnTo>
                  <a:lnTo>
                    <a:pt x="987738" y="1532685"/>
                  </a:lnTo>
                  <a:lnTo>
                    <a:pt x="991944" y="1536067"/>
                  </a:lnTo>
                  <a:lnTo>
                    <a:pt x="999141" y="1539369"/>
                  </a:lnTo>
                  <a:lnTo>
                    <a:pt x="1000729" y="1540703"/>
                  </a:lnTo>
                  <a:lnTo>
                    <a:pt x="1004258" y="1543667"/>
                  </a:lnTo>
                  <a:lnTo>
                    <a:pt x="1004132" y="1543828"/>
                  </a:lnTo>
                  <a:lnTo>
                    <a:pt x="1000857" y="1548012"/>
                  </a:lnTo>
                  <a:lnTo>
                    <a:pt x="995990" y="1550264"/>
                  </a:lnTo>
                  <a:lnTo>
                    <a:pt x="994087" y="1556367"/>
                  </a:lnTo>
                  <a:lnTo>
                    <a:pt x="988443" y="1559987"/>
                  </a:lnTo>
                  <a:lnTo>
                    <a:pt x="985553" y="1563815"/>
                  </a:lnTo>
                  <a:lnTo>
                    <a:pt x="984372" y="1565379"/>
                  </a:lnTo>
                  <a:lnTo>
                    <a:pt x="979755" y="1572741"/>
                  </a:lnTo>
                  <a:lnTo>
                    <a:pt x="979627" y="1572884"/>
                  </a:lnTo>
                  <a:lnTo>
                    <a:pt x="975301" y="1577716"/>
                  </a:lnTo>
                  <a:lnTo>
                    <a:pt x="974463" y="1580388"/>
                  </a:lnTo>
                  <a:lnTo>
                    <a:pt x="974614" y="1580841"/>
                  </a:lnTo>
                  <a:lnTo>
                    <a:pt x="975733" y="1584221"/>
                  </a:lnTo>
                  <a:lnTo>
                    <a:pt x="976470" y="1586449"/>
                  </a:lnTo>
                  <a:lnTo>
                    <a:pt x="975881" y="1586913"/>
                  </a:lnTo>
                  <a:lnTo>
                    <a:pt x="972503" y="1589568"/>
                  </a:lnTo>
                  <a:lnTo>
                    <a:pt x="970495" y="1592252"/>
                  </a:lnTo>
                  <a:lnTo>
                    <a:pt x="969814" y="1593163"/>
                  </a:lnTo>
                  <a:lnTo>
                    <a:pt x="966762" y="1594934"/>
                  </a:lnTo>
                  <a:lnTo>
                    <a:pt x="963722" y="1596697"/>
                  </a:lnTo>
                  <a:lnTo>
                    <a:pt x="959450" y="1598390"/>
                  </a:lnTo>
                  <a:lnTo>
                    <a:pt x="954694" y="1605315"/>
                  </a:lnTo>
                  <a:lnTo>
                    <a:pt x="954377" y="1605776"/>
                  </a:lnTo>
                  <a:lnTo>
                    <a:pt x="947451" y="1604351"/>
                  </a:lnTo>
                  <a:lnTo>
                    <a:pt x="939044" y="1605648"/>
                  </a:lnTo>
                  <a:lnTo>
                    <a:pt x="938273" y="1606119"/>
                  </a:lnTo>
                  <a:lnTo>
                    <a:pt x="937192" y="1606779"/>
                  </a:lnTo>
                  <a:lnTo>
                    <a:pt x="937045" y="1606869"/>
                  </a:lnTo>
                  <a:lnTo>
                    <a:pt x="931307" y="1610369"/>
                  </a:lnTo>
                  <a:lnTo>
                    <a:pt x="927408" y="1615386"/>
                  </a:lnTo>
                  <a:lnTo>
                    <a:pt x="925317" y="1620532"/>
                  </a:lnTo>
                  <a:lnTo>
                    <a:pt x="924686" y="1625418"/>
                  </a:lnTo>
                  <a:lnTo>
                    <a:pt x="923345" y="1625829"/>
                  </a:lnTo>
                  <a:lnTo>
                    <a:pt x="891885" y="1635451"/>
                  </a:lnTo>
                  <a:lnTo>
                    <a:pt x="883013" y="1638137"/>
                  </a:lnTo>
                  <a:lnTo>
                    <a:pt x="882451" y="1638306"/>
                  </a:lnTo>
                  <a:lnTo>
                    <a:pt x="866169" y="1643189"/>
                  </a:lnTo>
                  <a:lnTo>
                    <a:pt x="852494" y="1647255"/>
                  </a:lnTo>
                  <a:lnTo>
                    <a:pt x="840835" y="1650699"/>
                  </a:lnTo>
                  <a:lnTo>
                    <a:pt x="839187" y="1651184"/>
                  </a:lnTo>
                  <a:lnTo>
                    <a:pt x="832708" y="1653128"/>
                  </a:lnTo>
                  <a:lnTo>
                    <a:pt x="814167" y="1658656"/>
                  </a:lnTo>
                  <a:lnTo>
                    <a:pt x="813415" y="1658873"/>
                  </a:lnTo>
                  <a:lnTo>
                    <a:pt x="793567" y="1664575"/>
                  </a:lnTo>
                  <a:lnTo>
                    <a:pt x="791476" y="1665172"/>
                  </a:lnTo>
                  <a:lnTo>
                    <a:pt x="771477" y="1670870"/>
                  </a:lnTo>
                  <a:lnTo>
                    <a:pt x="770551" y="1671133"/>
                  </a:lnTo>
                  <a:lnTo>
                    <a:pt x="743163" y="1678665"/>
                  </a:lnTo>
                  <a:lnTo>
                    <a:pt x="715036" y="1686341"/>
                  </a:lnTo>
                  <a:lnTo>
                    <a:pt x="712920" y="1686920"/>
                  </a:lnTo>
                  <a:lnTo>
                    <a:pt x="690582" y="1692995"/>
                  </a:lnTo>
                  <a:lnTo>
                    <a:pt x="687132" y="1693925"/>
                  </a:lnTo>
                  <a:lnTo>
                    <a:pt x="655657" y="1702324"/>
                  </a:lnTo>
                  <a:lnTo>
                    <a:pt x="647883" y="1704397"/>
                  </a:lnTo>
                  <a:lnTo>
                    <a:pt x="636856" y="1707320"/>
                  </a:lnTo>
                  <a:lnTo>
                    <a:pt x="626096" y="1710157"/>
                  </a:lnTo>
                  <a:lnTo>
                    <a:pt x="594246" y="1718618"/>
                  </a:lnTo>
                  <a:lnTo>
                    <a:pt x="586508" y="1720651"/>
                  </a:lnTo>
                  <a:lnTo>
                    <a:pt x="560076" y="1727410"/>
                  </a:lnTo>
                  <a:lnTo>
                    <a:pt x="546036" y="1730902"/>
                  </a:lnTo>
                  <a:lnTo>
                    <a:pt x="531279" y="1734543"/>
                  </a:lnTo>
                  <a:lnTo>
                    <a:pt x="499396" y="1742403"/>
                  </a:lnTo>
                  <a:lnTo>
                    <a:pt x="490341" y="1744575"/>
                  </a:lnTo>
                  <a:lnTo>
                    <a:pt x="483679" y="1715234"/>
                  </a:lnTo>
                  <a:lnTo>
                    <a:pt x="482176" y="1708628"/>
                  </a:lnTo>
                  <a:lnTo>
                    <a:pt x="478193" y="1691174"/>
                  </a:lnTo>
                  <a:lnTo>
                    <a:pt x="473108" y="1668949"/>
                  </a:lnTo>
                  <a:lnTo>
                    <a:pt x="471501" y="1661940"/>
                  </a:lnTo>
                  <a:lnTo>
                    <a:pt x="469328" y="1652472"/>
                  </a:lnTo>
                  <a:lnTo>
                    <a:pt x="464808" y="1632806"/>
                  </a:lnTo>
                  <a:lnTo>
                    <a:pt x="458773" y="1606934"/>
                  </a:lnTo>
                  <a:lnTo>
                    <a:pt x="457380" y="1600971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h116"/>
            <p:cNvSpPr/>
            <p:nvPr/>
          </p:nvSpPr>
          <p:spPr>
            <a:xfrm>
              <a:off x="6144385" y="1452310"/>
              <a:ext cx="467627" cy="1601413"/>
            </a:xfrm>
            <a:custGeom>
              <a:avLst/>
              <a:pathLst>
                <a:path w="467627" h="1601413">
                  <a:moveTo>
                    <a:pt x="457200" y="1600200"/>
                  </a:moveTo>
                  <a:lnTo>
                    <a:pt x="457600" y="1590560"/>
                  </a:lnTo>
                  <a:lnTo>
                    <a:pt x="461530" y="1588396"/>
                  </a:lnTo>
                  <a:lnTo>
                    <a:pt x="465013" y="1595277"/>
                  </a:lnTo>
                  <a:lnTo>
                    <a:pt x="467627" y="1598637"/>
                  </a:lnTo>
                  <a:lnTo>
                    <a:pt x="461307" y="1601413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h117"/>
            <p:cNvSpPr/>
            <p:nvPr/>
          </p:nvSpPr>
          <p:spPr>
            <a:xfrm>
              <a:off x="6118275" y="1441304"/>
              <a:ext cx="513703" cy="1601516"/>
            </a:xfrm>
            <a:custGeom>
              <a:avLst/>
              <a:pathLst>
                <a:path w="513703" h="1601516">
                  <a:moveTo>
                    <a:pt x="457199" y="1600200"/>
                  </a:moveTo>
                  <a:lnTo>
                    <a:pt x="457952" y="1595410"/>
                  </a:lnTo>
                  <a:lnTo>
                    <a:pt x="455259" y="1588598"/>
                  </a:lnTo>
                  <a:lnTo>
                    <a:pt x="458698" y="1586724"/>
                  </a:lnTo>
                  <a:lnTo>
                    <a:pt x="455412" y="1575991"/>
                  </a:lnTo>
                  <a:lnTo>
                    <a:pt x="452043" y="1565006"/>
                  </a:lnTo>
                  <a:lnTo>
                    <a:pt x="446753" y="1549745"/>
                  </a:lnTo>
                  <a:lnTo>
                    <a:pt x="443130" y="1540105"/>
                  </a:lnTo>
                  <a:lnTo>
                    <a:pt x="434305" y="1516381"/>
                  </a:lnTo>
                  <a:lnTo>
                    <a:pt x="450558" y="1509708"/>
                  </a:lnTo>
                  <a:lnTo>
                    <a:pt x="451874" y="1509165"/>
                  </a:lnTo>
                  <a:lnTo>
                    <a:pt x="454544" y="1508064"/>
                  </a:lnTo>
                  <a:lnTo>
                    <a:pt x="459709" y="1505939"/>
                  </a:lnTo>
                  <a:lnTo>
                    <a:pt x="469558" y="1501873"/>
                  </a:lnTo>
                  <a:lnTo>
                    <a:pt x="470964" y="1505880"/>
                  </a:lnTo>
                  <a:lnTo>
                    <a:pt x="472337" y="1509796"/>
                  </a:lnTo>
                  <a:lnTo>
                    <a:pt x="474777" y="1516809"/>
                  </a:lnTo>
                  <a:lnTo>
                    <a:pt x="478394" y="1515430"/>
                  </a:lnTo>
                  <a:lnTo>
                    <a:pt x="480932" y="1522737"/>
                  </a:lnTo>
                  <a:lnTo>
                    <a:pt x="483868" y="1528281"/>
                  </a:lnTo>
                  <a:lnTo>
                    <a:pt x="485118" y="1528532"/>
                  </a:lnTo>
                  <a:lnTo>
                    <a:pt x="490957" y="1529700"/>
                  </a:lnTo>
                  <a:lnTo>
                    <a:pt x="498074" y="1535368"/>
                  </a:lnTo>
                  <a:lnTo>
                    <a:pt x="499822" y="1536758"/>
                  </a:lnTo>
                  <a:lnTo>
                    <a:pt x="505829" y="1536514"/>
                  </a:lnTo>
                  <a:lnTo>
                    <a:pt x="507186" y="1541213"/>
                  </a:lnTo>
                  <a:lnTo>
                    <a:pt x="507847" y="1543499"/>
                  </a:lnTo>
                  <a:lnTo>
                    <a:pt x="513703" y="1555439"/>
                  </a:lnTo>
                  <a:lnTo>
                    <a:pt x="512498" y="1557453"/>
                  </a:lnTo>
                  <a:lnTo>
                    <a:pt x="509125" y="1562478"/>
                  </a:lnTo>
                  <a:lnTo>
                    <a:pt x="503593" y="1561410"/>
                  </a:lnTo>
                  <a:lnTo>
                    <a:pt x="499911" y="1561915"/>
                  </a:lnTo>
                  <a:lnTo>
                    <a:pt x="499097" y="1567113"/>
                  </a:lnTo>
                  <a:lnTo>
                    <a:pt x="495815" y="1568420"/>
                  </a:lnTo>
                  <a:lnTo>
                    <a:pt x="492119" y="1568481"/>
                  </a:lnTo>
                  <a:lnTo>
                    <a:pt x="489903" y="1569921"/>
                  </a:lnTo>
                  <a:lnTo>
                    <a:pt x="488995" y="1570510"/>
                  </a:lnTo>
                  <a:lnTo>
                    <a:pt x="488604" y="1576861"/>
                  </a:lnTo>
                  <a:lnTo>
                    <a:pt x="487692" y="1582066"/>
                  </a:lnTo>
                  <a:lnTo>
                    <a:pt x="481404" y="1584183"/>
                  </a:lnTo>
                  <a:lnTo>
                    <a:pt x="475946" y="1587869"/>
                  </a:lnTo>
                  <a:lnTo>
                    <a:pt x="470261" y="1593170"/>
                  </a:lnTo>
                  <a:lnTo>
                    <a:pt x="463427" y="1597184"/>
                  </a:lnTo>
                  <a:lnTo>
                    <a:pt x="457430" y="1601516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h118"/>
            <p:cNvSpPr/>
            <p:nvPr/>
          </p:nvSpPr>
          <p:spPr>
            <a:xfrm>
              <a:off x="5247996" y="2538509"/>
              <a:ext cx="959850" cy="1875361"/>
            </a:xfrm>
            <a:custGeom>
              <a:avLst/>
              <a:pathLst>
                <a:path w="959850" h="1875361">
                  <a:moveTo>
                    <a:pt x="457200" y="1600199"/>
                  </a:moveTo>
                  <a:lnTo>
                    <a:pt x="459839" y="1595743"/>
                  </a:lnTo>
                  <a:lnTo>
                    <a:pt x="458796" y="1592137"/>
                  </a:lnTo>
                  <a:lnTo>
                    <a:pt x="461966" y="1587272"/>
                  </a:lnTo>
                  <a:lnTo>
                    <a:pt x="464514" y="1582897"/>
                  </a:lnTo>
                  <a:lnTo>
                    <a:pt x="468956" y="1578045"/>
                  </a:lnTo>
                  <a:lnTo>
                    <a:pt x="474105" y="1571891"/>
                  </a:lnTo>
                  <a:lnTo>
                    <a:pt x="475049" y="1567851"/>
                  </a:lnTo>
                  <a:lnTo>
                    <a:pt x="475625" y="1561963"/>
                  </a:lnTo>
                  <a:lnTo>
                    <a:pt x="485000" y="1556717"/>
                  </a:lnTo>
                  <a:lnTo>
                    <a:pt x="495387" y="1550885"/>
                  </a:lnTo>
                  <a:lnTo>
                    <a:pt x="506078" y="1544910"/>
                  </a:lnTo>
                  <a:lnTo>
                    <a:pt x="508301" y="1544927"/>
                  </a:lnTo>
                  <a:lnTo>
                    <a:pt x="509892" y="1544938"/>
                  </a:lnTo>
                  <a:lnTo>
                    <a:pt x="514854" y="1538130"/>
                  </a:lnTo>
                  <a:lnTo>
                    <a:pt x="525111" y="1533187"/>
                  </a:lnTo>
                  <a:lnTo>
                    <a:pt x="529384" y="1531123"/>
                  </a:lnTo>
                  <a:lnTo>
                    <a:pt x="536516" y="1526839"/>
                  </a:lnTo>
                  <a:lnTo>
                    <a:pt x="540327" y="1522841"/>
                  </a:lnTo>
                  <a:lnTo>
                    <a:pt x="546181" y="1522072"/>
                  </a:lnTo>
                  <a:lnTo>
                    <a:pt x="550191" y="1521543"/>
                  </a:lnTo>
                  <a:lnTo>
                    <a:pt x="552004" y="1521303"/>
                  </a:lnTo>
                  <a:lnTo>
                    <a:pt x="559913" y="1519821"/>
                  </a:lnTo>
                  <a:lnTo>
                    <a:pt x="570888" y="1517751"/>
                  </a:lnTo>
                  <a:lnTo>
                    <a:pt x="577484" y="1516500"/>
                  </a:lnTo>
                  <a:lnTo>
                    <a:pt x="584509" y="1515289"/>
                  </a:lnTo>
                  <a:lnTo>
                    <a:pt x="593997" y="1513643"/>
                  </a:lnTo>
                  <a:lnTo>
                    <a:pt x="604615" y="1511789"/>
                  </a:lnTo>
                  <a:lnTo>
                    <a:pt x="631964" y="1506946"/>
                  </a:lnTo>
                  <a:lnTo>
                    <a:pt x="644638" y="1504828"/>
                  </a:lnTo>
                  <a:lnTo>
                    <a:pt x="648591" y="1504163"/>
                  </a:lnTo>
                  <a:lnTo>
                    <a:pt x="677115" y="1499308"/>
                  </a:lnTo>
                  <a:lnTo>
                    <a:pt x="677234" y="1499598"/>
                  </a:lnTo>
                  <a:lnTo>
                    <a:pt x="678391" y="1502425"/>
                  </a:lnTo>
                  <a:lnTo>
                    <a:pt x="677528" y="1508930"/>
                  </a:lnTo>
                  <a:lnTo>
                    <a:pt x="679881" y="1512028"/>
                  </a:lnTo>
                  <a:lnTo>
                    <a:pt x="688837" y="1501946"/>
                  </a:lnTo>
                  <a:lnTo>
                    <a:pt x="692499" y="1505225"/>
                  </a:lnTo>
                  <a:lnTo>
                    <a:pt x="700858" y="1512698"/>
                  </a:lnTo>
                  <a:lnTo>
                    <a:pt x="708317" y="1519353"/>
                  </a:lnTo>
                  <a:lnTo>
                    <a:pt x="709677" y="1533342"/>
                  </a:lnTo>
                  <a:lnTo>
                    <a:pt x="733171" y="1528645"/>
                  </a:lnTo>
                  <a:lnTo>
                    <a:pt x="757128" y="1523443"/>
                  </a:lnTo>
                  <a:lnTo>
                    <a:pt x="781343" y="1518109"/>
                  </a:lnTo>
                  <a:lnTo>
                    <a:pt x="796213" y="1514727"/>
                  </a:lnTo>
                  <a:lnTo>
                    <a:pt x="796482" y="1514665"/>
                  </a:lnTo>
                  <a:lnTo>
                    <a:pt x="819466" y="1509380"/>
                  </a:lnTo>
                  <a:lnTo>
                    <a:pt x="821216" y="1508975"/>
                  </a:lnTo>
                  <a:lnTo>
                    <a:pt x="847034" y="1524974"/>
                  </a:lnTo>
                  <a:lnTo>
                    <a:pt x="848428" y="1525835"/>
                  </a:lnTo>
                  <a:lnTo>
                    <a:pt x="859570" y="1532703"/>
                  </a:lnTo>
                  <a:lnTo>
                    <a:pt x="890184" y="1552481"/>
                  </a:lnTo>
                  <a:lnTo>
                    <a:pt x="894749" y="1555417"/>
                  </a:lnTo>
                  <a:lnTo>
                    <a:pt x="926531" y="1575326"/>
                  </a:lnTo>
                  <a:lnTo>
                    <a:pt x="946301" y="1587696"/>
                  </a:lnTo>
                  <a:lnTo>
                    <a:pt x="950601" y="1590377"/>
                  </a:lnTo>
                  <a:lnTo>
                    <a:pt x="959850" y="1596255"/>
                  </a:lnTo>
                  <a:lnTo>
                    <a:pt x="947707" y="1603732"/>
                  </a:lnTo>
                  <a:lnTo>
                    <a:pt x="939038" y="1612288"/>
                  </a:lnTo>
                  <a:lnTo>
                    <a:pt x="931756" y="1622246"/>
                  </a:lnTo>
                  <a:lnTo>
                    <a:pt x="926042" y="1632171"/>
                  </a:lnTo>
                  <a:lnTo>
                    <a:pt x="922159" y="1641792"/>
                  </a:lnTo>
                  <a:lnTo>
                    <a:pt x="919881" y="1647420"/>
                  </a:lnTo>
                  <a:lnTo>
                    <a:pt x="915604" y="1654889"/>
                  </a:lnTo>
                  <a:lnTo>
                    <a:pt x="912653" y="1665882"/>
                  </a:lnTo>
                  <a:lnTo>
                    <a:pt x="912011" y="1675878"/>
                  </a:lnTo>
                  <a:lnTo>
                    <a:pt x="912572" y="1687195"/>
                  </a:lnTo>
                  <a:lnTo>
                    <a:pt x="914235" y="1690802"/>
                  </a:lnTo>
                  <a:lnTo>
                    <a:pt x="911262" y="1698095"/>
                  </a:lnTo>
                  <a:lnTo>
                    <a:pt x="906257" y="1703908"/>
                  </a:lnTo>
                  <a:lnTo>
                    <a:pt x="904806" y="1705591"/>
                  </a:lnTo>
                  <a:lnTo>
                    <a:pt x="901466" y="1708964"/>
                  </a:lnTo>
                  <a:lnTo>
                    <a:pt x="901568" y="1714022"/>
                  </a:lnTo>
                  <a:lnTo>
                    <a:pt x="900639" y="1719852"/>
                  </a:lnTo>
                  <a:lnTo>
                    <a:pt x="894003" y="1720428"/>
                  </a:lnTo>
                  <a:lnTo>
                    <a:pt x="888299" y="1723616"/>
                  </a:lnTo>
                  <a:lnTo>
                    <a:pt x="883466" y="1720446"/>
                  </a:lnTo>
                  <a:lnTo>
                    <a:pt x="878334" y="1725417"/>
                  </a:lnTo>
                  <a:lnTo>
                    <a:pt x="876610" y="1730222"/>
                  </a:lnTo>
                  <a:lnTo>
                    <a:pt x="881530" y="1734844"/>
                  </a:lnTo>
                  <a:lnTo>
                    <a:pt x="879083" y="1739103"/>
                  </a:lnTo>
                  <a:lnTo>
                    <a:pt x="870821" y="1747247"/>
                  </a:lnTo>
                  <a:lnTo>
                    <a:pt x="868805" y="1753424"/>
                  </a:lnTo>
                  <a:lnTo>
                    <a:pt x="860511" y="1760521"/>
                  </a:lnTo>
                  <a:lnTo>
                    <a:pt x="856234" y="1765591"/>
                  </a:lnTo>
                  <a:lnTo>
                    <a:pt x="855842" y="1772139"/>
                  </a:lnTo>
                  <a:lnTo>
                    <a:pt x="848495" y="1779628"/>
                  </a:lnTo>
                  <a:lnTo>
                    <a:pt x="846068" y="1784540"/>
                  </a:lnTo>
                  <a:lnTo>
                    <a:pt x="838374" y="1786718"/>
                  </a:lnTo>
                  <a:lnTo>
                    <a:pt x="831736" y="1791482"/>
                  </a:lnTo>
                  <a:lnTo>
                    <a:pt x="828286" y="1796347"/>
                  </a:lnTo>
                  <a:lnTo>
                    <a:pt x="822948" y="1799626"/>
                  </a:lnTo>
                  <a:lnTo>
                    <a:pt x="822449" y="1800159"/>
                  </a:lnTo>
                  <a:lnTo>
                    <a:pt x="814878" y="1808228"/>
                  </a:lnTo>
                  <a:lnTo>
                    <a:pt x="807397" y="1810958"/>
                  </a:lnTo>
                  <a:lnTo>
                    <a:pt x="801468" y="1809273"/>
                  </a:lnTo>
                  <a:lnTo>
                    <a:pt x="801093" y="1810886"/>
                  </a:lnTo>
                  <a:lnTo>
                    <a:pt x="800389" y="1813906"/>
                  </a:lnTo>
                  <a:lnTo>
                    <a:pt x="804417" y="1819432"/>
                  </a:lnTo>
                  <a:lnTo>
                    <a:pt x="807658" y="1823145"/>
                  </a:lnTo>
                  <a:lnTo>
                    <a:pt x="806731" y="1829581"/>
                  </a:lnTo>
                  <a:lnTo>
                    <a:pt x="799087" y="1836402"/>
                  </a:lnTo>
                  <a:lnTo>
                    <a:pt x="793587" y="1839404"/>
                  </a:lnTo>
                  <a:lnTo>
                    <a:pt x="788190" y="1838370"/>
                  </a:lnTo>
                  <a:lnTo>
                    <a:pt x="780207" y="1835867"/>
                  </a:lnTo>
                  <a:lnTo>
                    <a:pt x="775747" y="1841110"/>
                  </a:lnTo>
                  <a:lnTo>
                    <a:pt x="780405" y="1843463"/>
                  </a:lnTo>
                  <a:lnTo>
                    <a:pt x="787524" y="1848050"/>
                  </a:lnTo>
                  <a:lnTo>
                    <a:pt x="783538" y="1856156"/>
                  </a:lnTo>
                  <a:lnTo>
                    <a:pt x="775427" y="1864484"/>
                  </a:lnTo>
                  <a:lnTo>
                    <a:pt x="770925" y="1866813"/>
                  </a:lnTo>
                  <a:lnTo>
                    <a:pt x="770542" y="1869587"/>
                  </a:lnTo>
                  <a:lnTo>
                    <a:pt x="769742" y="1875361"/>
                  </a:lnTo>
                  <a:lnTo>
                    <a:pt x="763251" y="1873887"/>
                  </a:lnTo>
                  <a:lnTo>
                    <a:pt x="755682" y="1870095"/>
                  </a:lnTo>
                  <a:lnTo>
                    <a:pt x="752843" y="1872865"/>
                  </a:lnTo>
                  <a:lnTo>
                    <a:pt x="744441" y="1871111"/>
                  </a:lnTo>
                  <a:lnTo>
                    <a:pt x="742295" y="1863459"/>
                  </a:lnTo>
                  <a:lnTo>
                    <a:pt x="738202" y="1858016"/>
                  </a:lnTo>
                  <a:lnTo>
                    <a:pt x="737342" y="1856872"/>
                  </a:lnTo>
                  <a:lnTo>
                    <a:pt x="739036" y="1851575"/>
                  </a:lnTo>
                  <a:lnTo>
                    <a:pt x="737124" y="1844561"/>
                  </a:lnTo>
                  <a:lnTo>
                    <a:pt x="731782" y="1839389"/>
                  </a:lnTo>
                  <a:lnTo>
                    <a:pt x="728949" y="1836644"/>
                  </a:lnTo>
                  <a:lnTo>
                    <a:pt x="727679" y="1830108"/>
                  </a:lnTo>
                  <a:lnTo>
                    <a:pt x="717596" y="1822312"/>
                  </a:lnTo>
                  <a:lnTo>
                    <a:pt x="716573" y="1822166"/>
                  </a:lnTo>
                  <a:lnTo>
                    <a:pt x="711685" y="1821466"/>
                  </a:lnTo>
                  <a:lnTo>
                    <a:pt x="704842" y="1818194"/>
                  </a:lnTo>
                  <a:lnTo>
                    <a:pt x="703642" y="1817619"/>
                  </a:lnTo>
                  <a:lnTo>
                    <a:pt x="702842" y="1811702"/>
                  </a:lnTo>
                  <a:lnTo>
                    <a:pt x="698886" y="1801694"/>
                  </a:lnTo>
                  <a:lnTo>
                    <a:pt x="698717" y="1801072"/>
                  </a:lnTo>
                  <a:lnTo>
                    <a:pt x="695887" y="1790637"/>
                  </a:lnTo>
                  <a:lnTo>
                    <a:pt x="689877" y="1783502"/>
                  </a:lnTo>
                  <a:lnTo>
                    <a:pt x="685172" y="1778707"/>
                  </a:lnTo>
                  <a:lnTo>
                    <a:pt x="683228" y="1770054"/>
                  </a:lnTo>
                  <a:lnTo>
                    <a:pt x="678267" y="1767428"/>
                  </a:lnTo>
                  <a:lnTo>
                    <a:pt x="671446" y="1763812"/>
                  </a:lnTo>
                  <a:lnTo>
                    <a:pt x="669882" y="1763566"/>
                  </a:lnTo>
                  <a:lnTo>
                    <a:pt x="665236" y="1762834"/>
                  </a:lnTo>
                  <a:lnTo>
                    <a:pt x="654266" y="1759089"/>
                  </a:lnTo>
                  <a:lnTo>
                    <a:pt x="652444" y="1753674"/>
                  </a:lnTo>
                  <a:lnTo>
                    <a:pt x="652190" y="1752918"/>
                  </a:lnTo>
                  <a:lnTo>
                    <a:pt x="642866" y="1750111"/>
                  </a:lnTo>
                  <a:lnTo>
                    <a:pt x="642741" y="1749438"/>
                  </a:lnTo>
                  <a:lnTo>
                    <a:pt x="641454" y="1742523"/>
                  </a:lnTo>
                  <a:lnTo>
                    <a:pt x="631739" y="1739590"/>
                  </a:lnTo>
                  <a:lnTo>
                    <a:pt x="631451" y="1731107"/>
                  </a:lnTo>
                  <a:lnTo>
                    <a:pt x="629602" y="1724874"/>
                  </a:lnTo>
                  <a:lnTo>
                    <a:pt x="622328" y="1722473"/>
                  </a:lnTo>
                  <a:lnTo>
                    <a:pt x="618919" y="1718779"/>
                  </a:lnTo>
                  <a:lnTo>
                    <a:pt x="617371" y="1717100"/>
                  </a:lnTo>
                  <a:lnTo>
                    <a:pt x="608298" y="1712611"/>
                  </a:lnTo>
                  <a:lnTo>
                    <a:pt x="607395" y="1712517"/>
                  </a:lnTo>
                  <a:lnTo>
                    <a:pt x="602317" y="1711989"/>
                  </a:lnTo>
                  <a:lnTo>
                    <a:pt x="597404" y="1707073"/>
                  </a:lnTo>
                  <a:lnTo>
                    <a:pt x="595071" y="1703742"/>
                  </a:lnTo>
                  <a:lnTo>
                    <a:pt x="591735" y="1698976"/>
                  </a:lnTo>
                  <a:lnTo>
                    <a:pt x="581057" y="1689923"/>
                  </a:lnTo>
                  <a:lnTo>
                    <a:pt x="569209" y="1686462"/>
                  </a:lnTo>
                  <a:lnTo>
                    <a:pt x="559359" y="1679660"/>
                  </a:lnTo>
                  <a:lnTo>
                    <a:pt x="554741" y="1679565"/>
                  </a:lnTo>
                  <a:lnTo>
                    <a:pt x="553864" y="1678327"/>
                  </a:lnTo>
                  <a:lnTo>
                    <a:pt x="549763" y="1672525"/>
                  </a:lnTo>
                  <a:lnTo>
                    <a:pt x="549341" y="1672042"/>
                  </a:lnTo>
                  <a:lnTo>
                    <a:pt x="542989" y="1664763"/>
                  </a:lnTo>
                  <a:lnTo>
                    <a:pt x="534168" y="1658115"/>
                  </a:lnTo>
                  <a:lnTo>
                    <a:pt x="530574" y="1650319"/>
                  </a:lnTo>
                  <a:lnTo>
                    <a:pt x="529004" y="1646913"/>
                  </a:lnTo>
                  <a:lnTo>
                    <a:pt x="525042" y="1642213"/>
                  </a:lnTo>
                  <a:lnTo>
                    <a:pt x="524283" y="1641313"/>
                  </a:lnTo>
                  <a:lnTo>
                    <a:pt x="518550" y="1634609"/>
                  </a:lnTo>
                  <a:lnTo>
                    <a:pt x="515764" y="1629994"/>
                  </a:lnTo>
                  <a:lnTo>
                    <a:pt x="510955" y="1621881"/>
                  </a:lnTo>
                  <a:lnTo>
                    <a:pt x="505514" y="1621696"/>
                  </a:lnTo>
                  <a:lnTo>
                    <a:pt x="499129" y="1624126"/>
                  </a:lnTo>
                  <a:lnTo>
                    <a:pt x="498768" y="1624263"/>
                  </a:lnTo>
                  <a:lnTo>
                    <a:pt x="492967" y="1622814"/>
                  </a:lnTo>
                  <a:lnTo>
                    <a:pt x="492698" y="1622641"/>
                  </a:lnTo>
                  <a:lnTo>
                    <a:pt x="487244" y="1619126"/>
                  </a:lnTo>
                  <a:lnTo>
                    <a:pt x="486509" y="1618527"/>
                  </a:lnTo>
                  <a:lnTo>
                    <a:pt x="480199" y="1613370"/>
                  </a:lnTo>
                  <a:lnTo>
                    <a:pt x="473020" y="1612065"/>
                  </a:lnTo>
                  <a:lnTo>
                    <a:pt x="466582" y="1608938"/>
                  </a:lnTo>
                  <a:lnTo>
                    <a:pt x="459681" y="1605615"/>
                  </a:lnTo>
                  <a:lnTo>
                    <a:pt x="459451" y="1605113"/>
                  </a:lnTo>
                  <a:lnTo>
                    <a:pt x="457818" y="1601551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h119"/>
            <p:cNvSpPr/>
            <p:nvPr/>
          </p:nvSpPr>
          <p:spPr>
            <a:xfrm>
              <a:off x="3198141" y="1422474"/>
              <a:ext cx="1139228" cy="1914753"/>
            </a:xfrm>
            <a:custGeom>
              <a:avLst/>
              <a:pathLst>
                <a:path w="1139228" h="1914753">
                  <a:moveTo>
                    <a:pt x="457200" y="1600200"/>
                  </a:moveTo>
                  <a:lnTo>
                    <a:pt x="458835" y="1600146"/>
                  </a:lnTo>
                  <a:lnTo>
                    <a:pt x="459545" y="1584441"/>
                  </a:lnTo>
                  <a:lnTo>
                    <a:pt x="460077" y="1573527"/>
                  </a:lnTo>
                  <a:lnTo>
                    <a:pt x="460823" y="1558248"/>
                  </a:lnTo>
                  <a:lnTo>
                    <a:pt x="461665" y="1539018"/>
                  </a:lnTo>
                  <a:lnTo>
                    <a:pt x="462069" y="1530683"/>
                  </a:lnTo>
                  <a:lnTo>
                    <a:pt x="463212" y="1506834"/>
                  </a:lnTo>
                  <a:lnTo>
                    <a:pt x="463829" y="1492588"/>
                  </a:lnTo>
                  <a:lnTo>
                    <a:pt x="463906" y="1490442"/>
                  </a:lnTo>
                  <a:lnTo>
                    <a:pt x="464191" y="1482574"/>
                  </a:lnTo>
                  <a:lnTo>
                    <a:pt x="497381" y="1484169"/>
                  </a:lnTo>
                  <a:lnTo>
                    <a:pt x="516881" y="1485021"/>
                  </a:lnTo>
                  <a:lnTo>
                    <a:pt x="535564" y="1485802"/>
                  </a:lnTo>
                  <a:lnTo>
                    <a:pt x="554828" y="1486556"/>
                  </a:lnTo>
                  <a:lnTo>
                    <a:pt x="559419" y="1486728"/>
                  </a:lnTo>
                  <a:lnTo>
                    <a:pt x="564756" y="1486924"/>
                  </a:lnTo>
                  <a:lnTo>
                    <a:pt x="579900" y="1487448"/>
                  </a:lnTo>
                  <a:lnTo>
                    <a:pt x="593191" y="1487888"/>
                  </a:lnTo>
                  <a:lnTo>
                    <a:pt x="612424" y="1488496"/>
                  </a:lnTo>
                  <a:lnTo>
                    <a:pt x="633211" y="1489091"/>
                  </a:lnTo>
                  <a:lnTo>
                    <a:pt x="640715" y="1489288"/>
                  </a:lnTo>
                  <a:lnTo>
                    <a:pt x="640883" y="1489292"/>
                  </a:lnTo>
                  <a:lnTo>
                    <a:pt x="658515" y="1489724"/>
                  </a:lnTo>
                  <a:lnTo>
                    <a:pt x="679017" y="1490187"/>
                  </a:lnTo>
                  <a:lnTo>
                    <a:pt x="695604" y="1490489"/>
                  </a:lnTo>
                  <a:lnTo>
                    <a:pt x="717934" y="1490844"/>
                  </a:lnTo>
                  <a:lnTo>
                    <a:pt x="747719" y="1491216"/>
                  </a:lnTo>
                  <a:lnTo>
                    <a:pt x="769348" y="1491401"/>
                  </a:lnTo>
                  <a:lnTo>
                    <a:pt x="770423" y="1491410"/>
                  </a:lnTo>
                  <a:lnTo>
                    <a:pt x="788157" y="1491543"/>
                  </a:lnTo>
                  <a:lnTo>
                    <a:pt x="800431" y="1491674"/>
                  </a:lnTo>
                  <a:lnTo>
                    <a:pt x="823938" y="1491780"/>
                  </a:lnTo>
                  <a:lnTo>
                    <a:pt x="837936" y="1491840"/>
                  </a:lnTo>
                  <a:lnTo>
                    <a:pt x="847175" y="1491778"/>
                  </a:lnTo>
                  <a:lnTo>
                    <a:pt x="857624" y="1491811"/>
                  </a:lnTo>
                  <a:lnTo>
                    <a:pt x="870179" y="1491728"/>
                  </a:lnTo>
                  <a:lnTo>
                    <a:pt x="891964" y="1491532"/>
                  </a:lnTo>
                  <a:lnTo>
                    <a:pt x="899501" y="1491473"/>
                  </a:lnTo>
                  <a:lnTo>
                    <a:pt x="923807" y="1491288"/>
                  </a:lnTo>
                  <a:lnTo>
                    <a:pt x="932362" y="1491204"/>
                  </a:lnTo>
                  <a:lnTo>
                    <a:pt x="950585" y="1491084"/>
                  </a:lnTo>
                  <a:lnTo>
                    <a:pt x="980307" y="1490476"/>
                  </a:lnTo>
                  <a:lnTo>
                    <a:pt x="985700" y="1490366"/>
                  </a:lnTo>
                  <a:lnTo>
                    <a:pt x="988233" y="1490313"/>
                  </a:lnTo>
                  <a:lnTo>
                    <a:pt x="1005663" y="1489922"/>
                  </a:lnTo>
                  <a:lnTo>
                    <a:pt x="1025914" y="1489351"/>
                  </a:lnTo>
                  <a:lnTo>
                    <a:pt x="1053059" y="1488421"/>
                  </a:lnTo>
                  <a:lnTo>
                    <a:pt x="1065683" y="1487953"/>
                  </a:lnTo>
                  <a:lnTo>
                    <a:pt x="1110447" y="1486263"/>
                  </a:lnTo>
                  <a:lnTo>
                    <a:pt x="1110076" y="1494166"/>
                  </a:lnTo>
                  <a:lnTo>
                    <a:pt x="1109054" y="1501102"/>
                  </a:lnTo>
                  <a:lnTo>
                    <a:pt x="1105482" y="1505642"/>
                  </a:lnTo>
                  <a:lnTo>
                    <a:pt x="1102084" y="1511856"/>
                  </a:lnTo>
                  <a:lnTo>
                    <a:pt x="1095964" y="1515932"/>
                  </a:lnTo>
                  <a:lnTo>
                    <a:pt x="1089167" y="1522101"/>
                  </a:lnTo>
                  <a:lnTo>
                    <a:pt x="1087127" y="1526503"/>
                  </a:lnTo>
                  <a:lnTo>
                    <a:pt x="1087917" y="1529633"/>
                  </a:lnTo>
                  <a:lnTo>
                    <a:pt x="1088697" y="1530582"/>
                  </a:lnTo>
                  <a:lnTo>
                    <a:pt x="1093671" y="1536624"/>
                  </a:lnTo>
                  <a:lnTo>
                    <a:pt x="1097309" y="1543600"/>
                  </a:lnTo>
                  <a:lnTo>
                    <a:pt x="1100282" y="1548678"/>
                  </a:lnTo>
                  <a:lnTo>
                    <a:pt x="1103498" y="1551870"/>
                  </a:lnTo>
                  <a:lnTo>
                    <a:pt x="1108539" y="1551925"/>
                  </a:lnTo>
                  <a:lnTo>
                    <a:pt x="1113499" y="1554453"/>
                  </a:lnTo>
                  <a:lnTo>
                    <a:pt x="1117073" y="1555599"/>
                  </a:lnTo>
                  <a:lnTo>
                    <a:pt x="1120653" y="1559099"/>
                  </a:lnTo>
                  <a:lnTo>
                    <a:pt x="1121847" y="1561469"/>
                  </a:lnTo>
                  <a:lnTo>
                    <a:pt x="1123025" y="1563805"/>
                  </a:lnTo>
                  <a:lnTo>
                    <a:pt x="1123256" y="1568612"/>
                  </a:lnTo>
                  <a:lnTo>
                    <a:pt x="1124992" y="1604810"/>
                  </a:lnTo>
                  <a:lnTo>
                    <a:pt x="1126014" y="1626140"/>
                  </a:lnTo>
                  <a:lnTo>
                    <a:pt x="1127048" y="1647770"/>
                  </a:lnTo>
                  <a:lnTo>
                    <a:pt x="1127567" y="1658659"/>
                  </a:lnTo>
                  <a:lnTo>
                    <a:pt x="1128654" y="1681440"/>
                  </a:lnTo>
                  <a:lnTo>
                    <a:pt x="1129514" y="1701728"/>
                  </a:lnTo>
                  <a:lnTo>
                    <a:pt x="1131337" y="1744854"/>
                  </a:lnTo>
                  <a:lnTo>
                    <a:pt x="1132889" y="1781761"/>
                  </a:lnTo>
                  <a:lnTo>
                    <a:pt x="1133171" y="1788207"/>
                  </a:lnTo>
                  <a:lnTo>
                    <a:pt x="1120054" y="1788758"/>
                  </a:lnTo>
                  <a:lnTo>
                    <a:pt x="1121503" y="1792534"/>
                  </a:lnTo>
                  <a:lnTo>
                    <a:pt x="1120815" y="1796974"/>
                  </a:lnTo>
                  <a:lnTo>
                    <a:pt x="1127620" y="1802721"/>
                  </a:lnTo>
                  <a:lnTo>
                    <a:pt x="1127575" y="1807503"/>
                  </a:lnTo>
                  <a:lnTo>
                    <a:pt x="1127270" y="1813385"/>
                  </a:lnTo>
                  <a:lnTo>
                    <a:pt x="1122940" y="1814680"/>
                  </a:lnTo>
                  <a:lnTo>
                    <a:pt x="1124902" y="1818770"/>
                  </a:lnTo>
                  <a:lnTo>
                    <a:pt x="1125503" y="1820022"/>
                  </a:lnTo>
                  <a:lnTo>
                    <a:pt x="1128432" y="1823172"/>
                  </a:lnTo>
                  <a:lnTo>
                    <a:pt x="1132639" y="1822980"/>
                  </a:lnTo>
                  <a:lnTo>
                    <a:pt x="1134564" y="1832562"/>
                  </a:lnTo>
                  <a:lnTo>
                    <a:pt x="1136488" y="1836141"/>
                  </a:lnTo>
                  <a:lnTo>
                    <a:pt x="1135498" y="1840085"/>
                  </a:lnTo>
                  <a:lnTo>
                    <a:pt x="1135024" y="1841972"/>
                  </a:lnTo>
                  <a:lnTo>
                    <a:pt x="1130325" y="1845611"/>
                  </a:lnTo>
                  <a:lnTo>
                    <a:pt x="1132223" y="1849863"/>
                  </a:lnTo>
                  <a:lnTo>
                    <a:pt x="1129864" y="1853378"/>
                  </a:lnTo>
                  <a:lnTo>
                    <a:pt x="1131771" y="1855567"/>
                  </a:lnTo>
                  <a:lnTo>
                    <a:pt x="1128201" y="1860299"/>
                  </a:lnTo>
                  <a:lnTo>
                    <a:pt x="1128384" y="1862030"/>
                  </a:lnTo>
                  <a:lnTo>
                    <a:pt x="1128778" y="1865760"/>
                  </a:lnTo>
                  <a:lnTo>
                    <a:pt x="1125390" y="1872225"/>
                  </a:lnTo>
                  <a:lnTo>
                    <a:pt x="1121633" y="1878400"/>
                  </a:lnTo>
                  <a:lnTo>
                    <a:pt x="1121645" y="1885086"/>
                  </a:lnTo>
                  <a:lnTo>
                    <a:pt x="1124854" y="1889607"/>
                  </a:lnTo>
                  <a:lnTo>
                    <a:pt x="1131013" y="1895181"/>
                  </a:lnTo>
                  <a:lnTo>
                    <a:pt x="1135699" y="1904913"/>
                  </a:lnTo>
                  <a:lnTo>
                    <a:pt x="1136007" y="1905553"/>
                  </a:lnTo>
                  <a:lnTo>
                    <a:pt x="1134744" y="1910433"/>
                  </a:lnTo>
                  <a:lnTo>
                    <a:pt x="1136204" y="1911327"/>
                  </a:lnTo>
                  <a:lnTo>
                    <a:pt x="1139228" y="1913554"/>
                  </a:lnTo>
                  <a:lnTo>
                    <a:pt x="1134159" y="1914753"/>
                  </a:lnTo>
                  <a:lnTo>
                    <a:pt x="1131836" y="1911433"/>
                  </a:lnTo>
                  <a:lnTo>
                    <a:pt x="1123954" y="1912279"/>
                  </a:lnTo>
                  <a:lnTo>
                    <a:pt x="1122343" y="1909733"/>
                  </a:lnTo>
                  <a:lnTo>
                    <a:pt x="1119329" y="1904965"/>
                  </a:lnTo>
                  <a:lnTo>
                    <a:pt x="1114524" y="1900518"/>
                  </a:lnTo>
                  <a:lnTo>
                    <a:pt x="1115318" y="1893597"/>
                  </a:lnTo>
                  <a:lnTo>
                    <a:pt x="1107945" y="1893412"/>
                  </a:lnTo>
                  <a:lnTo>
                    <a:pt x="1105632" y="1889053"/>
                  </a:lnTo>
                  <a:lnTo>
                    <a:pt x="1105101" y="1888837"/>
                  </a:lnTo>
                  <a:lnTo>
                    <a:pt x="1095875" y="1885073"/>
                  </a:lnTo>
                  <a:lnTo>
                    <a:pt x="1090546" y="1886425"/>
                  </a:lnTo>
                  <a:lnTo>
                    <a:pt x="1085847" y="1882619"/>
                  </a:lnTo>
                  <a:lnTo>
                    <a:pt x="1084980" y="1881917"/>
                  </a:lnTo>
                  <a:lnTo>
                    <a:pt x="1075231" y="1881084"/>
                  </a:lnTo>
                  <a:lnTo>
                    <a:pt x="1072072" y="1878746"/>
                  </a:lnTo>
                  <a:lnTo>
                    <a:pt x="1067498" y="1875356"/>
                  </a:lnTo>
                  <a:lnTo>
                    <a:pt x="1065184" y="1871332"/>
                  </a:lnTo>
                  <a:lnTo>
                    <a:pt x="1059288" y="1869972"/>
                  </a:lnTo>
                  <a:lnTo>
                    <a:pt x="1055767" y="1871303"/>
                  </a:lnTo>
                  <a:lnTo>
                    <a:pt x="1048818" y="1870278"/>
                  </a:lnTo>
                  <a:lnTo>
                    <a:pt x="1045697" y="1872847"/>
                  </a:lnTo>
                  <a:lnTo>
                    <a:pt x="1042701" y="1872448"/>
                  </a:lnTo>
                  <a:lnTo>
                    <a:pt x="1039861" y="1872069"/>
                  </a:lnTo>
                  <a:lnTo>
                    <a:pt x="1032266" y="1871988"/>
                  </a:lnTo>
                  <a:lnTo>
                    <a:pt x="1028986" y="1872633"/>
                  </a:lnTo>
                  <a:lnTo>
                    <a:pt x="1023041" y="1873798"/>
                  </a:lnTo>
                  <a:lnTo>
                    <a:pt x="1013857" y="1872285"/>
                  </a:lnTo>
                  <a:lnTo>
                    <a:pt x="1008679" y="1871541"/>
                  </a:lnTo>
                  <a:lnTo>
                    <a:pt x="1006994" y="1873130"/>
                  </a:lnTo>
                  <a:lnTo>
                    <a:pt x="1004602" y="1879878"/>
                  </a:lnTo>
                  <a:lnTo>
                    <a:pt x="1000575" y="1883616"/>
                  </a:lnTo>
                  <a:lnTo>
                    <a:pt x="992849" y="1884478"/>
                  </a:lnTo>
                  <a:lnTo>
                    <a:pt x="986370" y="1879129"/>
                  </a:lnTo>
                  <a:lnTo>
                    <a:pt x="982330" y="1875302"/>
                  </a:lnTo>
                  <a:lnTo>
                    <a:pt x="981915" y="1875169"/>
                  </a:lnTo>
                  <a:lnTo>
                    <a:pt x="974634" y="1872846"/>
                  </a:lnTo>
                  <a:lnTo>
                    <a:pt x="970219" y="1871218"/>
                  </a:lnTo>
                  <a:lnTo>
                    <a:pt x="967624" y="1869844"/>
                  </a:lnTo>
                  <a:lnTo>
                    <a:pt x="960423" y="1866023"/>
                  </a:lnTo>
                  <a:lnTo>
                    <a:pt x="956024" y="1864764"/>
                  </a:lnTo>
                  <a:lnTo>
                    <a:pt x="951906" y="1860577"/>
                  </a:lnTo>
                  <a:lnTo>
                    <a:pt x="950042" y="1856259"/>
                  </a:lnTo>
                  <a:lnTo>
                    <a:pt x="918284" y="1856813"/>
                  </a:lnTo>
                  <a:lnTo>
                    <a:pt x="881341" y="1857246"/>
                  </a:lnTo>
                  <a:lnTo>
                    <a:pt x="855927" y="1857437"/>
                  </a:lnTo>
                  <a:lnTo>
                    <a:pt x="827205" y="1857549"/>
                  </a:lnTo>
                  <a:lnTo>
                    <a:pt x="795538" y="1857563"/>
                  </a:lnTo>
                  <a:lnTo>
                    <a:pt x="722638" y="1857084"/>
                  </a:lnTo>
                  <a:lnTo>
                    <a:pt x="701954" y="1856760"/>
                  </a:lnTo>
                  <a:lnTo>
                    <a:pt x="624302" y="1855029"/>
                  </a:lnTo>
                  <a:lnTo>
                    <a:pt x="594677" y="1854155"/>
                  </a:lnTo>
                  <a:lnTo>
                    <a:pt x="559844" y="1852995"/>
                  </a:lnTo>
                  <a:lnTo>
                    <a:pt x="540909" y="1852296"/>
                  </a:lnTo>
                  <a:lnTo>
                    <a:pt x="497731" y="1850521"/>
                  </a:lnTo>
                  <a:lnTo>
                    <a:pt x="495101" y="1850410"/>
                  </a:lnTo>
                  <a:lnTo>
                    <a:pt x="445354" y="1848129"/>
                  </a:lnTo>
                  <a:lnTo>
                    <a:pt x="447040" y="1812221"/>
                  </a:lnTo>
                  <a:lnTo>
                    <a:pt x="448111" y="1788876"/>
                  </a:lnTo>
                  <a:lnTo>
                    <a:pt x="448256" y="1785708"/>
                  </a:lnTo>
                  <a:lnTo>
                    <a:pt x="448572" y="1778845"/>
                  </a:lnTo>
                  <a:lnTo>
                    <a:pt x="450333" y="1742234"/>
                  </a:lnTo>
                  <a:lnTo>
                    <a:pt x="452105" y="1706528"/>
                  </a:lnTo>
                  <a:lnTo>
                    <a:pt x="452347" y="1701649"/>
                  </a:lnTo>
                  <a:lnTo>
                    <a:pt x="452777" y="1693008"/>
                  </a:lnTo>
                  <a:lnTo>
                    <a:pt x="454731" y="1653152"/>
                  </a:lnTo>
                  <a:lnTo>
                    <a:pt x="455465" y="1638210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h120"/>
            <p:cNvSpPr/>
            <p:nvPr/>
          </p:nvSpPr>
          <p:spPr>
            <a:xfrm>
              <a:off x="4542569" y="2611958"/>
              <a:ext cx="1287783" cy="1604382"/>
            </a:xfrm>
            <a:custGeom>
              <a:avLst/>
              <a:pathLst>
                <a:path w="1287783" h="1604382">
                  <a:moveTo>
                    <a:pt x="457200" y="1600200"/>
                  </a:moveTo>
                  <a:lnTo>
                    <a:pt x="460638" y="1598367"/>
                  </a:lnTo>
                  <a:lnTo>
                    <a:pt x="467405" y="1596278"/>
                  </a:lnTo>
                  <a:lnTo>
                    <a:pt x="468471" y="1591076"/>
                  </a:lnTo>
                  <a:lnTo>
                    <a:pt x="470140" y="1586208"/>
                  </a:lnTo>
                  <a:lnTo>
                    <a:pt x="477304" y="1586683"/>
                  </a:lnTo>
                  <a:lnTo>
                    <a:pt x="475769" y="1581097"/>
                  </a:lnTo>
                  <a:lnTo>
                    <a:pt x="475914" y="1576234"/>
                  </a:lnTo>
                  <a:lnTo>
                    <a:pt x="474827" y="1570530"/>
                  </a:lnTo>
                  <a:lnTo>
                    <a:pt x="467572" y="1568310"/>
                  </a:lnTo>
                  <a:lnTo>
                    <a:pt x="471694" y="1564087"/>
                  </a:lnTo>
                  <a:lnTo>
                    <a:pt x="474345" y="1556440"/>
                  </a:lnTo>
                  <a:lnTo>
                    <a:pt x="471246" y="1550950"/>
                  </a:lnTo>
                  <a:lnTo>
                    <a:pt x="475300" y="1548831"/>
                  </a:lnTo>
                  <a:lnTo>
                    <a:pt x="477948" y="1549498"/>
                  </a:lnTo>
                  <a:lnTo>
                    <a:pt x="479731" y="1544048"/>
                  </a:lnTo>
                  <a:lnTo>
                    <a:pt x="476819" y="1539502"/>
                  </a:lnTo>
                  <a:lnTo>
                    <a:pt x="476927" y="1532770"/>
                  </a:lnTo>
                  <a:lnTo>
                    <a:pt x="484999" y="1532884"/>
                  </a:lnTo>
                  <a:lnTo>
                    <a:pt x="486131" y="1530424"/>
                  </a:lnTo>
                  <a:lnTo>
                    <a:pt x="486723" y="1524411"/>
                  </a:lnTo>
                  <a:lnTo>
                    <a:pt x="492090" y="1521417"/>
                  </a:lnTo>
                  <a:lnTo>
                    <a:pt x="489515" y="1518697"/>
                  </a:lnTo>
                  <a:lnTo>
                    <a:pt x="483123" y="1513895"/>
                  </a:lnTo>
                  <a:lnTo>
                    <a:pt x="486444" y="1506070"/>
                  </a:lnTo>
                  <a:lnTo>
                    <a:pt x="491720" y="1506348"/>
                  </a:lnTo>
                  <a:lnTo>
                    <a:pt x="497940" y="1501211"/>
                  </a:lnTo>
                  <a:lnTo>
                    <a:pt x="504950" y="1497012"/>
                  </a:lnTo>
                  <a:lnTo>
                    <a:pt x="503812" y="1492370"/>
                  </a:lnTo>
                  <a:lnTo>
                    <a:pt x="504141" y="1489069"/>
                  </a:lnTo>
                  <a:lnTo>
                    <a:pt x="511388" y="1485524"/>
                  </a:lnTo>
                  <a:lnTo>
                    <a:pt x="511067" y="1484339"/>
                  </a:lnTo>
                  <a:lnTo>
                    <a:pt x="510518" y="1482313"/>
                  </a:lnTo>
                  <a:lnTo>
                    <a:pt x="506688" y="1479503"/>
                  </a:lnTo>
                  <a:lnTo>
                    <a:pt x="501340" y="1473548"/>
                  </a:lnTo>
                  <a:lnTo>
                    <a:pt x="505127" y="1470594"/>
                  </a:lnTo>
                  <a:lnTo>
                    <a:pt x="505503" y="1462796"/>
                  </a:lnTo>
                  <a:lnTo>
                    <a:pt x="508902" y="1459734"/>
                  </a:lnTo>
                  <a:lnTo>
                    <a:pt x="513532" y="1455156"/>
                  </a:lnTo>
                  <a:lnTo>
                    <a:pt x="509705" y="1449692"/>
                  </a:lnTo>
                  <a:lnTo>
                    <a:pt x="509290" y="1449452"/>
                  </a:lnTo>
                  <a:lnTo>
                    <a:pt x="502263" y="1445380"/>
                  </a:lnTo>
                  <a:lnTo>
                    <a:pt x="503390" y="1442324"/>
                  </a:lnTo>
                  <a:lnTo>
                    <a:pt x="511068" y="1442646"/>
                  </a:lnTo>
                  <a:lnTo>
                    <a:pt x="515296" y="1437160"/>
                  </a:lnTo>
                  <a:lnTo>
                    <a:pt x="509130" y="1434009"/>
                  </a:lnTo>
                  <a:lnTo>
                    <a:pt x="509774" y="1429688"/>
                  </a:lnTo>
                  <a:lnTo>
                    <a:pt x="515276" y="1428840"/>
                  </a:lnTo>
                  <a:lnTo>
                    <a:pt x="517489" y="1428498"/>
                  </a:lnTo>
                  <a:lnTo>
                    <a:pt x="518236" y="1424204"/>
                  </a:lnTo>
                  <a:lnTo>
                    <a:pt x="514469" y="1419454"/>
                  </a:lnTo>
                  <a:lnTo>
                    <a:pt x="515991" y="1414029"/>
                  </a:lnTo>
                  <a:lnTo>
                    <a:pt x="513672" y="1409816"/>
                  </a:lnTo>
                  <a:lnTo>
                    <a:pt x="525753" y="1408154"/>
                  </a:lnTo>
                  <a:lnTo>
                    <a:pt x="532871" y="1406959"/>
                  </a:lnTo>
                  <a:lnTo>
                    <a:pt x="546075" y="1404725"/>
                  </a:lnTo>
                  <a:lnTo>
                    <a:pt x="570603" y="1401945"/>
                  </a:lnTo>
                  <a:lnTo>
                    <a:pt x="583476" y="1400256"/>
                  </a:lnTo>
                  <a:lnTo>
                    <a:pt x="584210" y="1400159"/>
                  </a:lnTo>
                  <a:lnTo>
                    <a:pt x="585242" y="1400023"/>
                  </a:lnTo>
                  <a:lnTo>
                    <a:pt x="615003" y="1396035"/>
                  </a:lnTo>
                  <a:lnTo>
                    <a:pt x="615443" y="1395975"/>
                  </a:lnTo>
                  <a:lnTo>
                    <a:pt x="617707" y="1395684"/>
                  </a:lnTo>
                  <a:lnTo>
                    <a:pt x="653549" y="1390994"/>
                  </a:lnTo>
                  <a:lnTo>
                    <a:pt x="660849" y="1389767"/>
                  </a:lnTo>
                  <a:lnTo>
                    <a:pt x="661134" y="1389719"/>
                  </a:lnTo>
                  <a:lnTo>
                    <a:pt x="661942" y="1383117"/>
                  </a:lnTo>
                  <a:lnTo>
                    <a:pt x="658496" y="1373730"/>
                  </a:lnTo>
                  <a:lnTo>
                    <a:pt x="656261" y="1368072"/>
                  </a:lnTo>
                  <a:lnTo>
                    <a:pt x="662075" y="1367373"/>
                  </a:lnTo>
                  <a:lnTo>
                    <a:pt x="678300" y="1366689"/>
                  </a:lnTo>
                  <a:lnTo>
                    <a:pt x="678445" y="1370492"/>
                  </a:lnTo>
                  <a:lnTo>
                    <a:pt x="694077" y="1367741"/>
                  </a:lnTo>
                  <a:lnTo>
                    <a:pt x="699289" y="1366817"/>
                  </a:lnTo>
                  <a:lnTo>
                    <a:pt x="728159" y="1362043"/>
                  </a:lnTo>
                  <a:lnTo>
                    <a:pt x="729322" y="1361848"/>
                  </a:lnTo>
                  <a:lnTo>
                    <a:pt x="751054" y="1358182"/>
                  </a:lnTo>
                  <a:lnTo>
                    <a:pt x="756380" y="1357274"/>
                  </a:lnTo>
                  <a:lnTo>
                    <a:pt x="780731" y="1353078"/>
                  </a:lnTo>
                  <a:lnTo>
                    <a:pt x="785609" y="1352166"/>
                  </a:lnTo>
                  <a:lnTo>
                    <a:pt x="800989" y="1349270"/>
                  </a:lnTo>
                  <a:lnTo>
                    <a:pt x="805557" y="1349961"/>
                  </a:lnTo>
                  <a:lnTo>
                    <a:pt x="806668" y="1350128"/>
                  </a:lnTo>
                  <a:lnTo>
                    <a:pt x="810685" y="1347655"/>
                  </a:lnTo>
                  <a:lnTo>
                    <a:pt x="820232" y="1346624"/>
                  </a:lnTo>
                  <a:lnTo>
                    <a:pt x="840650" y="1344384"/>
                  </a:lnTo>
                  <a:lnTo>
                    <a:pt x="852904" y="1343014"/>
                  </a:lnTo>
                  <a:lnTo>
                    <a:pt x="863444" y="1341893"/>
                  </a:lnTo>
                  <a:lnTo>
                    <a:pt x="873549" y="1340805"/>
                  </a:lnTo>
                  <a:lnTo>
                    <a:pt x="881967" y="1339607"/>
                  </a:lnTo>
                  <a:lnTo>
                    <a:pt x="887561" y="1338807"/>
                  </a:lnTo>
                  <a:lnTo>
                    <a:pt x="911579" y="1335315"/>
                  </a:lnTo>
                  <a:lnTo>
                    <a:pt x="916619" y="1334049"/>
                  </a:lnTo>
                  <a:lnTo>
                    <a:pt x="930254" y="1330607"/>
                  </a:lnTo>
                  <a:lnTo>
                    <a:pt x="930756" y="1330479"/>
                  </a:lnTo>
                  <a:lnTo>
                    <a:pt x="932169" y="1330265"/>
                  </a:lnTo>
                  <a:lnTo>
                    <a:pt x="949913" y="1327549"/>
                  </a:lnTo>
                  <a:lnTo>
                    <a:pt x="961964" y="1326365"/>
                  </a:lnTo>
                  <a:lnTo>
                    <a:pt x="965036" y="1326060"/>
                  </a:lnTo>
                  <a:lnTo>
                    <a:pt x="980772" y="1324339"/>
                  </a:lnTo>
                  <a:lnTo>
                    <a:pt x="981450" y="1324235"/>
                  </a:lnTo>
                  <a:lnTo>
                    <a:pt x="1008873" y="1319958"/>
                  </a:lnTo>
                  <a:lnTo>
                    <a:pt x="1032319" y="1316017"/>
                  </a:lnTo>
                  <a:lnTo>
                    <a:pt x="1035671" y="1315448"/>
                  </a:lnTo>
                  <a:lnTo>
                    <a:pt x="1059167" y="1311246"/>
                  </a:lnTo>
                  <a:lnTo>
                    <a:pt x="1064768" y="1310397"/>
                  </a:lnTo>
                  <a:lnTo>
                    <a:pt x="1068348" y="1309851"/>
                  </a:lnTo>
                  <a:lnTo>
                    <a:pt x="1088348" y="1306411"/>
                  </a:lnTo>
                  <a:lnTo>
                    <a:pt x="1089439" y="1303881"/>
                  </a:lnTo>
                  <a:lnTo>
                    <a:pt x="1109328" y="1300082"/>
                  </a:lnTo>
                  <a:lnTo>
                    <a:pt x="1128470" y="1296378"/>
                  </a:lnTo>
                  <a:lnTo>
                    <a:pt x="1157005" y="1290891"/>
                  </a:lnTo>
                  <a:lnTo>
                    <a:pt x="1172055" y="1287955"/>
                  </a:lnTo>
                  <a:lnTo>
                    <a:pt x="1193580" y="1283257"/>
                  </a:lnTo>
                  <a:lnTo>
                    <a:pt x="1205437" y="1280643"/>
                  </a:lnTo>
                  <a:lnTo>
                    <a:pt x="1224249" y="1276701"/>
                  </a:lnTo>
                  <a:lnTo>
                    <a:pt x="1229192" y="1275658"/>
                  </a:lnTo>
                  <a:lnTo>
                    <a:pt x="1235949" y="1274226"/>
                  </a:lnTo>
                  <a:lnTo>
                    <a:pt x="1238713" y="1273630"/>
                  </a:lnTo>
                  <a:lnTo>
                    <a:pt x="1259276" y="1269169"/>
                  </a:lnTo>
                  <a:lnTo>
                    <a:pt x="1259854" y="1266235"/>
                  </a:lnTo>
                  <a:lnTo>
                    <a:pt x="1269207" y="1264356"/>
                  </a:lnTo>
                  <a:lnTo>
                    <a:pt x="1286738" y="1260804"/>
                  </a:lnTo>
                  <a:lnTo>
                    <a:pt x="1284356" y="1264376"/>
                  </a:lnTo>
                  <a:lnTo>
                    <a:pt x="1283452" y="1271127"/>
                  </a:lnTo>
                  <a:lnTo>
                    <a:pt x="1285614" y="1279442"/>
                  </a:lnTo>
                  <a:lnTo>
                    <a:pt x="1283170" y="1286953"/>
                  </a:lnTo>
                  <a:lnTo>
                    <a:pt x="1284625" y="1289641"/>
                  </a:lnTo>
                  <a:lnTo>
                    <a:pt x="1287783" y="1295478"/>
                  </a:lnTo>
                  <a:lnTo>
                    <a:pt x="1281579" y="1296535"/>
                  </a:lnTo>
                  <a:lnTo>
                    <a:pt x="1275163" y="1297155"/>
                  </a:lnTo>
                  <a:lnTo>
                    <a:pt x="1268966" y="1304307"/>
                  </a:lnTo>
                  <a:lnTo>
                    <a:pt x="1268318" y="1306319"/>
                  </a:lnTo>
                  <a:lnTo>
                    <a:pt x="1267317" y="1309427"/>
                  </a:lnTo>
                  <a:lnTo>
                    <a:pt x="1265696" y="1314449"/>
                  </a:lnTo>
                  <a:lnTo>
                    <a:pt x="1261507" y="1328603"/>
                  </a:lnTo>
                  <a:lnTo>
                    <a:pt x="1256828" y="1332000"/>
                  </a:lnTo>
                  <a:lnTo>
                    <a:pt x="1252356" y="1333136"/>
                  </a:lnTo>
                  <a:lnTo>
                    <a:pt x="1250249" y="1329542"/>
                  </a:lnTo>
                  <a:lnTo>
                    <a:pt x="1242811" y="1328251"/>
                  </a:lnTo>
                  <a:lnTo>
                    <a:pt x="1242054" y="1329076"/>
                  </a:lnTo>
                  <a:lnTo>
                    <a:pt x="1238234" y="1333240"/>
                  </a:lnTo>
                  <a:lnTo>
                    <a:pt x="1234963" y="1333194"/>
                  </a:lnTo>
                  <a:lnTo>
                    <a:pt x="1230580" y="1336467"/>
                  </a:lnTo>
                  <a:lnTo>
                    <a:pt x="1225201" y="1341669"/>
                  </a:lnTo>
                  <a:lnTo>
                    <a:pt x="1224715" y="1343102"/>
                  </a:lnTo>
                  <a:lnTo>
                    <a:pt x="1221615" y="1352224"/>
                  </a:lnTo>
                  <a:lnTo>
                    <a:pt x="1217927" y="1356127"/>
                  </a:lnTo>
                  <a:lnTo>
                    <a:pt x="1213690" y="1360603"/>
                  </a:lnTo>
                  <a:lnTo>
                    <a:pt x="1208001" y="1359193"/>
                  </a:lnTo>
                  <a:lnTo>
                    <a:pt x="1208302" y="1352568"/>
                  </a:lnTo>
                  <a:lnTo>
                    <a:pt x="1207041" y="1351411"/>
                  </a:lnTo>
                  <a:lnTo>
                    <a:pt x="1204235" y="1348835"/>
                  </a:lnTo>
                  <a:lnTo>
                    <a:pt x="1195766" y="1356201"/>
                  </a:lnTo>
                  <a:lnTo>
                    <a:pt x="1191026" y="1360461"/>
                  </a:lnTo>
                  <a:lnTo>
                    <a:pt x="1191167" y="1365562"/>
                  </a:lnTo>
                  <a:lnTo>
                    <a:pt x="1189000" y="1369597"/>
                  </a:lnTo>
                  <a:lnTo>
                    <a:pt x="1184073" y="1367643"/>
                  </a:lnTo>
                  <a:lnTo>
                    <a:pt x="1181137" y="1369978"/>
                  </a:lnTo>
                  <a:lnTo>
                    <a:pt x="1179638" y="1371170"/>
                  </a:lnTo>
                  <a:lnTo>
                    <a:pt x="1181911" y="1377349"/>
                  </a:lnTo>
                  <a:lnTo>
                    <a:pt x="1179281" y="1383903"/>
                  </a:lnTo>
                  <a:lnTo>
                    <a:pt x="1177131" y="1388398"/>
                  </a:lnTo>
                  <a:lnTo>
                    <a:pt x="1176264" y="1390208"/>
                  </a:lnTo>
                  <a:lnTo>
                    <a:pt x="1169235" y="1391008"/>
                  </a:lnTo>
                  <a:lnTo>
                    <a:pt x="1164699" y="1393416"/>
                  </a:lnTo>
                  <a:lnTo>
                    <a:pt x="1158638" y="1396268"/>
                  </a:lnTo>
                  <a:lnTo>
                    <a:pt x="1155867" y="1401642"/>
                  </a:lnTo>
                  <a:lnTo>
                    <a:pt x="1150438" y="1403920"/>
                  </a:lnTo>
                  <a:lnTo>
                    <a:pt x="1150384" y="1404072"/>
                  </a:lnTo>
                  <a:lnTo>
                    <a:pt x="1149804" y="1405717"/>
                  </a:lnTo>
                  <a:lnTo>
                    <a:pt x="1147617" y="1411915"/>
                  </a:lnTo>
                  <a:lnTo>
                    <a:pt x="1142602" y="1412581"/>
                  </a:lnTo>
                  <a:lnTo>
                    <a:pt x="1136347" y="1420092"/>
                  </a:lnTo>
                  <a:lnTo>
                    <a:pt x="1133477" y="1421716"/>
                  </a:lnTo>
                  <a:lnTo>
                    <a:pt x="1129814" y="1427514"/>
                  </a:lnTo>
                  <a:lnTo>
                    <a:pt x="1120862" y="1428790"/>
                  </a:lnTo>
                  <a:lnTo>
                    <a:pt x="1114360" y="1429907"/>
                  </a:lnTo>
                  <a:lnTo>
                    <a:pt x="1113405" y="1430160"/>
                  </a:lnTo>
                  <a:lnTo>
                    <a:pt x="1102743" y="1432978"/>
                  </a:lnTo>
                  <a:lnTo>
                    <a:pt x="1096058" y="1439717"/>
                  </a:lnTo>
                  <a:lnTo>
                    <a:pt x="1090262" y="1446628"/>
                  </a:lnTo>
                  <a:lnTo>
                    <a:pt x="1086936" y="1448994"/>
                  </a:lnTo>
                  <a:lnTo>
                    <a:pt x="1086417" y="1449363"/>
                  </a:lnTo>
                  <a:lnTo>
                    <a:pt x="1085115" y="1450289"/>
                  </a:lnTo>
                  <a:lnTo>
                    <a:pt x="1081249" y="1456755"/>
                  </a:lnTo>
                  <a:lnTo>
                    <a:pt x="1083423" y="1460863"/>
                  </a:lnTo>
                  <a:lnTo>
                    <a:pt x="1080886" y="1464302"/>
                  </a:lnTo>
                  <a:lnTo>
                    <a:pt x="1083454" y="1470465"/>
                  </a:lnTo>
                  <a:lnTo>
                    <a:pt x="1082975" y="1471020"/>
                  </a:lnTo>
                  <a:lnTo>
                    <a:pt x="1077111" y="1477811"/>
                  </a:lnTo>
                  <a:lnTo>
                    <a:pt x="1069180" y="1480176"/>
                  </a:lnTo>
                  <a:lnTo>
                    <a:pt x="1064078" y="1477554"/>
                  </a:lnTo>
                  <a:lnTo>
                    <a:pt x="1059038" y="1483887"/>
                  </a:lnTo>
                  <a:lnTo>
                    <a:pt x="1059136" y="1486502"/>
                  </a:lnTo>
                  <a:lnTo>
                    <a:pt x="1060140" y="1513804"/>
                  </a:lnTo>
                  <a:lnTo>
                    <a:pt x="1041417" y="1517362"/>
                  </a:lnTo>
                  <a:lnTo>
                    <a:pt x="1030156" y="1519415"/>
                  </a:lnTo>
                  <a:lnTo>
                    <a:pt x="1019553" y="1521408"/>
                  </a:lnTo>
                  <a:lnTo>
                    <a:pt x="1014707" y="1522307"/>
                  </a:lnTo>
                  <a:lnTo>
                    <a:pt x="1011238" y="1522948"/>
                  </a:lnTo>
                  <a:lnTo>
                    <a:pt x="1006147" y="1523887"/>
                  </a:lnTo>
                  <a:lnTo>
                    <a:pt x="994569" y="1526057"/>
                  </a:lnTo>
                  <a:lnTo>
                    <a:pt x="994280" y="1526111"/>
                  </a:lnTo>
                  <a:lnTo>
                    <a:pt x="987739" y="1527329"/>
                  </a:lnTo>
                  <a:lnTo>
                    <a:pt x="965729" y="1531481"/>
                  </a:lnTo>
                  <a:lnTo>
                    <a:pt x="964477" y="1531715"/>
                  </a:lnTo>
                  <a:lnTo>
                    <a:pt x="955845" y="1533438"/>
                  </a:lnTo>
                  <a:lnTo>
                    <a:pt x="953740" y="1533856"/>
                  </a:lnTo>
                  <a:lnTo>
                    <a:pt x="944760" y="1535340"/>
                  </a:lnTo>
                  <a:lnTo>
                    <a:pt x="931609" y="1537495"/>
                  </a:lnTo>
                  <a:lnTo>
                    <a:pt x="904665" y="1541796"/>
                  </a:lnTo>
                  <a:lnTo>
                    <a:pt x="860549" y="1548646"/>
                  </a:lnTo>
                  <a:lnTo>
                    <a:pt x="859796" y="1548772"/>
                  </a:lnTo>
                  <a:lnTo>
                    <a:pt x="844814" y="1551262"/>
                  </a:lnTo>
                  <a:lnTo>
                    <a:pt x="813010" y="1556198"/>
                  </a:lnTo>
                  <a:lnTo>
                    <a:pt x="807696" y="1556926"/>
                  </a:lnTo>
                  <a:lnTo>
                    <a:pt x="769875" y="1562011"/>
                  </a:lnTo>
                  <a:lnTo>
                    <a:pt x="769277" y="1562090"/>
                  </a:lnTo>
                  <a:lnTo>
                    <a:pt x="768533" y="1562193"/>
                  </a:lnTo>
                  <a:lnTo>
                    <a:pt x="748254" y="1564983"/>
                  </a:lnTo>
                  <a:lnTo>
                    <a:pt x="729955" y="1567457"/>
                  </a:lnTo>
                  <a:lnTo>
                    <a:pt x="728043" y="1567713"/>
                  </a:lnTo>
                  <a:lnTo>
                    <a:pt x="705131" y="1570827"/>
                  </a:lnTo>
                  <a:lnTo>
                    <a:pt x="691705" y="1572732"/>
                  </a:lnTo>
                  <a:lnTo>
                    <a:pt x="690179" y="1572947"/>
                  </a:lnTo>
                  <a:lnTo>
                    <a:pt x="669664" y="1575598"/>
                  </a:lnTo>
                  <a:lnTo>
                    <a:pt x="670150" y="1577083"/>
                  </a:lnTo>
                  <a:lnTo>
                    <a:pt x="664292" y="1577927"/>
                  </a:lnTo>
                  <a:lnTo>
                    <a:pt x="653641" y="1579376"/>
                  </a:lnTo>
                  <a:lnTo>
                    <a:pt x="651927" y="1579608"/>
                  </a:lnTo>
                  <a:lnTo>
                    <a:pt x="642895" y="1580825"/>
                  </a:lnTo>
                  <a:lnTo>
                    <a:pt x="610899" y="1585261"/>
                  </a:lnTo>
                  <a:lnTo>
                    <a:pt x="607216" y="1585758"/>
                  </a:lnTo>
                  <a:lnTo>
                    <a:pt x="587596" y="1588378"/>
                  </a:lnTo>
                  <a:lnTo>
                    <a:pt x="586644" y="1588504"/>
                  </a:lnTo>
                  <a:lnTo>
                    <a:pt x="569279" y="1590819"/>
                  </a:lnTo>
                  <a:lnTo>
                    <a:pt x="553664" y="1592870"/>
                  </a:lnTo>
                  <a:lnTo>
                    <a:pt x="545341" y="1593952"/>
                  </a:lnTo>
                  <a:lnTo>
                    <a:pt x="524170" y="1596547"/>
                  </a:lnTo>
                  <a:lnTo>
                    <a:pt x="517834" y="1597314"/>
                  </a:lnTo>
                  <a:lnTo>
                    <a:pt x="516040" y="1597530"/>
                  </a:lnTo>
                  <a:lnTo>
                    <a:pt x="508862" y="1598392"/>
                  </a:lnTo>
                  <a:lnTo>
                    <a:pt x="456754" y="1604382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h121"/>
            <p:cNvSpPr/>
            <p:nvPr/>
          </p:nvSpPr>
          <p:spPr>
            <a:xfrm>
              <a:off x="2852131" y="3026667"/>
              <a:ext cx="1853632" cy="2370278"/>
            </a:xfrm>
            <a:custGeom>
              <a:avLst/>
              <a:pathLst>
                <a:path w="1853632" h="2370278">
                  <a:moveTo>
                    <a:pt x="457200" y="1600200"/>
                  </a:moveTo>
                  <a:lnTo>
                    <a:pt x="456972" y="1593091"/>
                  </a:lnTo>
                  <a:lnTo>
                    <a:pt x="458446" y="1589582"/>
                  </a:lnTo>
                  <a:lnTo>
                    <a:pt x="469493" y="1590389"/>
                  </a:lnTo>
                  <a:lnTo>
                    <a:pt x="483957" y="1591425"/>
                  </a:lnTo>
                  <a:lnTo>
                    <a:pt x="502617" y="1592727"/>
                  </a:lnTo>
                  <a:lnTo>
                    <a:pt x="524054" y="1594230"/>
                  </a:lnTo>
                  <a:lnTo>
                    <a:pt x="550225" y="1595995"/>
                  </a:lnTo>
                  <a:lnTo>
                    <a:pt x="613328" y="1600220"/>
                  </a:lnTo>
                  <a:lnTo>
                    <a:pt x="638268" y="1601688"/>
                  </a:lnTo>
                  <a:lnTo>
                    <a:pt x="645743" y="1602114"/>
                  </a:lnTo>
                  <a:lnTo>
                    <a:pt x="667362" y="1603313"/>
                  </a:lnTo>
                  <a:lnTo>
                    <a:pt x="732912" y="1606678"/>
                  </a:lnTo>
                  <a:lnTo>
                    <a:pt x="737606" y="1606894"/>
                  </a:lnTo>
                  <a:lnTo>
                    <a:pt x="764867" y="1608101"/>
                  </a:lnTo>
                  <a:lnTo>
                    <a:pt x="806866" y="1609800"/>
                  </a:lnTo>
                  <a:lnTo>
                    <a:pt x="834641" y="1610815"/>
                  </a:lnTo>
                  <a:lnTo>
                    <a:pt x="834976" y="1600134"/>
                  </a:lnTo>
                  <a:lnTo>
                    <a:pt x="835200" y="1592980"/>
                  </a:lnTo>
                  <a:lnTo>
                    <a:pt x="836639" y="1546407"/>
                  </a:lnTo>
                  <a:lnTo>
                    <a:pt x="836889" y="1538282"/>
                  </a:lnTo>
                  <a:lnTo>
                    <a:pt x="837425" y="1521118"/>
                  </a:lnTo>
                  <a:lnTo>
                    <a:pt x="837899" y="1505997"/>
                  </a:lnTo>
                  <a:lnTo>
                    <a:pt x="838479" y="1492444"/>
                  </a:lnTo>
                  <a:lnTo>
                    <a:pt x="839855" y="1460317"/>
                  </a:lnTo>
                  <a:lnTo>
                    <a:pt x="840899" y="1439422"/>
                  </a:lnTo>
                  <a:lnTo>
                    <a:pt x="842024" y="1416919"/>
                  </a:lnTo>
                  <a:lnTo>
                    <a:pt x="843577" y="1385528"/>
                  </a:lnTo>
                  <a:lnTo>
                    <a:pt x="844985" y="1354048"/>
                  </a:lnTo>
                  <a:lnTo>
                    <a:pt x="845842" y="1326435"/>
                  </a:lnTo>
                  <a:lnTo>
                    <a:pt x="845881" y="1325185"/>
                  </a:lnTo>
                  <a:lnTo>
                    <a:pt x="846138" y="1316922"/>
                  </a:lnTo>
                  <a:lnTo>
                    <a:pt x="847190" y="1287208"/>
                  </a:lnTo>
                  <a:lnTo>
                    <a:pt x="847733" y="1271424"/>
                  </a:lnTo>
                  <a:lnTo>
                    <a:pt x="848569" y="1245838"/>
                  </a:lnTo>
                  <a:lnTo>
                    <a:pt x="849342" y="1222251"/>
                  </a:lnTo>
                  <a:lnTo>
                    <a:pt x="849507" y="1217496"/>
                  </a:lnTo>
                  <a:lnTo>
                    <a:pt x="851400" y="1163115"/>
                  </a:lnTo>
                  <a:lnTo>
                    <a:pt x="851897" y="1148637"/>
                  </a:lnTo>
                  <a:lnTo>
                    <a:pt x="853243" y="1109533"/>
                  </a:lnTo>
                  <a:lnTo>
                    <a:pt x="854966" y="1054384"/>
                  </a:lnTo>
                  <a:lnTo>
                    <a:pt x="858918" y="1054532"/>
                  </a:lnTo>
                  <a:lnTo>
                    <a:pt x="943006" y="1057122"/>
                  </a:lnTo>
                  <a:lnTo>
                    <a:pt x="956034" y="1057479"/>
                  </a:lnTo>
                  <a:lnTo>
                    <a:pt x="976638" y="1058003"/>
                  </a:lnTo>
                  <a:lnTo>
                    <a:pt x="996932" y="1058434"/>
                  </a:lnTo>
                  <a:lnTo>
                    <a:pt x="1050889" y="1059338"/>
                  </a:lnTo>
                  <a:lnTo>
                    <a:pt x="1064010" y="1059462"/>
                  </a:lnTo>
                  <a:lnTo>
                    <a:pt x="1071020" y="1059519"/>
                  </a:lnTo>
                  <a:lnTo>
                    <a:pt x="1100223" y="1059802"/>
                  </a:lnTo>
                  <a:lnTo>
                    <a:pt x="1104877" y="1059829"/>
                  </a:lnTo>
                  <a:lnTo>
                    <a:pt x="1128429" y="1059926"/>
                  </a:lnTo>
                  <a:lnTo>
                    <a:pt x="1159206" y="1059982"/>
                  </a:lnTo>
                  <a:lnTo>
                    <a:pt x="1159542" y="1059982"/>
                  </a:lnTo>
                  <a:lnTo>
                    <a:pt x="1159543" y="1115002"/>
                  </a:lnTo>
                  <a:lnTo>
                    <a:pt x="1159543" y="1136613"/>
                  </a:lnTo>
                  <a:lnTo>
                    <a:pt x="1159543" y="1169081"/>
                  </a:lnTo>
                  <a:lnTo>
                    <a:pt x="1159544" y="1193448"/>
                  </a:lnTo>
                  <a:lnTo>
                    <a:pt x="1159544" y="1223125"/>
                  </a:lnTo>
                  <a:lnTo>
                    <a:pt x="1159544" y="1242039"/>
                  </a:lnTo>
                  <a:lnTo>
                    <a:pt x="1159544" y="1277142"/>
                  </a:lnTo>
                  <a:lnTo>
                    <a:pt x="1159544" y="1300144"/>
                  </a:lnTo>
                  <a:lnTo>
                    <a:pt x="1159827" y="1300066"/>
                  </a:lnTo>
                  <a:lnTo>
                    <a:pt x="1166843" y="1298135"/>
                  </a:lnTo>
                  <a:lnTo>
                    <a:pt x="1175824" y="1306759"/>
                  </a:lnTo>
                  <a:lnTo>
                    <a:pt x="1178284" y="1309117"/>
                  </a:lnTo>
                  <a:lnTo>
                    <a:pt x="1183783" y="1315609"/>
                  </a:lnTo>
                  <a:lnTo>
                    <a:pt x="1190847" y="1322297"/>
                  </a:lnTo>
                  <a:lnTo>
                    <a:pt x="1200783" y="1323042"/>
                  </a:lnTo>
                  <a:lnTo>
                    <a:pt x="1202366" y="1318952"/>
                  </a:lnTo>
                  <a:lnTo>
                    <a:pt x="1213644" y="1320227"/>
                  </a:lnTo>
                  <a:lnTo>
                    <a:pt x="1214061" y="1320274"/>
                  </a:lnTo>
                  <a:lnTo>
                    <a:pt x="1219278" y="1322220"/>
                  </a:lnTo>
                  <a:lnTo>
                    <a:pt x="1221853" y="1314575"/>
                  </a:lnTo>
                  <a:lnTo>
                    <a:pt x="1226442" y="1315162"/>
                  </a:lnTo>
                  <a:lnTo>
                    <a:pt x="1234216" y="1321347"/>
                  </a:lnTo>
                  <a:lnTo>
                    <a:pt x="1239812" y="1328873"/>
                  </a:lnTo>
                  <a:lnTo>
                    <a:pt x="1240855" y="1330275"/>
                  </a:lnTo>
                  <a:lnTo>
                    <a:pt x="1243238" y="1342583"/>
                  </a:lnTo>
                  <a:lnTo>
                    <a:pt x="1249226" y="1343138"/>
                  </a:lnTo>
                  <a:lnTo>
                    <a:pt x="1256745" y="1344060"/>
                  </a:lnTo>
                  <a:lnTo>
                    <a:pt x="1262504" y="1343063"/>
                  </a:lnTo>
                  <a:lnTo>
                    <a:pt x="1267731" y="1343509"/>
                  </a:lnTo>
                  <a:lnTo>
                    <a:pt x="1268982" y="1343615"/>
                  </a:lnTo>
                  <a:lnTo>
                    <a:pt x="1276064" y="1348874"/>
                  </a:lnTo>
                  <a:lnTo>
                    <a:pt x="1282827" y="1349344"/>
                  </a:lnTo>
                  <a:lnTo>
                    <a:pt x="1290054" y="1352322"/>
                  </a:lnTo>
                  <a:lnTo>
                    <a:pt x="1294923" y="1351981"/>
                  </a:lnTo>
                  <a:lnTo>
                    <a:pt x="1299206" y="1348042"/>
                  </a:lnTo>
                  <a:lnTo>
                    <a:pt x="1303132" y="1349002"/>
                  </a:lnTo>
                  <a:lnTo>
                    <a:pt x="1306561" y="1349838"/>
                  </a:lnTo>
                  <a:lnTo>
                    <a:pt x="1311719" y="1356432"/>
                  </a:lnTo>
                  <a:lnTo>
                    <a:pt x="1317272" y="1360132"/>
                  </a:lnTo>
                  <a:lnTo>
                    <a:pt x="1322563" y="1357847"/>
                  </a:lnTo>
                  <a:lnTo>
                    <a:pt x="1323498" y="1357443"/>
                  </a:lnTo>
                  <a:lnTo>
                    <a:pt x="1325060" y="1352046"/>
                  </a:lnTo>
                  <a:lnTo>
                    <a:pt x="1328554" y="1348434"/>
                  </a:lnTo>
                  <a:lnTo>
                    <a:pt x="1333253" y="1349665"/>
                  </a:lnTo>
                  <a:lnTo>
                    <a:pt x="1342951" y="1351841"/>
                  </a:lnTo>
                  <a:lnTo>
                    <a:pt x="1348784" y="1353335"/>
                  </a:lnTo>
                  <a:lnTo>
                    <a:pt x="1351883" y="1349922"/>
                  </a:lnTo>
                  <a:lnTo>
                    <a:pt x="1353410" y="1348239"/>
                  </a:lnTo>
                  <a:lnTo>
                    <a:pt x="1356019" y="1354399"/>
                  </a:lnTo>
                  <a:lnTo>
                    <a:pt x="1356181" y="1361282"/>
                  </a:lnTo>
                  <a:lnTo>
                    <a:pt x="1357978" y="1366962"/>
                  </a:lnTo>
                  <a:lnTo>
                    <a:pt x="1365979" y="1367576"/>
                  </a:lnTo>
                  <a:lnTo>
                    <a:pt x="1372003" y="1368040"/>
                  </a:lnTo>
                  <a:lnTo>
                    <a:pt x="1371547" y="1376302"/>
                  </a:lnTo>
                  <a:lnTo>
                    <a:pt x="1371821" y="1380397"/>
                  </a:lnTo>
                  <a:lnTo>
                    <a:pt x="1371927" y="1381979"/>
                  </a:lnTo>
                  <a:lnTo>
                    <a:pt x="1380862" y="1385351"/>
                  </a:lnTo>
                  <a:lnTo>
                    <a:pt x="1387230" y="1381379"/>
                  </a:lnTo>
                  <a:lnTo>
                    <a:pt x="1391620" y="1375693"/>
                  </a:lnTo>
                  <a:lnTo>
                    <a:pt x="1400538" y="1367267"/>
                  </a:lnTo>
                  <a:lnTo>
                    <a:pt x="1407096" y="1369966"/>
                  </a:lnTo>
                  <a:lnTo>
                    <a:pt x="1408579" y="1375615"/>
                  </a:lnTo>
                  <a:lnTo>
                    <a:pt x="1412267" y="1378362"/>
                  </a:lnTo>
                  <a:lnTo>
                    <a:pt x="1412581" y="1378596"/>
                  </a:lnTo>
                  <a:lnTo>
                    <a:pt x="1419949" y="1375919"/>
                  </a:lnTo>
                  <a:lnTo>
                    <a:pt x="1420204" y="1376296"/>
                  </a:lnTo>
                  <a:lnTo>
                    <a:pt x="1423730" y="1381507"/>
                  </a:lnTo>
                  <a:lnTo>
                    <a:pt x="1424641" y="1387316"/>
                  </a:lnTo>
                  <a:lnTo>
                    <a:pt x="1432042" y="1387625"/>
                  </a:lnTo>
                  <a:lnTo>
                    <a:pt x="1437553" y="1381802"/>
                  </a:lnTo>
                  <a:lnTo>
                    <a:pt x="1444893" y="1377208"/>
                  </a:lnTo>
                  <a:lnTo>
                    <a:pt x="1448989" y="1375350"/>
                  </a:lnTo>
                  <a:lnTo>
                    <a:pt x="1453327" y="1383495"/>
                  </a:lnTo>
                  <a:lnTo>
                    <a:pt x="1449420" y="1388264"/>
                  </a:lnTo>
                  <a:lnTo>
                    <a:pt x="1455578" y="1398933"/>
                  </a:lnTo>
                  <a:lnTo>
                    <a:pt x="1461582" y="1397103"/>
                  </a:lnTo>
                  <a:lnTo>
                    <a:pt x="1461768" y="1392271"/>
                  </a:lnTo>
                  <a:lnTo>
                    <a:pt x="1462582" y="1387459"/>
                  </a:lnTo>
                  <a:lnTo>
                    <a:pt x="1464776" y="1382063"/>
                  </a:lnTo>
                  <a:lnTo>
                    <a:pt x="1471935" y="1378002"/>
                  </a:lnTo>
                  <a:lnTo>
                    <a:pt x="1471481" y="1374064"/>
                  </a:lnTo>
                  <a:lnTo>
                    <a:pt x="1475149" y="1370701"/>
                  </a:lnTo>
                  <a:lnTo>
                    <a:pt x="1475943" y="1370619"/>
                  </a:lnTo>
                  <a:lnTo>
                    <a:pt x="1477004" y="1370510"/>
                  </a:lnTo>
                  <a:lnTo>
                    <a:pt x="1480008" y="1370199"/>
                  </a:lnTo>
                  <a:lnTo>
                    <a:pt x="1481021" y="1375642"/>
                  </a:lnTo>
                  <a:lnTo>
                    <a:pt x="1486075" y="1382357"/>
                  </a:lnTo>
                  <a:lnTo>
                    <a:pt x="1491819" y="1379459"/>
                  </a:lnTo>
                  <a:lnTo>
                    <a:pt x="1493746" y="1382717"/>
                  </a:lnTo>
                  <a:lnTo>
                    <a:pt x="1500457" y="1383741"/>
                  </a:lnTo>
                  <a:lnTo>
                    <a:pt x="1503404" y="1378054"/>
                  </a:lnTo>
                  <a:lnTo>
                    <a:pt x="1505530" y="1373016"/>
                  </a:lnTo>
                  <a:lnTo>
                    <a:pt x="1512430" y="1376909"/>
                  </a:lnTo>
                  <a:lnTo>
                    <a:pt x="1512913" y="1377181"/>
                  </a:lnTo>
                  <a:lnTo>
                    <a:pt x="1512842" y="1383343"/>
                  </a:lnTo>
                  <a:lnTo>
                    <a:pt x="1514966" y="1384721"/>
                  </a:lnTo>
                  <a:lnTo>
                    <a:pt x="1520056" y="1384636"/>
                  </a:lnTo>
                  <a:lnTo>
                    <a:pt x="1522495" y="1390065"/>
                  </a:lnTo>
                  <a:lnTo>
                    <a:pt x="1529290" y="1388967"/>
                  </a:lnTo>
                  <a:lnTo>
                    <a:pt x="1532864" y="1392997"/>
                  </a:lnTo>
                  <a:lnTo>
                    <a:pt x="1535482" y="1396694"/>
                  </a:lnTo>
                  <a:lnTo>
                    <a:pt x="1537297" y="1399256"/>
                  </a:lnTo>
                  <a:lnTo>
                    <a:pt x="1542886" y="1393965"/>
                  </a:lnTo>
                  <a:lnTo>
                    <a:pt x="1545842" y="1389536"/>
                  </a:lnTo>
                  <a:lnTo>
                    <a:pt x="1550951" y="1392000"/>
                  </a:lnTo>
                  <a:lnTo>
                    <a:pt x="1556496" y="1385246"/>
                  </a:lnTo>
                  <a:lnTo>
                    <a:pt x="1558556" y="1381267"/>
                  </a:lnTo>
                  <a:lnTo>
                    <a:pt x="1567592" y="1379667"/>
                  </a:lnTo>
                  <a:lnTo>
                    <a:pt x="1580732" y="1374891"/>
                  </a:lnTo>
                  <a:lnTo>
                    <a:pt x="1585744" y="1376043"/>
                  </a:lnTo>
                  <a:lnTo>
                    <a:pt x="1590174" y="1376253"/>
                  </a:lnTo>
                  <a:lnTo>
                    <a:pt x="1592699" y="1376372"/>
                  </a:lnTo>
                  <a:lnTo>
                    <a:pt x="1595827" y="1374487"/>
                  </a:lnTo>
                  <a:lnTo>
                    <a:pt x="1601092" y="1371310"/>
                  </a:lnTo>
                  <a:lnTo>
                    <a:pt x="1608024" y="1369736"/>
                  </a:lnTo>
                  <a:lnTo>
                    <a:pt x="1614763" y="1366745"/>
                  </a:lnTo>
                  <a:lnTo>
                    <a:pt x="1619598" y="1366515"/>
                  </a:lnTo>
                  <a:lnTo>
                    <a:pt x="1623107" y="1371477"/>
                  </a:lnTo>
                  <a:lnTo>
                    <a:pt x="1631271" y="1373105"/>
                  </a:lnTo>
                  <a:lnTo>
                    <a:pt x="1641112" y="1372704"/>
                  </a:lnTo>
                  <a:lnTo>
                    <a:pt x="1645410" y="1371718"/>
                  </a:lnTo>
                  <a:lnTo>
                    <a:pt x="1648180" y="1371081"/>
                  </a:lnTo>
                  <a:lnTo>
                    <a:pt x="1650944" y="1364488"/>
                  </a:lnTo>
                  <a:lnTo>
                    <a:pt x="1653558" y="1360345"/>
                  </a:lnTo>
                  <a:lnTo>
                    <a:pt x="1660991" y="1362834"/>
                  </a:lnTo>
                  <a:lnTo>
                    <a:pt x="1661671" y="1363061"/>
                  </a:lnTo>
                  <a:lnTo>
                    <a:pt x="1667502" y="1366633"/>
                  </a:lnTo>
                  <a:lnTo>
                    <a:pt x="1672783" y="1371563"/>
                  </a:lnTo>
                  <a:lnTo>
                    <a:pt x="1679567" y="1372440"/>
                  </a:lnTo>
                  <a:lnTo>
                    <a:pt x="1684197" y="1377344"/>
                  </a:lnTo>
                  <a:lnTo>
                    <a:pt x="1688283" y="1381341"/>
                  </a:lnTo>
                  <a:lnTo>
                    <a:pt x="1694810" y="1385516"/>
                  </a:lnTo>
                  <a:lnTo>
                    <a:pt x="1702572" y="1383976"/>
                  </a:lnTo>
                  <a:lnTo>
                    <a:pt x="1706303" y="1387117"/>
                  </a:lnTo>
                  <a:lnTo>
                    <a:pt x="1708164" y="1388684"/>
                  </a:lnTo>
                  <a:lnTo>
                    <a:pt x="1717134" y="1392319"/>
                  </a:lnTo>
                  <a:lnTo>
                    <a:pt x="1723142" y="1392374"/>
                  </a:lnTo>
                  <a:lnTo>
                    <a:pt x="1728039" y="1398017"/>
                  </a:lnTo>
                  <a:lnTo>
                    <a:pt x="1732390" y="1395749"/>
                  </a:lnTo>
                  <a:lnTo>
                    <a:pt x="1739757" y="1402788"/>
                  </a:lnTo>
                  <a:lnTo>
                    <a:pt x="1743060" y="1404022"/>
                  </a:lnTo>
                  <a:lnTo>
                    <a:pt x="1746643" y="1404908"/>
                  </a:lnTo>
                  <a:lnTo>
                    <a:pt x="1748199" y="1403487"/>
                  </a:lnTo>
                  <a:lnTo>
                    <a:pt x="1751817" y="1403567"/>
                  </a:lnTo>
                  <a:lnTo>
                    <a:pt x="1758458" y="1401603"/>
                  </a:lnTo>
                  <a:lnTo>
                    <a:pt x="1761125" y="1402178"/>
                  </a:lnTo>
                  <a:lnTo>
                    <a:pt x="1764097" y="1399298"/>
                  </a:lnTo>
                  <a:lnTo>
                    <a:pt x="1768395" y="1400800"/>
                  </a:lnTo>
                  <a:lnTo>
                    <a:pt x="1775736" y="1400972"/>
                  </a:lnTo>
                  <a:lnTo>
                    <a:pt x="1778930" y="1403330"/>
                  </a:lnTo>
                  <a:lnTo>
                    <a:pt x="1779867" y="1417601"/>
                  </a:lnTo>
                  <a:lnTo>
                    <a:pt x="1780669" y="1430605"/>
                  </a:lnTo>
                  <a:lnTo>
                    <a:pt x="1781138" y="1437920"/>
                  </a:lnTo>
                  <a:lnTo>
                    <a:pt x="1782013" y="1451615"/>
                  </a:lnTo>
                  <a:lnTo>
                    <a:pt x="1783068" y="1469030"/>
                  </a:lnTo>
                  <a:lnTo>
                    <a:pt x="1784119" y="1486079"/>
                  </a:lnTo>
                  <a:lnTo>
                    <a:pt x="1784754" y="1496398"/>
                  </a:lnTo>
                  <a:lnTo>
                    <a:pt x="1785547" y="1509286"/>
                  </a:lnTo>
                  <a:lnTo>
                    <a:pt x="1786522" y="1525175"/>
                  </a:lnTo>
                  <a:lnTo>
                    <a:pt x="1787857" y="1546390"/>
                  </a:lnTo>
                  <a:lnTo>
                    <a:pt x="1788079" y="1549933"/>
                  </a:lnTo>
                  <a:lnTo>
                    <a:pt x="1789349" y="1570592"/>
                  </a:lnTo>
                  <a:lnTo>
                    <a:pt x="1789789" y="1577759"/>
                  </a:lnTo>
                  <a:lnTo>
                    <a:pt x="1790975" y="1595703"/>
                  </a:lnTo>
                  <a:lnTo>
                    <a:pt x="1792382" y="1597179"/>
                  </a:lnTo>
                  <a:lnTo>
                    <a:pt x="1798284" y="1603363"/>
                  </a:lnTo>
                  <a:lnTo>
                    <a:pt x="1805726" y="1606958"/>
                  </a:lnTo>
                  <a:lnTo>
                    <a:pt x="1809417" y="1612747"/>
                  </a:lnTo>
                  <a:lnTo>
                    <a:pt x="1812351" y="1617343"/>
                  </a:lnTo>
                  <a:lnTo>
                    <a:pt x="1818462" y="1629879"/>
                  </a:lnTo>
                  <a:lnTo>
                    <a:pt x="1817645" y="1639618"/>
                  </a:lnTo>
                  <a:lnTo>
                    <a:pt x="1816005" y="1644230"/>
                  </a:lnTo>
                  <a:lnTo>
                    <a:pt x="1821482" y="1651124"/>
                  </a:lnTo>
                  <a:lnTo>
                    <a:pt x="1828231" y="1653512"/>
                  </a:lnTo>
                  <a:lnTo>
                    <a:pt x="1826003" y="1658057"/>
                  </a:lnTo>
                  <a:lnTo>
                    <a:pt x="1831839" y="1662618"/>
                  </a:lnTo>
                  <a:lnTo>
                    <a:pt x="1835396" y="1668956"/>
                  </a:lnTo>
                  <a:lnTo>
                    <a:pt x="1835203" y="1678139"/>
                  </a:lnTo>
                  <a:lnTo>
                    <a:pt x="1842090" y="1682788"/>
                  </a:lnTo>
                  <a:lnTo>
                    <a:pt x="1843928" y="1692162"/>
                  </a:lnTo>
                  <a:lnTo>
                    <a:pt x="1844124" y="1692137"/>
                  </a:lnTo>
                  <a:lnTo>
                    <a:pt x="1849240" y="1691483"/>
                  </a:lnTo>
                  <a:lnTo>
                    <a:pt x="1851091" y="1691246"/>
                  </a:lnTo>
                  <a:lnTo>
                    <a:pt x="1850994" y="1698278"/>
                  </a:lnTo>
                  <a:lnTo>
                    <a:pt x="1852582" y="1707714"/>
                  </a:lnTo>
                  <a:lnTo>
                    <a:pt x="1852040" y="1713099"/>
                  </a:lnTo>
                  <a:lnTo>
                    <a:pt x="1851268" y="1718278"/>
                  </a:lnTo>
                  <a:lnTo>
                    <a:pt x="1853632" y="1723371"/>
                  </a:lnTo>
                  <a:lnTo>
                    <a:pt x="1851477" y="1729357"/>
                  </a:lnTo>
                  <a:lnTo>
                    <a:pt x="1851108" y="1730381"/>
                  </a:lnTo>
                  <a:lnTo>
                    <a:pt x="1850492" y="1738650"/>
                  </a:lnTo>
                  <a:lnTo>
                    <a:pt x="1845814" y="1746977"/>
                  </a:lnTo>
                  <a:lnTo>
                    <a:pt x="1844964" y="1754283"/>
                  </a:lnTo>
                  <a:lnTo>
                    <a:pt x="1839462" y="1761459"/>
                  </a:lnTo>
                  <a:lnTo>
                    <a:pt x="1839801" y="1765469"/>
                  </a:lnTo>
                  <a:lnTo>
                    <a:pt x="1835347" y="1771699"/>
                  </a:lnTo>
                  <a:lnTo>
                    <a:pt x="1837696" y="1776283"/>
                  </a:lnTo>
                  <a:lnTo>
                    <a:pt x="1839089" y="1785636"/>
                  </a:lnTo>
                  <a:lnTo>
                    <a:pt x="1835477" y="1789288"/>
                  </a:lnTo>
                  <a:lnTo>
                    <a:pt x="1834748" y="1790024"/>
                  </a:lnTo>
                  <a:lnTo>
                    <a:pt x="1833646" y="1798400"/>
                  </a:lnTo>
                  <a:lnTo>
                    <a:pt x="1839794" y="1804682"/>
                  </a:lnTo>
                  <a:lnTo>
                    <a:pt x="1839619" y="1808595"/>
                  </a:lnTo>
                  <a:lnTo>
                    <a:pt x="1839515" y="1810916"/>
                  </a:lnTo>
                  <a:lnTo>
                    <a:pt x="1840946" y="1817157"/>
                  </a:lnTo>
                  <a:lnTo>
                    <a:pt x="1841560" y="1824680"/>
                  </a:lnTo>
                  <a:lnTo>
                    <a:pt x="1841847" y="1831882"/>
                  </a:lnTo>
                  <a:lnTo>
                    <a:pt x="1841619" y="1832143"/>
                  </a:lnTo>
                  <a:lnTo>
                    <a:pt x="1838081" y="1836200"/>
                  </a:lnTo>
                  <a:lnTo>
                    <a:pt x="1831367" y="1844967"/>
                  </a:lnTo>
                  <a:lnTo>
                    <a:pt x="1829376" y="1852548"/>
                  </a:lnTo>
                  <a:lnTo>
                    <a:pt x="1827166" y="1855457"/>
                  </a:lnTo>
                  <a:lnTo>
                    <a:pt x="1825136" y="1858127"/>
                  </a:lnTo>
                  <a:lnTo>
                    <a:pt x="1819342" y="1864552"/>
                  </a:lnTo>
                  <a:lnTo>
                    <a:pt x="1823812" y="1869338"/>
                  </a:lnTo>
                  <a:lnTo>
                    <a:pt x="1827088" y="1873753"/>
                  </a:lnTo>
                  <a:lnTo>
                    <a:pt x="1830077" y="1877672"/>
                  </a:lnTo>
                  <a:lnTo>
                    <a:pt x="1827631" y="1879281"/>
                  </a:lnTo>
                  <a:lnTo>
                    <a:pt x="1816684" y="1879654"/>
                  </a:lnTo>
                  <a:lnTo>
                    <a:pt x="1806485" y="1881724"/>
                  </a:lnTo>
                  <a:lnTo>
                    <a:pt x="1795317" y="1886754"/>
                  </a:lnTo>
                  <a:lnTo>
                    <a:pt x="1774894" y="1897304"/>
                  </a:lnTo>
                  <a:lnTo>
                    <a:pt x="1773122" y="1898216"/>
                  </a:lnTo>
                  <a:lnTo>
                    <a:pt x="1759311" y="1905310"/>
                  </a:lnTo>
                  <a:lnTo>
                    <a:pt x="1749315" y="1910562"/>
                  </a:lnTo>
                  <a:lnTo>
                    <a:pt x="1741325" y="1915638"/>
                  </a:lnTo>
                  <a:lnTo>
                    <a:pt x="1735106" y="1923624"/>
                  </a:lnTo>
                  <a:lnTo>
                    <a:pt x="1736274" y="1928204"/>
                  </a:lnTo>
                  <a:lnTo>
                    <a:pt x="1727744" y="1935160"/>
                  </a:lnTo>
                  <a:lnTo>
                    <a:pt x="1704230" y="1952717"/>
                  </a:lnTo>
                  <a:lnTo>
                    <a:pt x="1694940" y="1962186"/>
                  </a:lnTo>
                  <a:lnTo>
                    <a:pt x="1693885" y="1963260"/>
                  </a:lnTo>
                  <a:lnTo>
                    <a:pt x="1686886" y="1969103"/>
                  </a:lnTo>
                  <a:lnTo>
                    <a:pt x="1675804" y="1980684"/>
                  </a:lnTo>
                  <a:lnTo>
                    <a:pt x="1666831" y="1989512"/>
                  </a:lnTo>
                  <a:lnTo>
                    <a:pt x="1660594" y="1990744"/>
                  </a:lnTo>
                  <a:lnTo>
                    <a:pt x="1653377" y="1995344"/>
                  </a:lnTo>
                  <a:lnTo>
                    <a:pt x="1644619" y="2000914"/>
                  </a:lnTo>
                  <a:lnTo>
                    <a:pt x="1634404" y="2007479"/>
                  </a:lnTo>
                  <a:lnTo>
                    <a:pt x="1620634" y="2016663"/>
                  </a:lnTo>
                  <a:lnTo>
                    <a:pt x="1600298" y="2027066"/>
                  </a:lnTo>
                  <a:lnTo>
                    <a:pt x="1579355" y="2038595"/>
                  </a:lnTo>
                  <a:lnTo>
                    <a:pt x="1564882" y="2048888"/>
                  </a:lnTo>
                  <a:lnTo>
                    <a:pt x="1559542" y="2053271"/>
                  </a:lnTo>
                  <a:lnTo>
                    <a:pt x="1558269" y="2054314"/>
                  </a:lnTo>
                  <a:lnTo>
                    <a:pt x="1552747" y="2062437"/>
                  </a:lnTo>
                  <a:lnTo>
                    <a:pt x="1532230" y="2074922"/>
                  </a:lnTo>
                  <a:lnTo>
                    <a:pt x="1522766" y="2082447"/>
                  </a:lnTo>
                  <a:lnTo>
                    <a:pt x="1514945" y="2089393"/>
                  </a:lnTo>
                  <a:lnTo>
                    <a:pt x="1508499" y="2095861"/>
                  </a:lnTo>
                  <a:lnTo>
                    <a:pt x="1504796" y="2099572"/>
                  </a:lnTo>
                  <a:lnTo>
                    <a:pt x="1492275" y="2115067"/>
                  </a:lnTo>
                  <a:lnTo>
                    <a:pt x="1488045" y="2124037"/>
                  </a:lnTo>
                  <a:lnTo>
                    <a:pt x="1487923" y="2124295"/>
                  </a:lnTo>
                  <a:lnTo>
                    <a:pt x="1482992" y="2130433"/>
                  </a:lnTo>
                  <a:lnTo>
                    <a:pt x="1477654" y="2139117"/>
                  </a:lnTo>
                  <a:lnTo>
                    <a:pt x="1470059" y="2154146"/>
                  </a:lnTo>
                  <a:lnTo>
                    <a:pt x="1468974" y="2156616"/>
                  </a:lnTo>
                  <a:lnTo>
                    <a:pt x="1465361" y="2164837"/>
                  </a:lnTo>
                  <a:lnTo>
                    <a:pt x="1461307" y="2175221"/>
                  </a:lnTo>
                  <a:lnTo>
                    <a:pt x="1457176" y="2188785"/>
                  </a:lnTo>
                  <a:lnTo>
                    <a:pt x="1456101" y="2193714"/>
                  </a:lnTo>
                  <a:lnTo>
                    <a:pt x="1454935" y="2199052"/>
                  </a:lnTo>
                  <a:lnTo>
                    <a:pt x="1453203" y="2220570"/>
                  </a:lnTo>
                  <a:lnTo>
                    <a:pt x="1455056" y="2241939"/>
                  </a:lnTo>
                  <a:lnTo>
                    <a:pt x="1460570" y="2264344"/>
                  </a:lnTo>
                  <a:lnTo>
                    <a:pt x="1464841" y="2276661"/>
                  </a:lnTo>
                  <a:lnTo>
                    <a:pt x="1468942" y="2288461"/>
                  </a:lnTo>
                  <a:lnTo>
                    <a:pt x="1472218" y="2299647"/>
                  </a:lnTo>
                  <a:lnTo>
                    <a:pt x="1475975" y="2312451"/>
                  </a:lnTo>
                  <a:lnTo>
                    <a:pt x="1480997" y="2339674"/>
                  </a:lnTo>
                  <a:lnTo>
                    <a:pt x="1481984" y="2347615"/>
                  </a:lnTo>
                  <a:lnTo>
                    <a:pt x="1482853" y="2353293"/>
                  </a:lnTo>
                  <a:lnTo>
                    <a:pt x="1481674" y="2356042"/>
                  </a:lnTo>
                  <a:lnTo>
                    <a:pt x="1475936" y="2354769"/>
                  </a:lnTo>
                  <a:lnTo>
                    <a:pt x="1468065" y="2358137"/>
                  </a:lnTo>
                  <a:lnTo>
                    <a:pt x="1461172" y="2359856"/>
                  </a:lnTo>
                  <a:lnTo>
                    <a:pt x="1458104" y="2362484"/>
                  </a:lnTo>
                  <a:lnTo>
                    <a:pt x="1458872" y="2366578"/>
                  </a:lnTo>
                  <a:lnTo>
                    <a:pt x="1457508" y="2370144"/>
                  </a:lnTo>
                  <a:lnTo>
                    <a:pt x="1451865" y="2370278"/>
                  </a:lnTo>
                  <a:lnTo>
                    <a:pt x="1448116" y="2365610"/>
                  </a:lnTo>
                  <a:lnTo>
                    <a:pt x="1443339" y="2365658"/>
                  </a:lnTo>
                  <a:lnTo>
                    <a:pt x="1438004" y="2360906"/>
                  </a:lnTo>
                  <a:lnTo>
                    <a:pt x="1433469" y="2358846"/>
                  </a:lnTo>
                  <a:lnTo>
                    <a:pt x="1426327" y="2350608"/>
                  </a:lnTo>
                  <a:lnTo>
                    <a:pt x="1420277" y="2348702"/>
                  </a:lnTo>
                  <a:lnTo>
                    <a:pt x="1413265" y="2347819"/>
                  </a:lnTo>
                  <a:lnTo>
                    <a:pt x="1409082" y="2345093"/>
                  </a:lnTo>
                  <a:lnTo>
                    <a:pt x="1401499" y="2344969"/>
                  </a:lnTo>
                  <a:lnTo>
                    <a:pt x="1400488" y="2344952"/>
                  </a:lnTo>
                  <a:lnTo>
                    <a:pt x="1392208" y="2344960"/>
                  </a:lnTo>
                  <a:lnTo>
                    <a:pt x="1384660" y="2344612"/>
                  </a:lnTo>
                  <a:lnTo>
                    <a:pt x="1381512" y="2347452"/>
                  </a:lnTo>
                  <a:lnTo>
                    <a:pt x="1376856" y="2345823"/>
                  </a:lnTo>
                  <a:lnTo>
                    <a:pt x="1375612" y="2345387"/>
                  </a:lnTo>
                  <a:lnTo>
                    <a:pt x="1369008" y="2345939"/>
                  </a:lnTo>
                  <a:lnTo>
                    <a:pt x="1363624" y="2346009"/>
                  </a:lnTo>
                  <a:lnTo>
                    <a:pt x="1357733" y="2344049"/>
                  </a:lnTo>
                  <a:lnTo>
                    <a:pt x="1351534" y="2339640"/>
                  </a:lnTo>
                  <a:lnTo>
                    <a:pt x="1341979" y="2333955"/>
                  </a:lnTo>
                  <a:lnTo>
                    <a:pt x="1335593" y="2329008"/>
                  </a:lnTo>
                  <a:lnTo>
                    <a:pt x="1328679" y="2327208"/>
                  </a:lnTo>
                  <a:lnTo>
                    <a:pt x="1320432" y="2324840"/>
                  </a:lnTo>
                  <a:lnTo>
                    <a:pt x="1318503" y="2323933"/>
                  </a:lnTo>
                  <a:lnTo>
                    <a:pt x="1316195" y="2322847"/>
                  </a:lnTo>
                  <a:lnTo>
                    <a:pt x="1311617" y="2324888"/>
                  </a:lnTo>
                  <a:lnTo>
                    <a:pt x="1306531" y="2321327"/>
                  </a:lnTo>
                  <a:lnTo>
                    <a:pt x="1297293" y="2313988"/>
                  </a:lnTo>
                  <a:lnTo>
                    <a:pt x="1294138" y="2308772"/>
                  </a:lnTo>
                  <a:lnTo>
                    <a:pt x="1284720" y="2310348"/>
                  </a:lnTo>
                  <a:lnTo>
                    <a:pt x="1277077" y="2305966"/>
                  </a:lnTo>
                  <a:lnTo>
                    <a:pt x="1268712" y="2303851"/>
                  </a:lnTo>
                  <a:lnTo>
                    <a:pt x="1263125" y="2305820"/>
                  </a:lnTo>
                  <a:lnTo>
                    <a:pt x="1259841" y="2302203"/>
                  </a:lnTo>
                  <a:lnTo>
                    <a:pt x="1261956" y="2295963"/>
                  </a:lnTo>
                  <a:lnTo>
                    <a:pt x="1260422" y="2293113"/>
                  </a:lnTo>
                  <a:lnTo>
                    <a:pt x="1252897" y="2287113"/>
                  </a:lnTo>
                  <a:lnTo>
                    <a:pt x="1252269" y="2284688"/>
                  </a:lnTo>
                  <a:lnTo>
                    <a:pt x="1249521" y="2274067"/>
                  </a:lnTo>
                  <a:lnTo>
                    <a:pt x="1248515" y="2265694"/>
                  </a:lnTo>
                  <a:lnTo>
                    <a:pt x="1244690" y="2257935"/>
                  </a:lnTo>
                  <a:lnTo>
                    <a:pt x="1241704" y="2251217"/>
                  </a:lnTo>
                  <a:lnTo>
                    <a:pt x="1234907" y="2246786"/>
                  </a:lnTo>
                  <a:lnTo>
                    <a:pt x="1231252" y="2240780"/>
                  </a:lnTo>
                  <a:lnTo>
                    <a:pt x="1228273" y="2234237"/>
                  </a:lnTo>
                  <a:lnTo>
                    <a:pt x="1221562" y="2228926"/>
                  </a:lnTo>
                  <a:lnTo>
                    <a:pt x="1222053" y="2219003"/>
                  </a:lnTo>
                  <a:lnTo>
                    <a:pt x="1223378" y="2212572"/>
                  </a:lnTo>
                  <a:lnTo>
                    <a:pt x="1221630" y="2204702"/>
                  </a:lnTo>
                  <a:lnTo>
                    <a:pt x="1219862" y="2199937"/>
                  </a:lnTo>
                  <a:lnTo>
                    <a:pt x="1219581" y="2199177"/>
                  </a:lnTo>
                  <a:lnTo>
                    <a:pt x="1216812" y="2195939"/>
                  </a:lnTo>
                  <a:lnTo>
                    <a:pt x="1212144" y="2194601"/>
                  </a:lnTo>
                  <a:lnTo>
                    <a:pt x="1216789" y="2181515"/>
                  </a:lnTo>
                  <a:lnTo>
                    <a:pt x="1215919" y="2176716"/>
                  </a:lnTo>
                  <a:lnTo>
                    <a:pt x="1215621" y="2170702"/>
                  </a:lnTo>
                  <a:lnTo>
                    <a:pt x="1212187" y="2170917"/>
                  </a:lnTo>
                  <a:lnTo>
                    <a:pt x="1211940" y="2160931"/>
                  </a:lnTo>
                  <a:lnTo>
                    <a:pt x="1208950" y="2156754"/>
                  </a:lnTo>
                  <a:lnTo>
                    <a:pt x="1201400" y="2154310"/>
                  </a:lnTo>
                  <a:lnTo>
                    <a:pt x="1192474" y="2151833"/>
                  </a:lnTo>
                  <a:lnTo>
                    <a:pt x="1186451" y="2144220"/>
                  </a:lnTo>
                  <a:lnTo>
                    <a:pt x="1181648" y="2141197"/>
                  </a:lnTo>
                  <a:lnTo>
                    <a:pt x="1176848" y="2136656"/>
                  </a:lnTo>
                  <a:lnTo>
                    <a:pt x="1173161" y="2131063"/>
                  </a:lnTo>
                  <a:lnTo>
                    <a:pt x="1170205" y="2124811"/>
                  </a:lnTo>
                  <a:lnTo>
                    <a:pt x="1168748" y="2119566"/>
                  </a:lnTo>
                  <a:lnTo>
                    <a:pt x="1167112" y="2113455"/>
                  </a:lnTo>
                  <a:lnTo>
                    <a:pt x="1161256" y="2110628"/>
                  </a:lnTo>
                  <a:lnTo>
                    <a:pt x="1156399" y="2100501"/>
                  </a:lnTo>
                  <a:lnTo>
                    <a:pt x="1151222" y="2094135"/>
                  </a:lnTo>
                  <a:lnTo>
                    <a:pt x="1140271" y="2087411"/>
                  </a:lnTo>
                  <a:lnTo>
                    <a:pt x="1137718" y="2085248"/>
                  </a:lnTo>
                  <a:lnTo>
                    <a:pt x="1129975" y="2078679"/>
                  </a:lnTo>
                  <a:lnTo>
                    <a:pt x="1127784" y="2072423"/>
                  </a:lnTo>
                  <a:lnTo>
                    <a:pt x="1124176" y="2064906"/>
                  </a:lnTo>
                  <a:lnTo>
                    <a:pt x="1122360" y="2056902"/>
                  </a:lnTo>
                  <a:lnTo>
                    <a:pt x="1118933" y="2050734"/>
                  </a:lnTo>
                  <a:lnTo>
                    <a:pt x="1116680" y="2045983"/>
                  </a:lnTo>
                  <a:lnTo>
                    <a:pt x="1115781" y="2038613"/>
                  </a:lnTo>
                  <a:lnTo>
                    <a:pt x="1110138" y="2033525"/>
                  </a:lnTo>
                  <a:lnTo>
                    <a:pt x="1104466" y="2027936"/>
                  </a:lnTo>
                  <a:lnTo>
                    <a:pt x="1103800" y="2021193"/>
                  </a:lnTo>
                  <a:lnTo>
                    <a:pt x="1100933" y="2015450"/>
                  </a:lnTo>
                  <a:lnTo>
                    <a:pt x="1100650" y="2010207"/>
                  </a:lnTo>
                  <a:lnTo>
                    <a:pt x="1096160" y="2006452"/>
                  </a:lnTo>
                  <a:lnTo>
                    <a:pt x="1090674" y="1998101"/>
                  </a:lnTo>
                  <a:lnTo>
                    <a:pt x="1088541" y="1991520"/>
                  </a:lnTo>
                  <a:lnTo>
                    <a:pt x="1087149" y="1982352"/>
                  </a:lnTo>
                  <a:lnTo>
                    <a:pt x="1085983" y="1975940"/>
                  </a:lnTo>
                  <a:lnTo>
                    <a:pt x="1085619" y="1973936"/>
                  </a:lnTo>
                  <a:lnTo>
                    <a:pt x="1079855" y="1970278"/>
                  </a:lnTo>
                  <a:lnTo>
                    <a:pt x="1074940" y="1965389"/>
                  </a:lnTo>
                  <a:lnTo>
                    <a:pt x="1072473" y="1958075"/>
                  </a:lnTo>
                  <a:lnTo>
                    <a:pt x="1071801" y="1957441"/>
                  </a:lnTo>
                  <a:lnTo>
                    <a:pt x="1066717" y="1952642"/>
                  </a:lnTo>
                  <a:lnTo>
                    <a:pt x="1062579" y="1948116"/>
                  </a:lnTo>
                  <a:lnTo>
                    <a:pt x="1050749" y="1941148"/>
                  </a:lnTo>
                  <a:lnTo>
                    <a:pt x="1043816" y="1929336"/>
                  </a:lnTo>
                  <a:lnTo>
                    <a:pt x="1035390" y="1927397"/>
                  </a:lnTo>
                  <a:lnTo>
                    <a:pt x="1029429" y="1921561"/>
                  </a:lnTo>
                  <a:lnTo>
                    <a:pt x="1022645" y="1921459"/>
                  </a:lnTo>
                  <a:lnTo>
                    <a:pt x="1017210" y="1914286"/>
                  </a:lnTo>
                  <a:lnTo>
                    <a:pt x="1017114" y="1906551"/>
                  </a:lnTo>
                  <a:lnTo>
                    <a:pt x="1010629" y="1903578"/>
                  </a:lnTo>
                  <a:lnTo>
                    <a:pt x="1007112" y="1894402"/>
                  </a:lnTo>
                  <a:lnTo>
                    <a:pt x="1001396" y="1891648"/>
                  </a:lnTo>
                  <a:lnTo>
                    <a:pt x="995994" y="1890951"/>
                  </a:lnTo>
                  <a:lnTo>
                    <a:pt x="989702" y="1887134"/>
                  </a:lnTo>
                  <a:lnTo>
                    <a:pt x="979526" y="1890580"/>
                  </a:lnTo>
                  <a:lnTo>
                    <a:pt x="973041" y="1890146"/>
                  </a:lnTo>
                  <a:lnTo>
                    <a:pt x="967909" y="1888663"/>
                  </a:lnTo>
                  <a:lnTo>
                    <a:pt x="962731" y="1887165"/>
                  </a:lnTo>
                  <a:lnTo>
                    <a:pt x="955565" y="1886537"/>
                  </a:lnTo>
                  <a:lnTo>
                    <a:pt x="945725" y="1884678"/>
                  </a:lnTo>
                  <a:lnTo>
                    <a:pt x="939650" y="1885136"/>
                  </a:lnTo>
                  <a:lnTo>
                    <a:pt x="933986" y="1886920"/>
                  </a:lnTo>
                  <a:lnTo>
                    <a:pt x="929428" y="1886137"/>
                  </a:lnTo>
                  <a:lnTo>
                    <a:pt x="924497" y="1882676"/>
                  </a:lnTo>
                  <a:lnTo>
                    <a:pt x="917399" y="1879533"/>
                  </a:lnTo>
                  <a:lnTo>
                    <a:pt x="909470" y="1875119"/>
                  </a:lnTo>
                  <a:lnTo>
                    <a:pt x="907575" y="1875744"/>
                  </a:lnTo>
                  <a:lnTo>
                    <a:pt x="904159" y="1876869"/>
                  </a:lnTo>
                  <a:lnTo>
                    <a:pt x="901902" y="1881975"/>
                  </a:lnTo>
                  <a:lnTo>
                    <a:pt x="899201" y="1888657"/>
                  </a:lnTo>
                  <a:lnTo>
                    <a:pt x="890972" y="1886671"/>
                  </a:lnTo>
                  <a:lnTo>
                    <a:pt x="886216" y="1886474"/>
                  </a:lnTo>
                  <a:lnTo>
                    <a:pt x="881954" y="1889794"/>
                  </a:lnTo>
                  <a:lnTo>
                    <a:pt x="875218" y="1890108"/>
                  </a:lnTo>
                  <a:lnTo>
                    <a:pt x="868189" y="1891117"/>
                  </a:lnTo>
                  <a:lnTo>
                    <a:pt x="866217" y="1898666"/>
                  </a:lnTo>
                  <a:lnTo>
                    <a:pt x="861140" y="1905233"/>
                  </a:lnTo>
                  <a:lnTo>
                    <a:pt x="856661" y="1913154"/>
                  </a:lnTo>
                  <a:lnTo>
                    <a:pt x="853148" y="1917253"/>
                  </a:lnTo>
                  <a:lnTo>
                    <a:pt x="850452" y="1926782"/>
                  </a:lnTo>
                  <a:lnTo>
                    <a:pt x="850998" y="1932308"/>
                  </a:lnTo>
                  <a:lnTo>
                    <a:pt x="845670" y="1937982"/>
                  </a:lnTo>
                  <a:lnTo>
                    <a:pt x="843350" y="1945910"/>
                  </a:lnTo>
                  <a:lnTo>
                    <a:pt x="845344" y="1951579"/>
                  </a:lnTo>
                  <a:lnTo>
                    <a:pt x="840083" y="1957678"/>
                  </a:lnTo>
                  <a:lnTo>
                    <a:pt x="831453" y="1961015"/>
                  </a:lnTo>
                  <a:lnTo>
                    <a:pt x="826863" y="1968024"/>
                  </a:lnTo>
                  <a:lnTo>
                    <a:pt x="822343" y="1969997"/>
                  </a:lnTo>
                  <a:lnTo>
                    <a:pt x="819494" y="1977144"/>
                  </a:lnTo>
                  <a:lnTo>
                    <a:pt x="816434" y="1982546"/>
                  </a:lnTo>
                  <a:lnTo>
                    <a:pt x="805386" y="1980984"/>
                  </a:lnTo>
                  <a:lnTo>
                    <a:pt x="799494" y="1981921"/>
                  </a:lnTo>
                  <a:lnTo>
                    <a:pt x="790779" y="1977059"/>
                  </a:lnTo>
                  <a:lnTo>
                    <a:pt x="779884" y="1970730"/>
                  </a:lnTo>
                  <a:lnTo>
                    <a:pt x="773383" y="1963795"/>
                  </a:lnTo>
                  <a:lnTo>
                    <a:pt x="766091" y="1959891"/>
                  </a:lnTo>
                  <a:lnTo>
                    <a:pt x="758756" y="1957038"/>
                  </a:lnTo>
                  <a:lnTo>
                    <a:pt x="751786" y="1954212"/>
                  </a:lnTo>
                  <a:lnTo>
                    <a:pt x="745053" y="1945783"/>
                  </a:lnTo>
                  <a:lnTo>
                    <a:pt x="744532" y="1945547"/>
                  </a:lnTo>
                  <a:lnTo>
                    <a:pt x="737748" y="1942461"/>
                  </a:lnTo>
                  <a:lnTo>
                    <a:pt x="724883" y="1940135"/>
                  </a:lnTo>
                  <a:lnTo>
                    <a:pt x="716273" y="1935436"/>
                  </a:lnTo>
                  <a:lnTo>
                    <a:pt x="706914" y="1928539"/>
                  </a:lnTo>
                  <a:lnTo>
                    <a:pt x="703029" y="1923052"/>
                  </a:lnTo>
                  <a:lnTo>
                    <a:pt x="698093" y="1916058"/>
                  </a:lnTo>
                  <a:lnTo>
                    <a:pt x="689626" y="1910304"/>
                  </a:lnTo>
                  <a:lnTo>
                    <a:pt x="682930" y="1907659"/>
                  </a:lnTo>
                  <a:lnTo>
                    <a:pt x="674420" y="1899753"/>
                  </a:lnTo>
                  <a:lnTo>
                    <a:pt x="665298" y="1890347"/>
                  </a:lnTo>
                  <a:lnTo>
                    <a:pt x="663000" y="1878581"/>
                  </a:lnTo>
                  <a:lnTo>
                    <a:pt x="657619" y="1869167"/>
                  </a:lnTo>
                  <a:lnTo>
                    <a:pt x="652214" y="1860650"/>
                  </a:lnTo>
                  <a:lnTo>
                    <a:pt x="651237" y="1850868"/>
                  </a:lnTo>
                  <a:lnTo>
                    <a:pt x="649427" y="1846540"/>
                  </a:lnTo>
                  <a:lnTo>
                    <a:pt x="651192" y="1836378"/>
                  </a:lnTo>
                  <a:lnTo>
                    <a:pt x="650635" y="1823456"/>
                  </a:lnTo>
                  <a:lnTo>
                    <a:pt x="646841" y="1817357"/>
                  </a:lnTo>
                  <a:lnTo>
                    <a:pt x="644795" y="1812096"/>
                  </a:lnTo>
                  <a:lnTo>
                    <a:pt x="638437" y="1803184"/>
                  </a:lnTo>
                  <a:lnTo>
                    <a:pt x="634758" y="1800514"/>
                  </a:lnTo>
                  <a:lnTo>
                    <a:pt x="634049" y="1792047"/>
                  </a:lnTo>
                  <a:lnTo>
                    <a:pt x="632407" y="1782505"/>
                  </a:lnTo>
                  <a:lnTo>
                    <a:pt x="629015" y="1773704"/>
                  </a:lnTo>
                  <a:lnTo>
                    <a:pt x="623962" y="1772744"/>
                  </a:lnTo>
                  <a:lnTo>
                    <a:pt x="623142" y="1770404"/>
                  </a:lnTo>
                  <a:lnTo>
                    <a:pt x="621209" y="1764885"/>
                  </a:lnTo>
                  <a:lnTo>
                    <a:pt x="614727" y="1762812"/>
                  </a:lnTo>
                  <a:lnTo>
                    <a:pt x="611068" y="1758566"/>
                  </a:lnTo>
                  <a:lnTo>
                    <a:pt x="604664" y="1753472"/>
                  </a:lnTo>
                  <a:lnTo>
                    <a:pt x="598669" y="1747610"/>
                  </a:lnTo>
                  <a:lnTo>
                    <a:pt x="588446" y="1745083"/>
                  </a:lnTo>
                  <a:lnTo>
                    <a:pt x="580169" y="1740117"/>
                  </a:lnTo>
                  <a:lnTo>
                    <a:pt x="579834" y="1735650"/>
                  </a:lnTo>
                  <a:lnTo>
                    <a:pt x="570726" y="1728356"/>
                  </a:lnTo>
                  <a:lnTo>
                    <a:pt x="563615" y="1722095"/>
                  </a:lnTo>
                  <a:lnTo>
                    <a:pt x="561560" y="1716377"/>
                  </a:lnTo>
                  <a:lnTo>
                    <a:pt x="556886" y="1708263"/>
                  </a:lnTo>
                  <a:lnTo>
                    <a:pt x="548373" y="1703023"/>
                  </a:lnTo>
                  <a:lnTo>
                    <a:pt x="541778" y="1698807"/>
                  </a:lnTo>
                  <a:lnTo>
                    <a:pt x="539776" y="1694300"/>
                  </a:lnTo>
                  <a:lnTo>
                    <a:pt x="532404" y="1683111"/>
                  </a:lnTo>
                  <a:lnTo>
                    <a:pt x="525257" y="1678896"/>
                  </a:lnTo>
                  <a:lnTo>
                    <a:pt x="523948" y="1673111"/>
                  </a:lnTo>
                  <a:lnTo>
                    <a:pt x="519594" y="1669950"/>
                  </a:lnTo>
                  <a:lnTo>
                    <a:pt x="518723" y="1669318"/>
                  </a:lnTo>
                  <a:lnTo>
                    <a:pt x="510747" y="1667984"/>
                  </a:lnTo>
                  <a:lnTo>
                    <a:pt x="501031" y="1660164"/>
                  </a:lnTo>
                  <a:lnTo>
                    <a:pt x="494972" y="1652657"/>
                  </a:lnTo>
                  <a:lnTo>
                    <a:pt x="490675" y="1646316"/>
                  </a:lnTo>
                  <a:lnTo>
                    <a:pt x="488721" y="1638947"/>
                  </a:lnTo>
                  <a:lnTo>
                    <a:pt x="485249" y="1632582"/>
                  </a:lnTo>
                  <a:lnTo>
                    <a:pt x="482370" y="1627296"/>
                  </a:lnTo>
                  <a:lnTo>
                    <a:pt x="477633" y="1621827"/>
                  </a:lnTo>
                  <a:lnTo>
                    <a:pt x="472426" y="1620495"/>
                  </a:lnTo>
                  <a:lnTo>
                    <a:pt x="470528" y="1621813"/>
                  </a:lnTo>
                  <a:lnTo>
                    <a:pt x="466196" y="1617106"/>
                  </a:lnTo>
                  <a:lnTo>
                    <a:pt x="460824" y="1612885"/>
                  </a:lnTo>
                  <a:lnTo>
                    <a:pt x="455529" y="1605339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h122"/>
            <p:cNvSpPr/>
            <p:nvPr/>
          </p:nvSpPr>
          <p:spPr>
            <a:xfrm>
              <a:off x="2176235" y="2233224"/>
              <a:ext cx="988334" cy="1743074"/>
            </a:xfrm>
            <a:custGeom>
              <a:avLst/>
              <a:pathLst>
                <a:path w="988334" h="1743074">
                  <a:moveTo>
                    <a:pt x="457200" y="1600199"/>
                  </a:moveTo>
                  <a:lnTo>
                    <a:pt x="460013" y="1582855"/>
                  </a:lnTo>
                  <a:lnTo>
                    <a:pt x="462846" y="1566250"/>
                  </a:lnTo>
                  <a:lnTo>
                    <a:pt x="468039" y="1533379"/>
                  </a:lnTo>
                  <a:lnTo>
                    <a:pt x="469996" y="1520936"/>
                  </a:lnTo>
                  <a:lnTo>
                    <a:pt x="473027" y="1501935"/>
                  </a:lnTo>
                  <a:lnTo>
                    <a:pt x="476333" y="1481228"/>
                  </a:lnTo>
                  <a:lnTo>
                    <a:pt x="478456" y="1468408"/>
                  </a:lnTo>
                  <a:lnTo>
                    <a:pt x="482559" y="1443680"/>
                  </a:lnTo>
                  <a:lnTo>
                    <a:pt x="484967" y="1428072"/>
                  </a:lnTo>
                  <a:lnTo>
                    <a:pt x="494980" y="1367319"/>
                  </a:lnTo>
                  <a:lnTo>
                    <a:pt x="495824" y="1362055"/>
                  </a:lnTo>
                  <a:lnTo>
                    <a:pt x="500791" y="1331135"/>
                  </a:lnTo>
                  <a:lnTo>
                    <a:pt x="503082" y="1317380"/>
                  </a:lnTo>
                  <a:lnTo>
                    <a:pt x="507015" y="1293813"/>
                  </a:lnTo>
                  <a:lnTo>
                    <a:pt x="507399" y="1291472"/>
                  </a:lnTo>
                  <a:lnTo>
                    <a:pt x="513087" y="1256880"/>
                  </a:lnTo>
                  <a:lnTo>
                    <a:pt x="515113" y="1244903"/>
                  </a:lnTo>
                  <a:lnTo>
                    <a:pt x="519972" y="1216597"/>
                  </a:lnTo>
                  <a:lnTo>
                    <a:pt x="525657" y="1182974"/>
                  </a:lnTo>
                  <a:lnTo>
                    <a:pt x="529958" y="1157433"/>
                  </a:lnTo>
                  <a:lnTo>
                    <a:pt x="535876" y="1122542"/>
                  </a:lnTo>
                  <a:lnTo>
                    <a:pt x="541287" y="1090323"/>
                  </a:lnTo>
                  <a:lnTo>
                    <a:pt x="546065" y="1060794"/>
                  </a:lnTo>
                  <a:lnTo>
                    <a:pt x="566263" y="1064926"/>
                  </a:lnTo>
                  <a:lnTo>
                    <a:pt x="595542" y="1069274"/>
                  </a:lnTo>
                  <a:lnTo>
                    <a:pt x="618077" y="1072633"/>
                  </a:lnTo>
                  <a:lnTo>
                    <a:pt x="640764" y="1076055"/>
                  </a:lnTo>
                  <a:lnTo>
                    <a:pt x="672829" y="1080869"/>
                  </a:lnTo>
                  <a:lnTo>
                    <a:pt x="707723" y="1086145"/>
                  </a:lnTo>
                  <a:lnTo>
                    <a:pt x="717317" y="1087880"/>
                  </a:lnTo>
                  <a:lnTo>
                    <a:pt x="721829" y="1088692"/>
                  </a:lnTo>
                  <a:lnTo>
                    <a:pt x="754558" y="1093285"/>
                  </a:lnTo>
                  <a:lnTo>
                    <a:pt x="776729" y="1096416"/>
                  </a:lnTo>
                  <a:lnTo>
                    <a:pt x="780054" y="1096879"/>
                  </a:lnTo>
                  <a:lnTo>
                    <a:pt x="788949" y="1097985"/>
                  </a:lnTo>
                  <a:lnTo>
                    <a:pt x="818857" y="1102026"/>
                  </a:lnTo>
                  <a:lnTo>
                    <a:pt x="812104" y="1154092"/>
                  </a:lnTo>
                  <a:lnTo>
                    <a:pt x="811876" y="1155854"/>
                  </a:lnTo>
                  <a:lnTo>
                    <a:pt x="808497" y="1181133"/>
                  </a:lnTo>
                  <a:lnTo>
                    <a:pt x="806738" y="1194594"/>
                  </a:lnTo>
                  <a:lnTo>
                    <a:pt x="802658" y="1225903"/>
                  </a:lnTo>
                  <a:lnTo>
                    <a:pt x="818861" y="1228147"/>
                  </a:lnTo>
                  <a:lnTo>
                    <a:pt x="849697" y="1232321"/>
                  </a:lnTo>
                  <a:lnTo>
                    <a:pt x="888571" y="1237138"/>
                  </a:lnTo>
                  <a:lnTo>
                    <a:pt x="895375" y="1237952"/>
                  </a:lnTo>
                  <a:lnTo>
                    <a:pt x="899818" y="1238481"/>
                  </a:lnTo>
                  <a:lnTo>
                    <a:pt x="926366" y="1241583"/>
                  </a:lnTo>
                  <a:lnTo>
                    <a:pt x="969653" y="1246244"/>
                  </a:lnTo>
                  <a:lnTo>
                    <a:pt x="988334" y="1248375"/>
                  </a:lnTo>
                  <a:lnTo>
                    <a:pt x="986195" y="1269983"/>
                  </a:lnTo>
                  <a:lnTo>
                    <a:pt x="984074" y="1290204"/>
                  </a:lnTo>
                  <a:lnTo>
                    <a:pt x="983958" y="1291317"/>
                  </a:lnTo>
                  <a:lnTo>
                    <a:pt x="978110" y="1344585"/>
                  </a:lnTo>
                  <a:lnTo>
                    <a:pt x="977544" y="1349752"/>
                  </a:lnTo>
                  <a:lnTo>
                    <a:pt x="973615" y="1387579"/>
                  </a:lnTo>
                  <a:lnTo>
                    <a:pt x="970823" y="1414099"/>
                  </a:lnTo>
                  <a:lnTo>
                    <a:pt x="968710" y="1434217"/>
                  </a:lnTo>
                  <a:lnTo>
                    <a:pt x="967011" y="1450419"/>
                  </a:lnTo>
                  <a:lnTo>
                    <a:pt x="963902" y="1480159"/>
                  </a:lnTo>
                  <a:lnTo>
                    <a:pt x="955115" y="1557464"/>
                  </a:lnTo>
                  <a:lnTo>
                    <a:pt x="952263" y="1585209"/>
                  </a:lnTo>
                  <a:lnTo>
                    <a:pt x="952642" y="1599096"/>
                  </a:lnTo>
                  <a:lnTo>
                    <a:pt x="952492" y="1600536"/>
                  </a:lnTo>
                  <a:lnTo>
                    <a:pt x="948996" y="1634134"/>
                  </a:lnTo>
                  <a:lnTo>
                    <a:pt x="943926" y="1683084"/>
                  </a:lnTo>
                  <a:lnTo>
                    <a:pt x="937750" y="1743074"/>
                  </a:lnTo>
                  <a:lnTo>
                    <a:pt x="893307" y="1738131"/>
                  </a:lnTo>
                  <a:lnTo>
                    <a:pt x="843435" y="1732439"/>
                  </a:lnTo>
                  <a:lnTo>
                    <a:pt x="797153" y="1726746"/>
                  </a:lnTo>
                  <a:lnTo>
                    <a:pt x="769599" y="1722582"/>
                  </a:lnTo>
                  <a:lnTo>
                    <a:pt x="738497" y="1718604"/>
                  </a:lnTo>
                  <a:lnTo>
                    <a:pt x="720340" y="1716377"/>
                  </a:lnTo>
                  <a:lnTo>
                    <a:pt x="717628" y="1716041"/>
                  </a:lnTo>
                  <a:lnTo>
                    <a:pt x="705095" y="1714203"/>
                  </a:lnTo>
                  <a:lnTo>
                    <a:pt x="704392" y="1714107"/>
                  </a:lnTo>
                  <a:lnTo>
                    <a:pt x="611568" y="1700875"/>
                  </a:lnTo>
                  <a:lnTo>
                    <a:pt x="593813" y="1698245"/>
                  </a:lnTo>
                  <a:lnTo>
                    <a:pt x="593173" y="1698150"/>
                  </a:lnTo>
                  <a:lnTo>
                    <a:pt x="565272" y="1693923"/>
                  </a:lnTo>
                  <a:lnTo>
                    <a:pt x="558438" y="1692873"/>
                  </a:lnTo>
                  <a:lnTo>
                    <a:pt x="551841" y="1691853"/>
                  </a:lnTo>
                  <a:lnTo>
                    <a:pt x="453989" y="1675955"/>
                  </a:lnTo>
                  <a:lnTo>
                    <a:pt x="445716" y="1674506"/>
                  </a:lnTo>
                  <a:lnTo>
                    <a:pt x="447296" y="1663668"/>
                  </a:lnTo>
                  <a:lnTo>
                    <a:pt x="451052" y="1639568"/>
                  </a:lnTo>
                  <a:lnTo>
                    <a:pt x="454992" y="1614055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h123"/>
            <p:cNvSpPr/>
            <p:nvPr/>
          </p:nvSpPr>
          <p:spPr>
            <a:xfrm>
              <a:off x="5874040" y="1157072"/>
              <a:ext cx="592975" cy="1757350"/>
            </a:xfrm>
            <a:custGeom>
              <a:avLst/>
              <a:pathLst>
                <a:path w="592975" h="1757350">
                  <a:moveTo>
                    <a:pt x="457200" y="1600200"/>
                  </a:moveTo>
                  <a:lnTo>
                    <a:pt x="456243" y="1591543"/>
                  </a:lnTo>
                  <a:lnTo>
                    <a:pt x="457484" y="1582658"/>
                  </a:lnTo>
                  <a:lnTo>
                    <a:pt x="459145" y="1578425"/>
                  </a:lnTo>
                  <a:lnTo>
                    <a:pt x="458845" y="1577764"/>
                  </a:lnTo>
                  <a:lnTo>
                    <a:pt x="456415" y="1572414"/>
                  </a:lnTo>
                  <a:lnTo>
                    <a:pt x="453669" y="1567127"/>
                  </a:lnTo>
                  <a:lnTo>
                    <a:pt x="453766" y="1563656"/>
                  </a:lnTo>
                  <a:lnTo>
                    <a:pt x="453698" y="1555963"/>
                  </a:lnTo>
                  <a:lnTo>
                    <a:pt x="449419" y="1548568"/>
                  </a:lnTo>
                  <a:lnTo>
                    <a:pt x="444951" y="1544940"/>
                  </a:lnTo>
                  <a:lnTo>
                    <a:pt x="442957" y="1543320"/>
                  </a:lnTo>
                  <a:lnTo>
                    <a:pt x="442498" y="1542946"/>
                  </a:lnTo>
                  <a:lnTo>
                    <a:pt x="438530" y="1537389"/>
                  </a:lnTo>
                  <a:lnTo>
                    <a:pt x="437292" y="1527069"/>
                  </a:lnTo>
                  <a:lnTo>
                    <a:pt x="435895" y="1520795"/>
                  </a:lnTo>
                  <a:lnTo>
                    <a:pt x="435740" y="1514028"/>
                  </a:lnTo>
                  <a:lnTo>
                    <a:pt x="432192" y="1512033"/>
                  </a:lnTo>
                  <a:lnTo>
                    <a:pt x="429795" y="1508793"/>
                  </a:lnTo>
                  <a:lnTo>
                    <a:pt x="430695" y="1500394"/>
                  </a:lnTo>
                  <a:lnTo>
                    <a:pt x="428087" y="1494268"/>
                  </a:lnTo>
                  <a:lnTo>
                    <a:pt x="426584" y="1489410"/>
                  </a:lnTo>
                  <a:lnTo>
                    <a:pt x="438824" y="1484847"/>
                  </a:lnTo>
                  <a:lnTo>
                    <a:pt x="450536" y="1480454"/>
                  </a:lnTo>
                  <a:lnTo>
                    <a:pt x="459705" y="1477270"/>
                  </a:lnTo>
                  <a:lnTo>
                    <a:pt x="488713" y="1467238"/>
                  </a:lnTo>
                  <a:lnTo>
                    <a:pt x="491132" y="1466647"/>
                  </a:lnTo>
                  <a:lnTo>
                    <a:pt x="492932" y="1466206"/>
                  </a:lnTo>
                  <a:lnTo>
                    <a:pt x="508010" y="1461030"/>
                  </a:lnTo>
                  <a:lnTo>
                    <a:pt x="534424" y="1451181"/>
                  </a:lnTo>
                  <a:lnTo>
                    <a:pt x="543180" y="1447805"/>
                  </a:lnTo>
                  <a:lnTo>
                    <a:pt x="544444" y="1447301"/>
                  </a:lnTo>
                  <a:lnTo>
                    <a:pt x="561134" y="1440625"/>
                  </a:lnTo>
                  <a:lnTo>
                    <a:pt x="567732" y="1437976"/>
                  </a:lnTo>
                  <a:lnTo>
                    <a:pt x="576517" y="1434579"/>
                  </a:lnTo>
                  <a:lnTo>
                    <a:pt x="575658" y="1439935"/>
                  </a:lnTo>
                  <a:lnTo>
                    <a:pt x="581449" y="1446400"/>
                  </a:lnTo>
                  <a:lnTo>
                    <a:pt x="580516" y="1450932"/>
                  </a:lnTo>
                  <a:lnTo>
                    <a:pt x="579868" y="1461350"/>
                  </a:lnTo>
                  <a:lnTo>
                    <a:pt x="577762" y="1469956"/>
                  </a:lnTo>
                  <a:lnTo>
                    <a:pt x="584728" y="1478365"/>
                  </a:lnTo>
                  <a:lnTo>
                    <a:pt x="589030" y="1481833"/>
                  </a:lnTo>
                  <a:lnTo>
                    <a:pt x="591661" y="1487351"/>
                  </a:lnTo>
                  <a:lnTo>
                    <a:pt x="589483" y="1492400"/>
                  </a:lnTo>
                  <a:lnTo>
                    <a:pt x="592121" y="1497613"/>
                  </a:lnTo>
                  <a:lnTo>
                    <a:pt x="588080" y="1503556"/>
                  </a:lnTo>
                  <a:lnTo>
                    <a:pt x="586478" y="1510564"/>
                  </a:lnTo>
                  <a:lnTo>
                    <a:pt x="581303" y="1514870"/>
                  </a:lnTo>
                  <a:lnTo>
                    <a:pt x="580198" y="1515788"/>
                  </a:lnTo>
                  <a:lnTo>
                    <a:pt x="578885" y="1522575"/>
                  </a:lnTo>
                  <a:lnTo>
                    <a:pt x="577544" y="1523771"/>
                  </a:lnTo>
                  <a:lnTo>
                    <a:pt x="574859" y="1526161"/>
                  </a:lnTo>
                  <a:lnTo>
                    <a:pt x="569146" y="1528224"/>
                  </a:lnTo>
                  <a:lnTo>
                    <a:pt x="564988" y="1531487"/>
                  </a:lnTo>
                  <a:lnTo>
                    <a:pt x="562752" y="1536726"/>
                  </a:lnTo>
                  <a:lnTo>
                    <a:pt x="564013" y="1542310"/>
                  </a:lnTo>
                  <a:lnTo>
                    <a:pt x="566010" y="1549895"/>
                  </a:lnTo>
                  <a:lnTo>
                    <a:pt x="567678" y="1552640"/>
                  </a:lnTo>
                  <a:lnTo>
                    <a:pt x="571464" y="1558873"/>
                  </a:lnTo>
                  <a:lnTo>
                    <a:pt x="571144" y="1568184"/>
                  </a:lnTo>
                  <a:lnTo>
                    <a:pt x="569517" y="1574504"/>
                  </a:lnTo>
                  <a:lnTo>
                    <a:pt x="572194" y="1579236"/>
                  </a:lnTo>
                  <a:lnTo>
                    <a:pt x="570061" y="1590202"/>
                  </a:lnTo>
                  <a:lnTo>
                    <a:pt x="571651" y="1598370"/>
                  </a:lnTo>
                  <a:lnTo>
                    <a:pt x="570771" y="1603401"/>
                  </a:lnTo>
                  <a:lnTo>
                    <a:pt x="570439" y="1605293"/>
                  </a:lnTo>
                  <a:lnTo>
                    <a:pt x="566852" y="1611887"/>
                  </a:lnTo>
                  <a:lnTo>
                    <a:pt x="567752" y="1626560"/>
                  </a:lnTo>
                  <a:lnTo>
                    <a:pt x="567527" y="1627016"/>
                  </a:lnTo>
                  <a:lnTo>
                    <a:pt x="564998" y="1632153"/>
                  </a:lnTo>
                  <a:lnTo>
                    <a:pt x="568197" y="1641798"/>
                  </a:lnTo>
                  <a:lnTo>
                    <a:pt x="570825" y="1658323"/>
                  </a:lnTo>
                  <a:lnTo>
                    <a:pt x="573472" y="1663038"/>
                  </a:lnTo>
                  <a:lnTo>
                    <a:pt x="574206" y="1670393"/>
                  </a:lnTo>
                  <a:lnTo>
                    <a:pt x="574446" y="1674399"/>
                  </a:lnTo>
                  <a:lnTo>
                    <a:pt x="574583" y="1676706"/>
                  </a:lnTo>
                  <a:lnTo>
                    <a:pt x="575965" y="1683439"/>
                  </a:lnTo>
                  <a:lnTo>
                    <a:pt x="576162" y="1684402"/>
                  </a:lnTo>
                  <a:lnTo>
                    <a:pt x="580293" y="1691861"/>
                  </a:lnTo>
                  <a:lnTo>
                    <a:pt x="579743" y="1697733"/>
                  </a:lnTo>
                  <a:lnTo>
                    <a:pt x="582823" y="1701949"/>
                  </a:lnTo>
                  <a:lnTo>
                    <a:pt x="580300" y="1707773"/>
                  </a:lnTo>
                  <a:lnTo>
                    <a:pt x="577470" y="1710486"/>
                  </a:lnTo>
                  <a:lnTo>
                    <a:pt x="579846" y="1717256"/>
                  </a:lnTo>
                  <a:lnTo>
                    <a:pt x="579047" y="1721779"/>
                  </a:lnTo>
                  <a:lnTo>
                    <a:pt x="582936" y="1728598"/>
                  </a:lnTo>
                  <a:lnTo>
                    <a:pt x="589959" y="1731909"/>
                  </a:lnTo>
                  <a:lnTo>
                    <a:pt x="592975" y="1735426"/>
                  </a:lnTo>
                  <a:lnTo>
                    <a:pt x="562816" y="1744875"/>
                  </a:lnTo>
                  <a:lnTo>
                    <a:pt x="558081" y="1746397"/>
                  </a:lnTo>
                  <a:lnTo>
                    <a:pt x="552432" y="1748208"/>
                  </a:lnTo>
                  <a:lnTo>
                    <a:pt x="544454" y="1750757"/>
                  </a:lnTo>
                  <a:lnTo>
                    <a:pt x="523662" y="1757350"/>
                  </a:lnTo>
                  <a:lnTo>
                    <a:pt x="519241" y="1751431"/>
                  </a:lnTo>
                  <a:lnTo>
                    <a:pt x="519042" y="1747308"/>
                  </a:lnTo>
                  <a:lnTo>
                    <a:pt x="518895" y="1746810"/>
                  </a:lnTo>
                  <a:lnTo>
                    <a:pt x="515097" y="1734001"/>
                  </a:lnTo>
                  <a:lnTo>
                    <a:pt x="511789" y="1722861"/>
                  </a:lnTo>
                  <a:lnTo>
                    <a:pt x="501950" y="1689174"/>
                  </a:lnTo>
                  <a:lnTo>
                    <a:pt x="500216" y="1683256"/>
                  </a:lnTo>
                  <a:lnTo>
                    <a:pt x="494311" y="1662488"/>
                  </a:lnTo>
                  <a:lnTo>
                    <a:pt x="488128" y="1658036"/>
                  </a:lnTo>
                  <a:lnTo>
                    <a:pt x="483491" y="1654134"/>
                  </a:lnTo>
                  <a:lnTo>
                    <a:pt x="480074" y="1663021"/>
                  </a:lnTo>
                  <a:lnTo>
                    <a:pt x="476402" y="1660207"/>
                  </a:lnTo>
                  <a:lnTo>
                    <a:pt x="474919" y="1652808"/>
                  </a:lnTo>
                  <a:lnTo>
                    <a:pt x="475037" y="1647309"/>
                  </a:lnTo>
                  <a:lnTo>
                    <a:pt x="475619" y="1639911"/>
                  </a:lnTo>
                  <a:lnTo>
                    <a:pt x="475803" y="1637553"/>
                  </a:lnTo>
                  <a:lnTo>
                    <a:pt x="471638" y="1633979"/>
                  </a:lnTo>
                  <a:lnTo>
                    <a:pt x="470620" y="1633105"/>
                  </a:lnTo>
                  <a:lnTo>
                    <a:pt x="469660" y="1625688"/>
                  </a:lnTo>
                  <a:lnTo>
                    <a:pt x="464679" y="1620182"/>
                  </a:lnTo>
                  <a:lnTo>
                    <a:pt x="462564" y="1614829"/>
                  </a:lnTo>
                  <a:lnTo>
                    <a:pt x="461572" y="1610394"/>
                  </a:lnTo>
                  <a:lnTo>
                    <a:pt x="457755" y="1607577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h124"/>
            <p:cNvSpPr/>
            <p:nvPr/>
          </p:nvSpPr>
          <p:spPr>
            <a:xfrm>
              <a:off x="5890228" y="2049787"/>
              <a:ext cx="505391" cy="1621996"/>
            </a:xfrm>
            <a:custGeom>
              <a:avLst/>
              <a:pathLst>
                <a:path w="505391" h="1621996">
                  <a:moveTo>
                    <a:pt x="457200" y="1600200"/>
                  </a:moveTo>
                  <a:lnTo>
                    <a:pt x="458003" y="1589576"/>
                  </a:lnTo>
                  <a:lnTo>
                    <a:pt x="456486" y="1580058"/>
                  </a:lnTo>
                  <a:lnTo>
                    <a:pt x="455944" y="1566609"/>
                  </a:lnTo>
                  <a:lnTo>
                    <a:pt x="455866" y="1564698"/>
                  </a:lnTo>
                  <a:lnTo>
                    <a:pt x="457473" y="1554855"/>
                  </a:lnTo>
                  <a:lnTo>
                    <a:pt x="458908" y="1545571"/>
                  </a:lnTo>
                  <a:lnTo>
                    <a:pt x="461762" y="1538639"/>
                  </a:lnTo>
                  <a:lnTo>
                    <a:pt x="459797" y="1533715"/>
                  </a:lnTo>
                  <a:lnTo>
                    <a:pt x="466636" y="1528385"/>
                  </a:lnTo>
                  <a:lnTo>
                    <a:pt x="468599" y="1523455"/>
                  </a:lnTo>
                  <a:lnTo>
                    <a:pt x="461678" y="1518462"/>
                  </a:lnTo>
                  <a:lnTo>
                    <a:pt x="468291" y="1510309"/>
                  </a:lnTo>
                  <a:lnTo>
                    <a:pt x="471047" y="1503781"/>
                  </a:lnTo>
                  <a:lnTo>
                    <a:pt x="505391" y="1488848"/>
                  </a:lnTo>
                  <a:lnTo>
                    <a:pt x="500964" y="1507565"/>
                  </a:lnTo>
                  <a:lnTo>
                    <a:pt x="498531" y="1513993"/>
                  </a:lnTo>
                  <a:lnTo>
                    <a:pt x="492503" y="1513545"/>
                  </a:lnTo>
                  <a:lnTo>
                    <a:pt x="489075" y="1519434"/>
                  </a:lnTo>
                  <a:lnTo>
                    <a:pt x="486088" y="1531399"/>
                  </a:lnTo>
                  <a:lnTo>
                    <a:pt x="485210" y="1542791"/>
                  </a:lnTo>
                  <a:lnTo>
                    <a:pt x="484911" y="1549937"/>
                  </a:lnTo>
                  <a:lnTo>
                    <a:pt x="487167" y="1555607"/>
                  </a:lnTo>
                  <a:lnTo>
                    <a:pt x="483658" y="1566758"/>
                  </a:lnTo>
                  <a:lnTo>
                    <a:pt x="484904" y="1568524"/>
                  </a:lnTo>
                  <a:lnTo>
                    <a:pt x="486081" y="1570191"/>
                  </a:lnTo>
                  <a:lnTo>
                    <a:pt x="482859" y="1581467"/>
                  </a:lnTo>
                  <a:lnTo>
                    <a:pt x="482697" y="1586447"/>
                  </a:lnTo>
                  <a:lnTo>
                    <a:pt x="479931" y="1592289"/>
                  </a:lnTo>
                  <a:lnTo>
                    <a:pt x="480055" y="1598800"/>
                  </a:lnTo>
                  <a:lnTo>
                    <a:pt x="479741" y="1605910"/>
                  </a:lnTo>
                  <a:lnTo>
                    <a:pt x="474703" y="1617284"/>
                  </a:lnTo>
                  <a:lnTo>
                    <a:pt x="471387" y="1621996"/>
                  </a:lnTo>
                  <a:lnTo>
                    <a:pt x="467522" y="1621741"/>
                  </a:lnTo>
                  <a:lnTo>
                    <a:pt x="462830" y="1611616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h125"/>
            <p:cNvSpPr/>
            <p:nvPr/>
          </p:nvSpPr>
          <p:spPr>
            <a:xfrm>
              <a:off x="5180019" y="2310395"/>
              <a:ext cx="1206386" cy="1605444"/>
            </a:xfrm>
            <a:custGeom>
              <a:avLst/>
              <a:pathLst>
                <a:path w="1206386" h="1605444">
                  <a:moveTo>
                    <a:pt x="457200" y="1600200"/>
                  </a:moveTo>
                  <a:lnTo>
                    <a:pt x="465016" y="1594577"/>
                  </a:lnTo>
                  <a:lnTo>
                    <a:pt x="471467" y="1593264"/>
                  </a:lnTo>
                  <a:lnTo>
                    <a:pt x="473850" y="1592778"/>
                  </a:lnTo>
                  <a:lnTo>
                    <a:pt x="478306" y="1589288"/>
                  </a:lnTo>
                  <a:lnTo>
                    <a:pt x="491980" y="1581393"/>
                  </a:lnTo>
                  <a:lnTo>
                    <a:pt x="501347" y="1577417"/>
                  </a:lnTo>
                  <a:lnTo>
                    <a:pt x="502241" y="1570496"/>
                  </a:lnTo>
                  <a:lnTo>
                    <a:pt x="504787" y="1563043"/>
                  </a:lnTo>
                  <a:lnTo>
                    <a:pt x="510986" y="1562183"/>
                  </a:lnTo>
                  <a:lnTo>
                    <a:pt x="521554" y="1555554"/>
                  </a:lnTo>
                  <a:lnTo>
                    <a:pt x="522340" y="1553484"/>
                  </a:lnTo>
                  <a:lnTo>
                    <a:pt x="523585" y="1550197"/>
                  </a:lnTo>
                  <a:lnTo>
                    <a:pt x="521952" y="1543761"/>
                  </a:lnTo>
                  <a:lnTo>
                    <a:pt x="526357" y="1538638"/>
                  </a:lnTo>
                  <a:lnTo>
                    <a:pt x="532260" y="1535246"/>
                  </a:lnTo>
                  <a:lnTo>
                    <a:pt x="534217" y="1530526"/>
                  </a:lnTo>
                  <a:lnTo>
                    <a:pt x="532552" y="1524015"/>
                  </a:lnTo>
                  <a:lnTo>
                    <a:pt x="546116" y="1510437"/>
                  </a:lnTo>
                  <a:lnTo>
                    <a:pt x="546713" y="1509837"/>
                  </a:lnTo>
                  <a:lnTo>
                    <a:pt x="547107" y="1509518"/>
                  </a:lnTo>
                  <a:lnTo>
                    <a:pt x="556171" y="1502170"/>
                  </a:lnTo>
                  <a:lnTo>
                    <a:pt x="564704" y="1497618"/>
                  </a:lnTo>
                  <a:lnTo>
                    <a:pt x="567899" y="1492965"/>
                  </a:lnTo>
                  <a:lnTo>
                    <a:pt x="568286" y="1492402"/>
                  </a:lnTo>
                  <a:lnTo>
                    <a:pt x="576823" y="1480978"/>
                  </a:lnTo>
                  <a:lnTo>
                    <a:pt x="595239" y="1456176"/>
                  </a:lnTo>
                  <a:lnTo>
                    <a:pt x="599336" y="1458568"/>
                  </a:lnTo>
                  <a:lnTo>
                    <a:pt x="595717" y="1466728"/>
                  </a:lnTo>
                  <a:lnTo>
                    <a:pt x="601175" y="1469913"/>
                  </a:lnTo>
                  <a:lnTo>
                    <a:pt x="602259" y="1473593"/>
                  </a:lnTo>
                  <a:lnTo>
                    <a:pt x="607296" y="1479786"/>
                  </a:lnTo>
                  <a:lnTo>
                    <a:pt x="612889" y="1484513"/>
                  </a:lnTo>
                  <a:lnTo>
                    <a:pt x="620383" y="1484169"/>
                  </a:lnTo>
                  <a:lnTo>
                    <a:pt x="624150" y="1487455"/>
                  </a:lnTo>
                  <a:lnTo>
                    <a:pt x="624703" y="1487719"/>
                  </a:lnTo>
                  <a:lnTo>
                    <a:pt x="631450" y="1490938"/>
                  </a:lnTo>
                  <a:lnTo>
                    <a:pt x="642701" y="1487868"/>
                  </a:lnTo>
                  <a:lnTo>
                    <a:pt x="644928" y="1485224"/>
                  </a:lnTo>
                  <a:lnTo>
                    <a:pt x="649001" y="1480825"/>
                  </a:lnTo>
                  <a:lnTo>
                    <a:pt x="653828" y="1477118"/>
                  </a:lnTo>
                  <a:lnTo>
                    <a:pt x="658444" y="1467538"/>
                  </a:lnTo>
                  <a:lnTo>
                    <a:pt x="674245" y="1477065"/>
                  </a:lnTo>
                  <a:lnTo>
                    <a:pt x="683924" y="1469246"/>
                  </a:lnTo>
                  <a:lnTo>
                    <a:pt x="694564" y="1464076"/>
                  </a:lnTo>
                  <a:lnTo>
                    <a:pt x="695984" y="1463577"/>
                  </a:lnTo>
                  <a:lnTo>
                    <a:pt x="701752" y="1461547"/>
                  </a:lnTo>
                  <a:lnTo>
                    <a:pt x="709030" y="1456165"/>
                  </a:lnTo>
                  <a:lnTo>
                    <a:pt x="703164" y="1451253"/>
                  </a:lnTo>
                  <a:lnTo>
                    <a:pt x="703951" y="1446456"/>
                  </a:lnTo>
                  <a:lnTo>
                    <a:pt x="704665" y="1446134"/>
                  </a:lnTo>
                  <a:lnTo>
                    <a:pt x="706581" y="1445269"/>
                  </a:lnTo>
                  <a:lnTo>
                    <a:pt x="714305" y="1450110"/>
                  </a:lnTo>
                  <a:lnTo>
                    <a:pt x="723256" y="1442622"/>
                  </a:lnTo>
                  <a:lnTo>
                    <a:pt x="733127" y="1432510"/>
                  </a:lnTo>
                  <a:lnTo>
                    <a:pt x="741543" y="1436350"/>
                  </a:lnTo>
                  <a:lnTo>
                    <a:pt x="742074" y="1436593"/>
                  </a:lnTo>
                  <a:lnTo>
                    <a:pt x="747305" y="1430691"/>
                  </a:lnTo>
                  <a:lnTo>
                    <a:pt x="755628" y="1419151"/>
                  </a:lnTo>
                  <a:lnTo>
                    <a:pt x="755175" y="1412971"/>
                  </a:lnTo>
                  <a:lnTo>
                    <a:pt x="759665" y="1406932"/>
                  </a:lnTo>
                  <a:lnTo>
                    <a:pt x="751570" y="1401229"/>
                  </a:lnTo>
                  <a:lnTo>
                    <a:pt x="751717" y="1400885"/>
                  </a:lnTo>
                  <a:lnTo>
                    <a:pt x="753812" y="1395947"/>
                  </a:lnTo>
                  <a:lnTo>
                    <a:pt x="755858" y="1387397"/>
                  </a:lnTo>
                  <a:lnTo>
                    <a:pt x="756451" y="1381571"/>
                  </a:lnTo>
                  <a:lnTo>
                    <a:pt x="761174" y="1372448"/>
                  </a:lnTo>
                  <a:lnTo>
                    <a:pt x="766668" y="1363078"/>
                  </a:lnTo>
                  <a:lnTo>
                    <a:pt x="768078" y="1360668"/>
                  </a:lnTo>
                  <a:lnTo>
                    <a:pt x="772111" y="1349845"/>
                  </a:lnTo>
                  <a:lnTo>
                    <a:pt x="772450" y="1347281"/>
                  </a:lnTo>
                  <a:lnTo>
                    <a:pt x="773290" y="1340896"/>
                  </a:lnTo>
                  <a:lnTo>
                    <a:pt x="773411" y="1331504"/>
                  </a:lnTo>
                  <a:lnTo>
                    <a:pt x="778252" y="1324001"/>
                  </a:lnTo>
                  <a:lnTo>
                    <a:pt x="782322" y="1318616"/>
                  </a:lnTo>
                  <a:lnTo>
                    <a:pt x="783044" y="1317658"/>
                  </a:lnTo>
                  <a:lnTo>
                    <a:pt x="780344" y="1313104"/>
                  </a:lnTo>
                  <a:lnTo>
                    <a:pt x="785675" y="1306257"/>
                  </a:lnTo>
                  <a:lnTo>
                    <a:pt x="787784" y="1296104"/>
                  </a:lnTo>
                  <a:lnTo>
                    <a:pt x="786736" y="1292207"/>
                  </a:lnTo>
                  <a:lnTo>
                    <a:pt x="787460" y="1285952"/>
                  </a:lnTo>
                  <a:lnTo>
                    <a:pt x="787049" y="1275668"/>
                  </a:lnTo>
                  <a:lnTo>
                    <a:pt x="798119" y="1277800"/>
                  </a:lnTo>
                  <a:lnTo>
                    <a:pt x="807046" y="1287904"/>
                  </a:lnTo>
                  <a:lnTo>
                    <a:pt x="817881" y="1289003"/>
                  </a:lnTo>
                  <a:lnTo>
                    <a:pt x="823670" y="1288652"/>
                  </a:lnTo>
                  <a:lnTo>
                    <a:pt x="824998" y="1288571"/>
                  </a:lnTo>
                  <a:lnTo>
                    <a:pt x="829532" y="1279972"/>
                  </a:lnTo>
                  <a:lnTo>
                    <a:pt x="829666" y="1279202"/>
                  </a:lnTo>
                  <a:lnTo>
                    <a:pt x="830796" y="1272706"/>
                  </a:lnTo>
                  <a:lnTo>
                    <a:pt x="832913" y="1262000"/>
                  </a:lnTo>
                  <a:lnTo>
                    <a:pt x="837103" y="1254070"/>
                  </a:lnTo>
                  <a:lnTo>
                    <a:pt x="836665" y="1250233"/>
                  </a:lnTo>
                  <a:lnTo>
                    <a:pt x="837449" y="1240821"/>
                  </a:lnTo>
                  <a:lnTo>
                    <a:pt x="839544" y="1235469"/>
                  </a:lnTo>
                  <a:lnTo>
                    <a:pt x="840562" y="1229847"/>
                  </a:lnTo>
                  <a:lnTo>
                    <a:pt x="854921" y="1236042"/>
                  </a:lnTo>
                  <a:lnTo>
                    <a:pt x="857384" y="1226604"/>
                  </a:lnTo>
                  <a:lnTo>
                    <a:pt x="860016" y="1217793"/>
                  </a:lnTo>
                  <a:lnTo>
                    <a:pt x="867528" y="1211649"/>
                  </a:lnTo>
                  <a:lnTo>
                    <a:pt x="871503" y="1203247"/>
                  </a:lnTo>
                  <a:lnTo>
                    <a:pt x="876155" y="1198586"/>
                  </a:lnTo>
                  <a:lnTo>
                    <a:pt x="877564" y="1192545"/>
                  </a:lnTo>
                  <a:lnTo>
                    <a:pt x="878715" y="1187593"/>
                  </a:lnTo>
                  <a:lnTo>
                    <a:pt x="885311" y="1176780"/>
                  </a:lnTo>
                  <a:lnTo>
                    <a:pt x="883072" y="1173653"/>
                  </a:lnTo>
                  <a:lnTo>
                    <a:pt x="883717" y="1166900"/>
                  </a:lnTo>
                  <a:lnTo>
                    <a:pt x="882829" y="1162120"/>
                  </a:lnTo>
                  <a:lnTo>
                    <a:pt x="886141" y="1151281"/>
                  </a:lnTo>
                  <a:lnTo>
                    <a:pt x="884744" y="1144443"/>
                  </a:lnTo>
                  <a:lnTo>
                    <a:pt x="882087" y="1137796"/>
                  </a:lnTo>
                  <a:lnTo>
                    <a:pt x="895255" y="1143985"/>
                  </a:lnTo>
                  <a:lnTo>
                    <a:pt x="899920" y="1146172"/>
                  </a:lnTo>
                  <a:lnTo>
                    <a:pt x="917231" y="1154346"/>
                  </a:lnTo>
                  <a:lnTo>
                    <a:pt x="940210" y="1165139"/>
                  </a:lnTo>
                  <a:lnTo>
                    <a:pt x="940834" y="1160260"/>
                  </a:lnTo>
                  <a:lnTo>
                    <a:pt x="941795" y="1152105"/>
                  </a:lnTo>
                  <a:lnTo>
                    <a:pt x="944294" y="1139455"/>
                  </a:lnTo>
                  <a:lnTo>
                    <a:pt x="948246" y="1138788"/>
                  </a:lnTo>
                  <a:lnTo>
                    <a:pt x="949338" y="1138604"/>
                  </a:lnTo>
                  <a:lnTo>
                    <a:pt x="956974" y="1138418"/>
                  </a:lnTo>
                  <a:lnTo>
                    <a:pt x="960921" y="1140257"/>
                  </a:lnTo>
                  <a:lnTo>
                    <a:pt x="967012" y="1142210"/>
                  </a:lnTo>
                  <a:lnTo>
                    <a:pt x="971417" y="1145174"/>
                  </a:lnTo>
                  <a:lnTo>
                    <a:pt x="970064" y="1149850"/>
                  </a:lnTo>
                  <a:lnTo>
                    <a:pt x="967599" y="1153745"/>
                  </a:lnTo>
                  <a:lnTo>
                    <a:pt x="968988" y="1158571"/>
                  </a:lnTo>
                  <a:lnTo>
                    <a:pt x="973033" y="1159416"/>
                  </a:lnTo>
                  <a:lnTo>
                    <a:pt x="975685" y="1162491"/>
                  </a:lnTo>
                  <a:lnTo>
                    <a:pt x="985624" y="1161529"/>
                  </a:lnTo>
                  <a:lnTo>
                    <a:pt x="987273" y="1161504"/>
                  </a:lnTo>
                  <a:lnTo>
                    <a:pt x="988551" y="1161485"/>
                  </a:lnTo>
                  <a:lnTo>
                    <a:pt x="990459" y="1161455"/>
                  </a:lnTo>
                  <a:lnTo>
                    <a:pt x="997002" y="1162857"/>
                  </a:lnTo>
                  <a:lnTo>
                    <a:pt x="998184" y="1167856"/>
                  </a:lnTo>
                  <a:lnTo>
                    <a:pt x="1003122" y="1168788"/>
                  </a:lnTo>
                  <a:lnTo>
                    <a:pt x="1005242" y="1168375"/>
                  </a:lnTo>
                  <a:lnTo>
                    <a:pt x="1008397" y="1167760"/>
                  </a:lnTo>
                  <a:lnTo>
                    <a:pt x="1011831" y="1170664"/>
                  </a:lnTo>
                  <a:lnTo>
                    <a:pt x="1015527" y="1173526"/>
                  </a:lnTo>
                  <a:lnTo>
                    <a:pt x="1021404" y="1176537"/>
                  </a:lnTo>
                  <a:lnTo>
                    <a:pt x="1022271" y="1179783"/>
                  </a:lnTo>
                  <a:lnTo>
                    <a:pt x="1023873" y="1185785"/>
                  </a:lnTo>
                  <a:lnTo>
                    <a:pt x="1024054" y="1186555"/>
                  </a:lnTo>
                  <a:lnTo>
                    <a:pt x="1025164" y="1191268"/>
                  </a:lnTo>
                  <a:lnTo>
                    <a:pt x="1025416" y="1192339"/>
                  </a:lnTo>
                  <a:lnTo>
                    <a:pt x="1025187" y="1196051"/>
                  </a:lnTo>
                  <a:lnTo>
                    <a:pt x="1022766" y="1196799"/>
                  </a:lnTo>
                  <a:lnTo>
                    <a:pt x="1022320" y="1197479"/>
                  </a:lnTo>
                  <a:lnTo>
                    <a:pt x="1019002" y="1202527"/>
                  </a:lnTo>
                  <a:lnTo>
                    <a:pt x="1020455" y="1207161"/>
                  </a:lnTo>
                  <a:lnTo>
                    <a:pt x="1011742" y="1209630"/>
                  </a:lnTo>
                  <a:lnTo>
                    <a:pt x="1009650" y="1210221"/>
                  </a:lnTo>
                  <a:lnTo>
                    <a:pt x="1007464" y="1220351"/>
                  </a:lnTo>
                  <a:lnTo>
                    <a:pt x="1007761" y="1228096"/>
                  </a:lnTo>
                  <a:lnTo>
                    <a:pt x="1007931" y="1232573"/>
                  </a:lnTo>
                  <a:lnTo>
                    <a:pt x="1011067" y="1242549"/>
                  </a:lnTo>
                  <a:lnTo>
                    <a:pt x="1015144" y="1245546"/>
                  </a:lnTo>
                  <a:lnTo>
                    <a:pt x="1017502" y="1247278"/>
                  </a:lnTo>
                  <a:lnTo>
                    <a:pt x="1026649" y="1243003"/>
                  </a:lnTo>
                  <a:lnTo>
                    <a:pt x="1032852" y="1240343"/>
                  </a:lnTo>
                  <a:lnTo>
                    <a:pt x="1036858" y="1238238"/>
                  </a:lnTo>
                  <a:lnTo>
                    <a:pt x="1040374" y="1241246"/>
                  </a:lnTo>
                  <a:lnTo>
                    <a:pt x="1040725" y="1244607"/>
                  </a:lnTo>
                  <a:lnTo>
                    <a:pt x="1044225" y="1246665"/>
                  </a:lnTo>
                  <a:lnTo>
                    <a:pt x="1045000" y="1247120"/>
                  </a:lnTo>
                  <a:lnTo>
                    <a:pt x="1049007" y="1249970"/>
                  </a:lnTo>
                  <a:lnTo>
                    <a:pt x="1049518" y="1253613"/>
                  </a:lnTo>
                  <a:lnTo>
                    <a:pt x="1054860" y="1254286"/>
                  </a:lnTo>
                  <a:lnTo>
                    <a:pt x="1062652" y="1256408"/>
                  </a:lnTo>
                  <a:lnTo>
                    <a:pt x="1071000" y="1254161"/>
                  </a:lnTo>
                  <a:lnTo>
                    <a:pt x="1077217" y="1253081"/>
                  </a:lnTo>
                  <a:lnTo>
                    <a:pt x="1084082" y="1252105"/>
                  </a:lnTo>
                  <a:lnTo>
                    <a:pt x="1086543" y="1256406"/>
                  </a:lnTo>
                  <a:lnTo>
                    <a:pt x="1093919" y="1259530"/>
                  </a:lnTo>
                  <a:lnTo>
                    <a:pt x="1097248" y="1262470"/>
                  </a:lnTo>
                  <a:lnTo>
                    <a:pt x="1099716" y="1264649"/>
                  </a:lnTo>
                  <a:lnTo>
                    <a:pt x="1107043" y="1267732"/>
                  </a:lnTo>
                  <a:lnTo>
                    <a:pt x="1118732" y="1269769"/>
                  </a:lnTo>
                  <a:lnTo>
                    <a:pt x="1127719" y="1273073"/>
                  </a:lnTo>
                  <a:lnTo>
                    <a:pt x="1128194" y="1280257"/>
                  </a:lnTo>
                  <a:lnTo>
                    <a:pt x="1123936" y="1286511"/>
                  </a:lnTo>
                  <a:lnTo>
                    <a:pt x="1126132" y="1295585"/>
                  </a:lnTo>
                  <a:lnTo>
                    <a:pt x="1126200" y="1300493"/>
                  </a:lnTo>
                  <a:lnTo>
                    <a:pt x="1126220" y="1302001"/>
                  </a:lnTo>
                  <a:lnTo>
                    <a:pt x="1132596" y="1306995"/>
                  </a:lnTo>
                  <a:lnTo>
                    <a:pt x="1132719" y="1310987"/>
                  </a:lnTo>
                  <a:lnTo>
                    <a:pt x="1132836" y="1314831"/>
                  </a:lnTo>
                  <a:lnTo>
                    <a:pt x="1134334" y="1317201"/>
                  </a:lnTo>
                  <a:lnTo>
                    <a:pt x="1137164" y="1321680"/>
                  </a:lnTo>
                  <a:lnTo>
                    <a:pt x="1141722" y="1329912"/>
                  </a:lnTo>
                  <a:lnTo>
                    <a:pt x="1143433" y="1335505"/>
                  </a:lnTo>
                  <a:lnTo>
                    <a:pt x="1143005" y="1344136"/>
                  </a:lnTo>
                  <a:lnTo>
                    <a:pt x="1132327" y="1338875"/>
                  </a:lnTo>
                  <a:lnTo>
                    <a:pt x="1129072" y="1337038"/>
                  </a:lnTo>
                  <a:lnTo>
                    <a:pt x="1128335" y="1337691"/>
                  </a:lnTo>
                  <a:lnTo>
                    <a:pt x="1125497" y="1340202"/>
                  </a:lnTo>
                  <a:lnTo>
                    <a:pt x="1132512" y="1347536"/>
                  </a:lnTo>
                  <a:lnTo>
                    <a:pt x="1136124" y="1351354"/>
                  </a:lnTo>
                  <a:lnTo>
                    <a:pt x="1135415" y="1354267"/>
                  </a:lnTo>
                  <a:lnTo>
                    <a:pt x="1134580" y="1357687"/>
                  </a:lnTo>
                  <a:lnTo>
                    <a:pt x="1140156" y="1360673"/>
                  </a:lnTo>
                  <a:lnTo>
                    <a:pt x="1140642" y="1360933"/>
                  </a:lnTo>
                  <a:lnTo>
                    <a:pt x="1145218" y="1365849"/>
                  </a:lnTo>
                  <a:lnTo>
                    <a:pt x="1147701" y="1368288"/>
                  </a:lnTo>
                  <a:lnTo>
                    <a:pt x="1150725" y="1371257"/>
                  </a:lnTo>
                  <a:lnTo>
                    <a:pt x="1150297" y="1382231"/>
                  </a:lnTo>
                  <a:lnTo>
                    <a:pt x="1153265" y="1384436"/>
                  </a:lnTo>
                  <a:lnTo>
                    <a:pt x="1154923" y="1385667"/>
                  </a:lnTo>
                  <a:lnTo>
                    <a:pt x="1163375" y="1387479"/>
                  </a:lnTo>
                  <a:lnTo>
                    <a:pt x="1164700" y="1387465"/>
                  </a:lnTo>
                  <a:lnTo>
                    <a:pt x="1173767" y="1387362"/>
                  </a:lnTo>
                  <a:lnTo>
                    <a:pt x="1177397" y="1383811"/>
                  </a:lnTo>
                  <a:lnTo>
                    <a:pt x="1182002" y="1383151"/>
                  </a:lnTo>
                  <a:lnTo>
                    <a:pt x="1189272" y="1396909"/>
                  </a:lnTo>
                  <a:lnTo>
                    <a:pt x="1196576" y="1408813"/>
                  </a:lnTo>
                  <a:lnTo>
                    <a:pt x="1201502" y="1415338"/>
                  </a:lnTo>
                  <a:lnTo>
                    <a:pt x="1206386" y="1424317"/>
                  </a:lnTo>
                  <a:lnTo>
                    <a:pt x="1191217" y="1428890"/>
                  </a:lnTo>
                  <a:lnTo>
                    <a:pt x="1182127" y="1431598"/>
                  </a:lnTo>
                  <a:lnTo>
                    <a:pt x="1163959" y="1436975"/>
                  </a:lnTo>
                  <a:lnTo>
                    <a:pt x="1146988" y="1441932"/>
                  </a:lnTo>
                  <a:lnTo>
                    <a:pt x="1142177" y="1443330"/>
                  </a:lnTo>
                  <a:lnTo>
                    <a:pt x="1123454" y="1448738"/>
                  </a:lnTo>
                  <a:lnTo>
                    <a:pt x="1106534" y="1454248"/>
                  </a:lnTo>
                  <a:lnTo>
                    <a:pt x="1091801" y="1458445"/>
                  </a:lnTo>
                  <a:lnTo>
                    <a:pt x="1082945" y="1460953"/>
                  </a:lnTo>
                  <a:lnTo>
                    <a:pt x="1080475" y="1461651"/>
                  </a:lnTo>
                  <a:lnTo>
                    <a:pt x="1070086" y="1464597"/>
                  </a:lnTo>
                  <a:lnTo>
                    <a:pt x="1026971" y="1476664"/>
                  </a:lnTo>
                  <a:lnTo>
                    <a:pt x="1025307" y="1477132"/>
                  </a:lnTo>
                  <a:lnTo>
                    <a:pt x="1012614" y="1480688"/>
                  </a:lnTo>
                  <a:lnTo>
                    <a:pt x="998597" y="1484590"/>
                  </a:lnTo>
                  <a:lnTo>
                    <a:pt x="990294" y="1486888"/>
                  </a:lnTo>
                  <a:lnTo>
                    <a:pt x="972025" y="1491980"/>
                  </a:lnTo>
                  <a:lnTo>
                    <a:pt x="959229" y="1495518"/>
                  </a:lnTo>
                  <a:lnTo>
                    <a:pt x="954179" y="1496909"/>
                  </a:lnTo>
                  <a:lnTo>
                    <a:pt x="932620" y="1502523"/>
                  </a:lnTo>
                  <a:lnTo>
                    <a:pt x="926639" y="1504069"/>
                  </a:lnTo>
                  <a:lnTo>
                    <a:pt x="912609" y="1507676"/>
                  </a:lnTo>
                  <a:lnTo>
                    <a:pt x="893723" y="1512612"/>
                  </a:lnTo>
                  <a:lnTo>
                    <a:pt x="886012" y="1514614"/>
                  </a:lnTo>
                  <a:lnTo>
                    <a:pt x="874009" y="1517712"/>
                  </a:lnTo>
                  <a:lnTo>
                    <a:pt x="861780" y="1520849"/>
                  </a:lnTo>
                  <a:lnTo>
                    <a:pt x="857869" y="1521848"/>
                  </a:lnTo>
                  <a:lnTo>
                    <a:pt x="857579" y="1521920"/>
                  </a:lnTo>
                  <a:lnTo>
                    <a:pt x="838149" y="1526700"/>
                  </a:lnTo>
                  <a:lnTo>
                    <a:pt x="807945" y="1534030"/>
                  </a:lnTo>
                  <a:lnTo>
                    <a:pt x="805418" y="1534630"/>
                  </a:lnTo>
                  <a:lnTo>
                    <a:pt x="782008" y="1540153"/>
                  </a:lnTo>
                  <a:lnTo>
                    <a:pt x="768652" y="1542567"/>
                  </a:lnTo>
                  <a:lnTo>
                    <a:pt x="767796" y="1542723"/>
                  </a:lnTo>
                  <a:lnTo>
                    <a:pt x="750965" y="1545764"/>
                  </a:lnTo>
                  <a:lnTo>
                    <a:pt x="741888" y="1547389"/>
                  </a:lnTo>
                  <a:lnTo>
                    <a:pt x="728787" y="1550524"/>
                  </a:lnTo>
                  <a:lnTo>
                    <a:pt x="722832" y="1551941"/>
                  </a:lnTo>
                  <a:lnTo>
                    <a:pt x="707176" y="1554910"/>
                  </a:lnTo>
                  <a:lnTo>
                    <a:pt x="695915" y="1556883"/>
                  </a:lnTo>
                  <a:lnTo>
                    <a:pt x="678684" y="1560279"/>
                  </a:lnTo>
                  <a:lnTo>
                    <a:pt x="664367" y="1563072"/>
                  </a:lnTo>
                  <a:lnTo>
                    <a:pt x="646906" y="1565939"/>
                  </a:lnTo>
                  <a:lnTo>
                    <a:pt x="649288" y="1562366"/>
                  </a:lnTo>
                  <a:lnTo>
                    <a:pt x="631757" y="1565919"/>
                  </a:lnTo>
                  <a:lnTo>
                    <a:pt x="622404" y="1567798"/>
                  </a:lnTo>
                  <a:lnTo>
                    <a:pt x="621826" y="1570732"/>
                  </a:lnTo>
                  <a:lnTo>
                    <a:pt x="601263" y="1575193"/>
                  </a:lnTo>
                  <a:lnTo>
                    <a:pt x="598499" y="1575789"/>
                  </a:lnTo>
                  <a:lnTo>
                    <a:pt x="591741" y="1577220"/>
                  </a:lnTo>
                  <a:lnTo>
                    <a:pt x="586799" y="1578264"/>
                  </a:lnTo>
                  <a:lnTo>
                    <a:pt x="567987" y="1582206"/>
                  </a:lnTo>
                  <a:lnTo>
                    <a:pt x="556130" y="1584820"/>
                  </a:lnTo>
                  <a:lnTo>
                    <a:pt x="534605" y="1589518"/>
                  </a:lnTo>
                  <a:lnTo>
                    <a:pt x="519554" y="1592454"/>
                  </a:lnTo>
                  <a:lnTo>
                    <a:pt x="491019" y="1597941"/>
                  </a:lnTo>
                  <a:lnTo>
                    <a:pt x="471877" y="1601645"/>
                  </a:lnTo>
                  <a:lnTo>
                    <a:pt x="451988" y="1605444"/>
                  </a:lnTo>
                  <a:close/>
                </a:path>
              </a:pathLst>
            </a:cu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h126"/>
            <p:cNvSpPr/>
            <p:nvPr/>
          </p:nvSpPr>
          <p:spPr>
            <a:xfrm>
              <a:off x="1681131" y="696652"/>
              <a:ext cx="494852" cy="1640985"/>
            </a:xfrm>
            <a:custGeom>
              <a:avLst/>
              <a:pathLst>
                <a:path w="494852" h="1640985">
                  <a:moveTo>
                    <a:pt x="457200" y="1600200"/>
                  </a:moveTo>
                  <a:lnTo>
                    <a:pt x="470764" y="1602160"/>
                  </a:lnTo>
                  <a:lnTo>
                    <a:pt x="475490" y="1600792"/>
                  </a:lnTo>
                  <a:lnTo>
                    <a:pt x="480826" y="1594488"/>
                  </a:lnTo>
                  <a:lnTo>
                    <a:pt x="484370" y="1594427"/>
                  </a:lnTo>
                  <a:lnTo>
                    <a:pt x="491986" y="1602700"/>
                  </a:lnTo>
                  <a:lnTo>
                    <a:pt x="494852" y="1614378"/>
                  </a:lnTo>
                  <a:lnTo>
                    <a:pt x="488412" y="1619958"/>
                  </a:lnTo>
                  <a:lnTo>
                    <a:pt x="489049" y="1625682"/>
                  </a:lnTo>
                  <a:lnTo>
                    <a:pt x="486491" y="1631926"/>
                  </a:lnTo>
                  <a:lnTo>
                    <a:pt x="482553" y="1634026"/>
                  </a:lnTo>
                  <a:lnTo>
                    <a:pt x="481679" y="1640985"/>
                  </a:lnTo>
                  <a:lnTo>
                    <a:pt x="475771" y="1640599"/>
                  </a:lnTo>
                  <a:lnTo>
                    <a:pt x="472350" y="1636720"/>
                  </a:lnTo>
                  <a:lnTo>
                    <a:pt x="464396" y="1631697"/>
                  </a:lnTo>
                  <a:lnTo>
                    <a:pt x="458071" y="1623842"/>
                  </a:lnTo>
                  <a:lnTo>
                    <a:pt x="456432" y="1612202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h127"/>
            <p:cNvSpPr/>
            <p:nvPr/>
          </p:nvSpPr>
          <p:spPr>
            <a:xfrm>
              <a:off x="1554225" y="695738"/>
              <a:ext cx="1081406" cy="2059036"/>
            </a:xfrm>
            <a:custGeom>
              <a:avLst/>
              <a:pathLst>
                <a:path w="1081406" h="2059036">
                  <a:moveTo>
                    <a:pt x="457200" y="1600200"/>
                  </a:moveTo>
                  <a:lnTo>
                    <a:pt x="463015" y="1601477"/>
                  </a:lnTo>
                  <a:lnTo>
                    <a:pt x="469874" y="1608606"/>
                  </a:lnTo>
                  <a:lnTo>
                    <a:pt x="480066" y="1620990"/>
                  </a:lnTo>
                  <a:lnTo>
                    <a:pt x="489425" y="1626618"/>
                  </a:lnTo>
                  <a:lnTo>
                    <a:pt x="499224" y="1636050"/>
                  </a:lnTo>
                  <a:lnTo>
                    <a:pt x="501720" y="1641998"/>
                  </a:lnTo>
                  <a:lnTo>
                    <a:pt x="514417" y="1648255"/>
                  </a:lnTo>
                  <a:lnTo>
                    <a:pt x="526346" y="1651700"/>
                  </a:lnTo>
                  <a:lnTo>
                    <a:pt x="530752" y="1653082"/>
                  </a:lnTo>
                  <a:lnTo>
                    <a:pt x="539835" y="1657388"/>
                  </a:lnTo>
                  <a:lnTo>
                    <a:pt x="547389" y="1663281"/>
                  </a:lnTo>
                  <a:lnTo>
                    <a:pt x="557001" y="1667611"/>
                  </a:lnTo>
                  <a:lnTo>
                    <a:pt x="563094" y="1668881"/>
                  </a:lnTo>
                  <a:lnTo>
                    <a:pt x="572623" y="1664204"/>
                  </a:lnTo>
                  <a:lnTo>
                    <a:pt x="576768" y="1672733"/>
                  </a:lnTo>
                  <a:lnTo>
                    <a:pt x="580560" y="1677804"/>
                  </a:lnTo>
                  <a:lnTo>
                    <a:pt x="585417" y="1678212"/>
                  </a:lnTo>
                  <a:lnTo>
                    <a:pt x="588614" y="1677697"/>
                  </a:lnTo>
                  <a:lnTo>
                    <a:pt x="595606" y="1676567"/>
                  </a:lnTo>
                  <a:lnTo>
                    <a:pt x="601648" y="1677213"/>
                  </a:lnTo>
                  <a:lnTo>
                    <a:pt x="605085" y="1683489"/>
                  </a:lnTo>
                  <a:lnTo>
                    <a:pt x="601695" y="1693868"/>
                  </a:lnTo>
                  <a:lnTo>
                    <a:pt x="600190" y="1699065"/>
                  </a:lnTo>
                  <a:lnTo>
                    <a:pt x="602298" y="1706493"/>
                  </a:lnTo>
                  <a:lnTo>
                    <a:pt x="603713" y="1706644"/>
                  </a:lnTo>
                  <a:lnTo>
                    <a:pt x="605165" y="1706798"/>
                  </a:lnTo>
                  <a:lnTo>
                    <a:pt x="609485" y="1704690"/>
                  </a:lnTo>
                  <a:lnTo>
                    <a:pt x="612192" y="1703367"/>
                  </a:lnTo>
                  <a:lnTo>
                    <a:pt x="613541" y="1699947"/>
                  </a:lnTo>
                  <a:lnTo>
                    <a:pt x="609688" y="1694287"/>
                  </a:lnTo>
                  <a:lnTo>
                    <a:pt x="613248" y="1684923"/>
                  </a:lnTo>
                  <a:lnTo>
                    <a:pt x="612388" y="1677779"/>
                  </a:lnTo>
                  <a:lnTo>
                    <a:pt x="607312" y="1672309"/>
                  </a:lnTo>
                  <a:lnTo>
                    <a:pt x="606481" y="1663359"/>
                  </a:lnTo>
                  <a:lnTo>
                    <a:pt x="612043" y="1657785"/>
                  </a:lnTo>
                  <a:lnTo>
                    <a:pt x="618686" y="1647039"/>
                  </a:lnTo>
                  <a:lnTo>
                    <a:pt x="618959" y="1646599"/>
                  </a:lnTo>
                  <a:lnTo>
                    <a:pt x="619274" y="1638788"/>
                  </a:lnTo>
                  <a:lnTo>
                    <a:pt x="624231" y="1633284"/>
                  </a:lnTo>
                  <a:lnTo>
                    <a:pt x="626930" y="1626471"/>
                  </a:lnTo>
                  <a:lnTo>
                    <a:pt x="626743" y="1618961"/>
                  </a:lnTo>
                  <a:lnTo>
                    <a:pt x="626500" y="1608819"/>
                  </a:lnTo>
                  <a:lnTo>
                    <a:pt x="628159" y="1600548"/>
                  </a:lnTo>
                  <a:lnTo>
                    <a:pt x="628965" y="1594386"/>
                  </a:lnTo>
                  <a:lnTo>
                    <a:pt x="625830" y="1587553"/>
                  </a:lnTo>
                  <a:lnTo>
                    <a:pt x="625813" y="1579920"/>
                  </a:lnTo>
                  <a:lnTo>
                    <a:pt x="632959" y="1574072"/>
                  </a:lnTo>
                  <a:lnTo>
                    <a:pt x="672233" y="1585650"/>
                  </a:lnTo>
                  <a:lnTo>
                    <a:pt x="684067" y="1589134"/>
                  </a:lnTo>
                  <a:lnTo>
                    <a:pt x="710862" y="1597444"/>
                  </a:lnTo>
                  <a:lnTo>
                    <a:pt x="738620" y="1604953"/>
                  </a:lnTo>
                  <a:lnTo>
                    <a:pt x="759654" y="1610589"/>
                  </a:lnTo>
                  <a:lnTo>
                    <a:pt x="781053" y="1616554"/>
                  </a:lnTo>
                  <a:lnTo>
                    <a:pt x="791573" y="1619456"/>
                  </a:lnTo>
                  <a:lnTo>
                    <a:pt x="818191" y="1626511"/>
                  </a:lnTo>
                  <a:lnTo>
                    <a:pt x="847501" y="1634374"/>
                  </a:lnTo>
                  <a:lnTo>
                    <a:pt x="890147" y="1645190"/>
                  </a:lnTo>
                  <a:lnTo>
                    <a:pt x="915724" y="1651588"/>
                  </a:lnTo>
                  <a:lnTo>
                    <a:pt x="938966" y="1657297"/>
                  </a:lnTo>
                  <a:lnTo>
                    <a:pt x="989336" y="1669346"/>
                  </a:lnTo>
                  <a:lnTo>
                    <a:pt x="1004752" y="1672946"/>
                  </a:lnTo>
                  <a:lnTo>
                    <a:pt x="1035948" y="1680060"/>
                  </a:lnTo>
                  <a:lnTo>
                    <a:pt x="1049959" y="1683293"/>
                  </a:lnTo>
                  <a:lnTo>
                    <a:pt x="1062743" y="1686214"/>
                  </a:lnTo>
                  <a:lnTo>
                    <a:pt x="1081406" y="1690416"/>
                  </a:lnTo>
                  <a:lnTo>
                    <a:pt x="1077192" y="1708997"/>
                  </a:lnTo>
                  <a:lnTo>
                    <a:pt x="1071960" y="1732118"/>
                  </a:lnTo>
                  <a:lnTo>
                    <a:pt x="1065461" y="1760642"/>
                  </a:lnTo>
                  <a:lnTo>
                    <a:pt x="1056916" y="1796860"/>
                  </a:lnTo>
                  <a:lnTo>
                    <a:pt x="1054758" y="1806547"/>
                  </a:lnTo>
                  <a:lnTo>
                    <a:pt x="1052912" y="1814841"/>
                  </a:lnTo>
                  <a:lnTo>
                    <a:pt x="1046350" y="1844375"/>
                  </a:lnTo>
                  <a:lnTo>
                    <a:pt x="1036515" y="1889452"/>
                  </a:lnTo>
                  <a:lnTo>
                    <a:pt x="1033680" y="1902486"/>
                  </a:lnTo>
                  <a:lnTo>
                    <a:pt x="1030908" y="1915250"/>
                  </a:lnTo>
                  <a:lnTo>
                    <a:pt x="1030174" y="1918602"/>
                  </a:lnTo>
                  <a:lnTo>
                    <a:pt x="1014575" y="1990084"/>
                  </a:lnTo>
                  <a:lnTo>
                    <a:pt x="1012720" y="1998623"/>
                  </a:lnTo>
                  <a:lnTo>
                    <a:pt x="1011769" y="2004257"/>
                  </a:lnTo>
                  <a:lnTo>
                    <a:pt x="1011434" y="2006241"/>
                  </a:lnTo>
                  <a:lnTo>
                    <a:pt x="1007673" y="2012635"/>
                  </a:lnTo>
                  <a:lnTo>
                    <a:pt x="1011799" y="2019981"/>
                  </a:lnTo>
                  <a:lnTo>
                    <a:pt x="1013229" y="2026665"/>
                  </a:lnTo>
                  <a:lnTo>
                    <a:pt x="1011936" y="2033237"/>
                  </a:lnTo>
                  <a:lnTo>
                    <a:pt x="1014444" y="2037453"/>
                  </a:lnTo>
                  <a:lnTo>
                    <a:pt x="1012732" y="2040723"/>
                  </a:lnTo>
                  <a:lnTo>
                    <a:pt x="1007326" y="2046912"/>
                  </a:lnTo>
                  <a:lnTo>
                    <a:pt x="1009993" y="2050543"/>
                  </a:lnTo>
                  <a:lnTo>
                    <a:pt x="1010511" y="2059036"/>
                  </a:lnTo>
                  <a:lnTo>
                    <a:pt x="973798" y="2050923"/>
                  </a:lnTo>
                  <a:lnTo>
                    <a:pt x="963270" y="2048436"/>
                  </a:lnTo>
                  <a:lnTo>
                    <a:pt x="952958" y="2045982"/>
                  </a:lnTo>
                  <a:lnTo>
                    <a:pt x="943407" y="2043694"/>
                  </a:lnTo>
                  <a:lnTo>
                    <a:pt x="921677" y="2038717"/>
                  </a:lnTo>
                  <a:lnTo>
                    <a:pt x="920062" y="2038344"/>
                  </a:lnTo>
                  <a:lnTo>
                    <a:pt x="889084" y="2031109"/>
                  </a:lnTo>
                  <a:lnTo>
                    <a:pt x="863211" y="2024953"/>
                  </a:lnTo>
                  <a:lnTo>
                    <a:pt x="837386" y="2018887"/>
                  </a:lnTo>
                  <a:lnTo>
                    <a:pt x="829985" y="2022402"/>
                  </a:lnTo>
                  <a:lnTo>
                    <a:pt x="823837" y="2024208"/>
                  </a:lnTo>
                  <a:lnTo>
                    <a:pt x="813125" y="2020669"/>
                  </a:lnTo>
                  <a:lnTo>
                    <a:pt x="803642" y="2020689"/>
                  </a:lnTo>
                  <a:lnTo>
                    <a:pt x="797746" y="2020308"/>
                  </a:lnTo>
                  <a:lnTo>
                    <a:pt x="792899" y="2019992"/>
                  </a:lnTo>
                  <a:lnTo>
                    <a:pt x="786501" y="2015922"/>
                  </a:lnTo>
                  <a:lnTo>
                    <a:pt x="783912" y="2016031"/>
                  </a:lnTo>
                  <a:lnTo>
                    <a:pt x="776238" y="2022196"/>
                  </a:lnTo>
                  <a:lnTo>
                    <a:pt x="764892" y="2020535"/>
                  </a:lnTo>
                  <a:lnTo>
                    <a:pt x="759152" y="2020278"/>
                  </a:lnTo>
                  <a:lnTo>
                    <a:pt x="750599" y="2019887"/>
                  </a:lnTo>
                  <a:lnTo>
                    <a:pt x="747397" y="2020706"/>
                  </a:lnTo>
                  <a:lnTo>
                    <a:pt x="740693" y="2022415"/>
                  </a:lnTo>
                  <a:lnTo>
                    <a:pt x="734391" y="2022342"/>
                  </a:lnTo>
                  <a:lnTo>
                    <a:pt x="727142" y="2026573"/>
                  </a:lnTo>
                  <a:lnTo>
                    <a:pt x="721045" y="2025598"/>
                  </a:lnTo>
                  <a:lnTo>
                    <a:pt x="710207" y="2025619"/>
                  </a:lnTo>
                  <a:lnTo>
                    <a:pt x="703182" y="2023691"/>
                  </a:lnTo>
                  <a:lnTo>
                    <a:pt x="701744" y="2023295"/>
                  </a:lnTo>
                  <a:lnTo>
                    <a:pt x="696115" y="2015788"/>
                  </a:lnTo>
                  <a:lnTo>
                    <a:pt x="692450" y="2014909"/>
                  </a:lnTo>
                  <a:lnTo>
                    <a:pt x="690682" y="2015695"/>
                  </a:lnTo>
                  <a:lnTo>
                    <a:pt x="686970" y="2017343"/>
                  </a:lnTo>
                  <a:lnTo>
                    <a:pt x="671718" y="2019019"/>
                  </a:lnTo>
                  <a:lnTo>
                    <a:pt x="667479" y="2021592"/>
                  </a:lnTo>
                  <a:lnTo>
                    <a:pt x="666116" y="2020561"/>
                  </a:lnTo>
                  <a:lnTo>
                    <a:pt x="663886" y="2018875"/>
                  </a:lnTo>
                  <a:lnTo>
                    <a:pt x="651885" y="2016744"/>
                  </a:lnTo>
                  <a:lnTo>
                    <a:pt x="647753" y="2019755"/>
                  </a:lnTo>
                  <a:lnTo>
                    <a:pt x="642312" y="2019526"/>
                  </a:lnTo>
                  <a:lnTo>
                    <a:pt x="641769" y="2010962"/>
                  </a:lnTo>
                  <a:lnTo>
                    <a:pt x="632743" y="2004112"/>
                  </a:lnTo>
                  <a:lnTo>
                    <a:pt x="625262" y="2003478"/>
                  </a:lnTo>
                  <a:lnTo>
                    <a:pt x="624010" y="2002472"/>
                  </a:lnTo>
                  <a:lnTo>
                    <a:pt x="617921" y="1997567"/>
                  </a:lnTo>
                  <a:lnTo>
                    <a:pt x="617256" y="1997031"/>
                  </a:lnTo>
                  <a:lnTo>
                    <a:pt x="605334" y="1996506"/>
                  </a:lnTo>
                  <a:lnTo>
                    <a:pt x="599435" y="1996294"/>
                  </a:lnTo>
                  <a:lnTo>
                    <a:pt x="593550" y="1992986"/>
                  </a:lnTo>
                  <a:lnTo>
                    <a:pt x="588471" y="1993312"/>
                  </a:lnTo>
                  <a:lnTo>
                    <a:pt x="584628" y="1996301"/>
                  </a:lnTo>
                  <a:lnTo>
                    <a:pt x="582474" y="1996690"/>
                  </a:lnTo>
                  <a:lnTo>
                    <a:pt x="579830" y="1997167"/>
                  </a:lnTo>
                  <a:lnTo>
                    <a:pt x="574554" y="1999454"/>
                  </a:lnTo>
                  <a:lnTo>
                    <a:pt x="565335" y="2001057"/>
                  </a:lnTo>
                  <a:lnTo>
                    <a:pt x="558339" y="1999818"/>
                  </a:lnTo>
                  <a:lnTo>
                    <a:pt x="551966" y="2001605"/>
                  </a:lnTo>
                  <a:lnTo>
                    <a:pt x="550659" y="2001970"/>
                  </a:lnTo>
                  <a:lnTo>
                    <a:pt x="545086" y="1999855"/>
                  </a:lnTo>
                  <a:lnTo>
                    <a:pt x="541994" y="1995347"/>
                  </a:lnTo>
                  <a:lnTo>
                    <a:pt x="536736" y="1995439"/>
                  </a:lnTo>
                  <a:lnTo>
                    <a:pt x="532980" y="1991776"/>
                  </a:lnTo>
                  <a:lnTo>
                    <a:pt x="521356" y="1984929"/>
                  </a:lnTo>
                  <a:lnTo>
                    <a:pt x="514774" y="1978501"/>
                  </a:lnTo>
                  <a:lnTo>
                    <a:pt x="513899" y="1975852"/>
                  </a:lnTo>
                  <a:lnTo>
                    <a:pt x="513039" y="1973243"/>
                  </a:lnTo>
                  <a:lnTo>
                    <a:pt x="515386" y="1967627"/>
                  </a:lnTo>
                  <a:lnTo>
                    <a:pt x="516871" y="1964075"/>
                  </a:lnTo>
                  <a:lnTo>
                    <a:pt x="515840" y="1957121"/>
                  </a:lnTo>
                  <a:lnTo>
                    <a:pt x="517898" y="1952364"/>
                  </a:lnTo>
                  <a:lnTo>
                    <a:pt x="518735" y="1950428"/>
                  </a:lnTo>
                  <a:lnTo>
                    <a:pt x="518140" y="1944362"/>
                  </a:lnTo>
                  <a:lnTo>
                    <a:pt x="519633" y="1938489"/>
                  </a:lnTo>
                  <a:lnTo>
                    <a:pt x="518060" y="1931025"/>
                  </a:lnTo>
                  <a:lnTo>
                    <a:pt x="516578" y="1921520"/>
                  </a:lnTo>
                  <a:lnTo>
                    <a:pt x="512535" y="1917557"/>
                  </a:lnTo>
                  <a:lnTo>
                    <a:pt x="510168" y="1913053"/>
                  </a:lnTo>
                  <a:lnTo>
                    <a:pt x="502883" y="1904133"/>
                  </a:lnTo>
                  <a:lnTo>
                    <a:pt x="498895" y="1902449"/>
                  </a:lnTo>
                  <a:lnTo>
                    <a:pt x="494496" y="1903467"/>
                  </a:lnTo>
                  <a:lnTo>
                    <a:pt x="488032" y="1904957"/>
                  </a:lnTo>
                  <a:lnTo>
                    <a:pt x="481265" y="1902723"/>
                  </a:lnTo>
                  <a:lnTo>
                    <a:pt x="480642" y="1902517"/>
                  </a:lnTo>
                  <a:lnTo>
                    <a:pt x="477081" y="1896782"/>
                  </a:lnTo>
                  <a:lnTo>
                    <a:pt x="479064" y="1891150"/>
                  </a:lnTo>
                  <a:lnTo>
                    <a:pt x="476276" y="1885077"/>
                  </a:lnTo>
                  <a:lnTo>
                    <a:pt x="470380" y="1884589"/>
                  </a:lnTo>
                  <a:lnTo>
                    <a:pt x="460759" y="1880618"/>
                  </a:lnTo>
                  <a:lnTo>
                    <a:pt x="459629" y="1875218"/>
                  </a:lnTo>
                  <a:lnTo>
                    <a:pt x="456914" y="1876212"/>
                  </a:lnTo>
                  <a:lnTo>
                    <a:pt x="453746" y="1877369"/>
                  </a:lnTo>
                  <a:lnTo>
                    <a:pt x="450278" y="1875175"/>
                  </a:lnTo>
                  <a:lnTo>
                    <a:pt x="443029" y="1878684"/>
                  </a:lnTo>
                  <a:lnTo>
                    <a:pt x="440497" y="1877145"/>
                  </a:lnTo>
                  <a:lnTo>
                    <a:pt x="438008" y="1872223"/>
                  </a:lnTo>
                  <a:lnTo>
                    <a:pt x="437319" y="1870113"/>
                  </a:lnTo>
                  <a:lnTo>
                    <a:pt x="427400" y="1870186"/>
                  </a:lnTo>
                  <a:lnTo>
                    <a:pt x="430922" y="1863437"/>
                  </a:lnTo>
                  <a:lnTo>
                    <a:pt x="437741" y="1843667"/>
                  </a:lnTo>
                  <a:lnTo>
                    <a:pt x="441856" y="1826881"/>
                  </a:lnTo>
                  <a:lnTo>
                    <a:pt x="450845" y="1828949"/>
                  </a:lnTo>
                  <a:lnTo>
                    <a:pt x="455208" y="1825530"/>
                  </a:lnTo>
                  <a:lnTo>
                    <a:pt x="452568" y="1819274"/>
                  </a:lnTo>
                  <a:lnTo>
                    <a:pt x="444844" y="1814081"/>
                  </a:lnTo>
                  <a:lnTo>
                    <a:pt x="445788" y="1806597"/>
                  </a:lnTo>
                  <a:lnTo>
                    <a:pt x="446054" y="1804499"/>
                  </a:lnTo>
                  <a:lnTo>
                    <a:pt x="446653" y="1792190"/>
                  </a:lnTo>
                  <a:lnTo>
                    <a:pt x="444083" y="1788635"/>
                  </a:lnTo>
                  <a:lnTo>
                    <a:pt x="447532" y="1780747"/>
                  </a:lnTo>
                  <a:lnTo>
                    <a:pt x="452150" y="1760684"/>
                  </a:lnTo>
                  <a:lnTo>
                    <a:pt x="452175" y="1758565"/>
                  </a:lnTo>
                  <a:lnTo>
                    <a:pt x="453248" y="1743974"/>
                  </a:lnTo>
                  <a:lnTo>
                    <a:pt x="449252" y="1733700"/>
                  </a:lnTo>
                  <a:lnTo>
                    <a:pt x="453335" y="1711530"/>
                  </a:lnTo>
                  <a:lnTo>
                    <a:pt x="453615" y="1710015"/>
                  </a:lnTo>
                  <a:lnTo>
                    <a:pt x="454761" y="1691185"/>
                  </a:lnTo>
                  <a:lnTo>
                    <a:pt x="452985" y="1680622"/>
                  </a:lnTo>
                  <a:lnTo>
                    <a:pt x="450328" y="1670515"/>
                  </a:lnTo>
                  <a:lnTo>
                    <a:pt x="446276" y="1663444"/>
                  </a:lnTo>
                  <a:lnTo>
                    <a:pt x="445591" y="1662246"/>
                  </a:lnTo>
                  <a:lnTo>
                    <a:pt x="444889" y="1651916"/>
                  </a:lnTo>
                  <a:lnTo>
                    <a:pt x="447180" y="1641451"/>
                  </a:lnTo>
                  <a:lnTo>
                    <a:pt x="448974" y="1635503"/>
                  </a:lnTo>
                  <a:lnTo>
                    <a:pt x="448404" y="1628110"/>
                  </a:lnTo>
                  <a:lnTo>
                    <a:pt x="453446" y="1620955"/>
                  </a:lnTo>
                  <a:lnTo>
                    <a:pt x="458083" y="1612340"/>
                  </a:lnTo>
                  <a:close/>
                </a:path>
              </a:pathLst>
            </a:cu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h128"/>
            <p:cNvSpPr/>
            <p:nvPr/>
          </p:nvSpPr>
          <p:spPr>
            <a:xfrm>
              <a:off x="5241541" y="2098387"/>
              <a:ext cx="882772" cy="1702945"/>
            </a:xfrm>
            <a:custGeom>
              <a:avLst/>
              <a:pathLst>
                <a:path w="882772" h="1702945">
                  <a:moveTo>
                    <a:pt x="457200" y="1600200"/>
                  </a:moveTo>
                  <a:lnTo>
                    <a:pt x="457591" y="1595079"/>
                  </a:lnTo>
                  <a:lnTo>
                    <a:pt x="457671" y="1594032"/>
                  </a:lnTo>
                  <a:lnTo>
                    <a:pt x="456983" y="1585613"/>
                  </a:lnTo>
                  <a:lnTo>
                    <a:pt x="453796" y="1582580"/>
                  </a:lnTo>
                  <a:lnTo>
                    <a:pt x="452338" y="1573087"/>
                  </a:lnTo>
                  <a:lnTo>
                    <a:pt x="455895" y="1574554"/>
                  </a:lnTo>
                  <a:lnTo>
                    <a:pt x="460549" y="1572241"/>
                  </a:lnTo>
                  <a:lnTo>
                    <a:pt x="466118" y="1569468"/>
                  </a:lnTo>
                  <a:lnTo>
                    <a:pt x="472119" y="1567175"/>
                  </a:lnTo>
                  <a:lnTo>
                    <a:pt x="477238" y="1564216"/>
                  </a:lnTo>
                  <a:lnTo>
                    <a:pt x="477949" y="1558058"/>
                  </a:lnTo>
                  <a:lnTo>
                    <a:pt x="477403" y="1550011"/>
                  </a:lnTo>
                  <a:lnTo>
                    <a:pt x="477971" y="1547388"/>
                  </a:lnTo>
                  <a:lnTo>
                    <a:pt x="478372" y="1545536"/>
                  </a:lnTo>
                  <a:lnTo>
                    <a:pt x="483650" y="1544638"/>
                  </a:lnTo>
                  <a:lnTo>
                    <a:pt x="487372" y="1541678"/>
                  </a:lnTo>
                  <a:lnTo>
                    <a:pt x="485115" y="1535648"/>
                  </a:lnTo>
                  <a:lnTo>
                    <a:pt x="481093" y="1523659"/>
                  </a:lnTo>
                  <a:lnTo>
                    <a:pt x="479306" y="1518648"/>
                  </a:lnTo>
                  <a:lnTo>
                    <a:pt x="483253" y="1514978"/>
                  </a:lnTo>
                  <a:lnTo>
                    <a:pt x="483746" y="1504529"/>
                  </a:lnTo>
                  <a:lnTo>
                    <a:pt x="485731" y="1497026"/>
                  </a:lnTo>
                  <a:lnTo>
                    <a:pt x="486272" y="1494978"/>
                  </a:lnTo>
                  <a:lnTo>
                    <a:pt x="489676" y="1488870"/>
                  </a:lnTo>
                  <a:lnTo>
                    <a:pt x="492618" y="1486722"/>
                  </a:lnTo>
                  <a:lnTo>
                    <a:pt x="499662" y="1489793"/>
                  </a:lnTo>
                  <a:lnTo>
                    <a:pt x="505355" y="1496666"/>
                  </a:lnTo>
                  <a:lnTo>
                    <a:pt x="511620" y="1493180"/>
                  </a:lnTo>
                  <a:lnTo>
                    <a:pt x="515574" y="1487836"/>
                  </a:lnTo>
                  <a:lnTo>
                    <a:pt x="512398" y="1480925"/>
                  </a:lnTo>
                  <a:lnTo>
                    <a:pt x="509915" y="1475903"/>
                  </a:lnTo>
                  <a:lnTo>
                    <a:pt x="514796" y="1472240"/>
                  </a:lnTo>
                  <a:lnTo>
                    <a:pt x="515416" y="1471774"/>
                  </a:lnTo>
                  <a:lnTo>
                    <a:pt x="512625" y="1462878"/>
                  </a:lnTo>
                  <a:lnTo>
                    <a:pt x="512488" y="1462443"/>
                  </a:lnTo>
                  <a:lnTo>
                    <a:pt x="514737" y="1458572"/>
                  </a:lnTo>
                  <a:lnTo>
                    <a:pt x="515444" y="1457355"/>
                  </a:lnTo>
                  <a:lnTo>
                    <a:pt x="517146" y="1449992"/>
                  </a:lnTo>
                  <a:lnTo>
                    <a:pt x="523123" y="1448432"/>
                  </a:lnTo>
                  <a:lnTo>
                    <a:pt x="527645" y="1447296"/>
                  </a:lnTo>
                  <a:lnTo>
                    <a:pt x="526745" y="1440510"/>
                  </a:lnTo>
                  <a:lnTo>
                    <a:pt x="530900" y="1434122"/>
                  </a:lnTo>
                  <a:lnTo>
                    <a:pt x="534340" y="1428719"/>
                  </a:lnTo>
                  <a:lnTo>
                    <a:pt x="538771" y="1429578"/>
                  </a:lnTo>
                  <a:lnTo>
                    <a:pt x="541662" y="1434409"/>
                  </a:lnTo>
                  <a:lnTo>
                    <a:pt x="543923" y="1434273"/>
                  </a:lnTo>
                  <a:lnTo>
                    <a:pt x="546127" y="1434140"/>
                  </a:lnTo>
                  <a:lnTo>
                    <a:pt x="554132" y="1426618"/>
                  </a:lnTo>
                  <a:lnTo>
                    <a:pt x="558925" y="1420280"/>
                  </a:lnTo>
                  <a:lnTo>
                    <a:pt x="563768" y="1416758"/>
                  </a:lnTo>
                  <a:lnTo>
                    <a:pt x="564220" y="1415585"/>
                  </a:lnTo>
                  <a:lnTo>
                    <a:pt x="567041" y="1408259"/>
                  </a:lnTo>
                  <a:lnTo>
                    <a:pt x="569861" y="1403954"/>
                  </a:lnTo>
                  <a:lnTo>
                    <a:pt x="576686" y="1393507"/>
                  </a:lnTo>
                  <a:lnTo>
                    <a:pt x="582419" y="1384982"/>
                  </a:lnTo>
                  <a:lnTo>
                    <a:pt x="584397" y="1378209"/>
                  </a:lnTo>
                  <a:lnTo>
                    <a:pt x="583663" y="1377432"/>
                  </a:lnTo>
                  <a:lnTo>
                    <a:pt x="579274" y="1372788"/>
                  </a:lnTo>
                  <a:lnTo>
                    <a:pt x="582407" y="1367222"/>
                  </a:lnTo>
                  <a:lnTo>
                    <a:pt x="581214" y="1361591"/>
                  </a:lnTo>
                  <a:lnTo>
                    <a:pt x="581213" y="1361222"/>
                  </a:lnTo>
                  <a:lnTo>
                    <a:pt x="581184" y="1352403"/>
                  </a:lnTo>
                  <a:lnTo>
                    <a:pt x="583908" y="1347707"/>
                  </a:lnTo>
                  <a:lnTo>
                    <a:pt x="585588" y="1344666"/>
                  </a:lnTo>
                  <a:lnTo>
                    <a:pt x="584031" y="1336934"/>
                  </a:lnTo>
                  <a:lnTo>
                    <a:pt x="582889" y="1331273"/>
                  </a:lnTo>
                  <a:lnTo>
                    <a:pt x="583751" y="1321877"/>
                  </a:lnTo>
                  <a:lnTo>
                    <a:pt x="583911" y="1321125"/>
                  </a:lnTo>
                  <a:lnTo>
                    <a:pt x="584776" y="1317078"/>
                  </a:lnTo>
                  <a:lnTo>
                    <a:pt x="586629" y="1308373"/>
                  </a:lnTo>
                  <a:lnTo>
                    <a:pt x="588652" y="1301123"/>
                  </a:lnTo>
                  <a:lnTo>
                    <a:pt x="584095" y="1291734"/>
                  </a:lnTo>
                  <a:lnTo>
                    <a:pt x="584213" y="1290458"/>
                  </a:lnTo>
                  <a:lnTo>
                    <a:pt x="584834" y="1283687"/>
                  </a:lnTo>
                  <a:lnTo>
                    <a:pt x="581198" y="1275074"/>
                  </a:lnTo>
                  <a:lnTo>
                    <a:pt x="575296" y="1268529"/>
                  </a:lnTo>
                  <a:lnTo>
                    <a:pt x="577973" y="1263068"/>
                  </a:lnTo>
                  <a:lnTo>
                    <a:pt x="582065" y="1262645"/>
                  </a:lnTo>
                  <a:lnTo>
                    <a:pt x="587303" y="1258379"/>
                  </a:lnTo>
                  <a:lnTo>
                    <a:pt x="591824" y="1278044"/>
                  </a:lnTo>
                  <a:lnTo>
                    <a:pt x="593996" y="1287512"/>
                  </a:lnTo>
                  <a:lnTo>
                    <a:pt x="595603" y="1294522"/>
                  </a:lnTo>
                  <a:lnTo>
                    <a:pt x="600688" y="1316747"/>
                  </a:lnTo>
                  <a:lnTo>
                    <a:pt x="604672" y="1334201"/>
                  </a:lnTo>
                  <a:lnTo>
                    <a:pt x="606175" y="1340806"/>
                  </a:lnTo>
                  <a:lnTo>
                    <a:pt x="612836" y="1370148"/>
                  </a:lnTo>
                  <a:lnTo>
                    <a:pt x="621892" y="1367975"/>
                  </a:lnTo>
                  <a:lnTo>
                    <a:pt x="653774" y="1360115"/>
                  </a:lnTo>
                  <a:lnTo>
                    <a:pt x="668532" y="1356475"/>
                  </a:lnTo>
                  <a:lnTo>
                    <a:pt x="682572" y="1352982"/>
                  </a:lnTo>
                  <a:lnTo>
                    <a:pt x="709003" y="1346223"/>
                  </a:lnTo>
                  <a:lnTo>
                    <a:pt x="713991" y="1369385"/>
                  </a:lnTo>
                  <a:lnTo>
                    <a:pt x="719246" y="1392218"/>
                  </a:lnTo>
                  <a:lnTo>
                    <a:pt x="723020" y="1409100"/>
                  </a:lnTo>
                  <a:lnTo>
                    <a:pt x="728169" y="1404917"/>
                  </a:lnTo>
                  <a:lnTo>
                    <a:pt x="733267" y="1397173"/>
                  </a:lnTo>
                  <a:lnTo>
                    <a:pt x="738827" y="1391660"/>
                  </a:lnTo>
                  <a:lnTo>
                    <a:pt x="740315" y="1389132"/>
                  </a:lnTo>
                  <a:lnTo>
                    <a:pt x="746987" y="1377762"/>
                  </a:lnTo>
                  <a:lnTo>
                    <a:pt x="751815" y="1367265"/>
                  </a:lnTo>
                  <a:lnTo>
                    <a:pt x="754006" y="1366641"/>
                  </a:lnTo>
                  <a:lnTo>
                    <a:pt x="756925" y="1365808"/>
                  </a:lnTo>
                  <a:lnTo>
                    <a:pt x="765183" y="1367918"/>
                  </a:lnTo>
                  <a:lnTo>
                    <a:pt x="765314" y="1362796"/>
                  </a:lnTo>
                  <a:lnTo>
                    <a:pt x="771528" y="1351532"/>
                  </a:lnTo>
                  <a:lnTo>
                    <a:pt x="776341" y="1339345"/>
                  </a:lnTo>
                  <a:lnTo>
                    <a:pt x="780155" y="1342044"/>
                  </a:lnTo>
                  <a:lnTo>
                    <a:pt x="784717" y="1347798"/>
                  </a:lnTo>
                  <a:lnTo>
                    <a:pt x="789853" y="1347914"/>
                  </a:lnTo>
                  <a:lnTo>
                    <a:pt x="796205" y="1348053"/>
                  </a:lnTo>
                  <a:lnTo>
                    <a:pt x="807580" y="1345511"/>
                  </a:lnTo>
                  <a:lnTo>
                    <a:pt x="808261" y="1345358"/>
                  </a:lnTo>
                  <a:lnTo>
                    <a:pt x="809208" y="1340239"/>
                  </a:lnTo>
                  <a:lnTo>
                    <a:pt x="812481" y="1331745"/>
                  </a:lnTo>
                  <a:lnTo>
                    <a:pt x="816892" y="1329735"/>
                  </a:lnTo>
                  <a:lnTo>
                    <a:pt x="818629" y="1328943"/>
                  </a:lnTo>
                  <a:lnTo>
                    <a:pt x="825836" y="1323365"/>
                  </a:lnTo>
                  <a:lnTo>
                    <a:pt x="838541" y="1318291"/>
                  </a:lnTo>
                  <a:lnTo>
                    <a:pt x="845118" y="1323036"/>
                  </a:lnTo>
                  <a:lnTo>
                    <a:pt x="847636" y="1324850"/>
                  </a:lnTo>
                  <a:lnTo>
                    <a:pt x="854839" y="1322041"/>
                  </a:lnTo>
                  <a:lnTo>
                    <a:pt x="864288" y="1322062"/>
                  </a:lnTo>
                  <a:lnTo>
                    <a:pt x="866771" y="1329344"/>
                  </a:lnTo>
                  <a:lnTo>
                    <a:pt x="868737" y="1332066"/>
                  </a:lnTo>
                  <a:lnTo>
                    <a:pt x="870692" y="1334772"/>
                  </a:lnTo>
                  <a:lnTo>
                    <a:pt x="878361" y="1342251"/>
                  </a:lnTo>
                  <a:lnTo>
                    <a:pt x="879341" y="1348275"/>
                  </a:lnTo>
                  <a:lnTo>
                    <a:pt x="882772" y="1351462"/>
                  </a:lnTo>
                  <a:lnTo>
                    <a:pt x="880273" y="1364112"/>
                  </a:lnTo>
                  <a:lnTo>
                    <a:pt x="879312" y="1372268"/>
                  </a:lnTo>
                  <a:lnTo>
                    <a:pt x="878672" y="1377139"/>
                  </a:lnTo>
                  <a:lnTo>
                    <a:pt x="855670" y="1366335"/>
                  </a:lnTo>
                  <a:lnTo>
                    <a:pt x="838398" y="1358179"/>
                  </a:lnTo>
                  <a:lnTo>
                    <a:pt x="833733" y="1355993"/>
                  </a:lnTo>
                  <a:lnTo>
                    <a:pt x="820565" y="1349804"/>
                  </a:lnTo>
                  <a:lnTo>
                    <a:pt x="823222" y="1356451"/>
                  </a:lnTo>
                  <a:lnTo>
                    <a:pt x="824619" y="1363288"/>
                  </a:lnTo>
                  <a:lnTo>
                    <a:pt x="821307" y="1374127"/>
                  </a:lnTo>
                  <a:lnTo>
                    <a:pt x="822195" y="1378908"/>
                  </a:lnTo>
                  <a:lnTo>
                    <a:pt x="821550" y="1385661"/>
                  </a:lnTo>
                  <a:lnTo>
                    <a:pt x="823789" y="1388788"/>
                  </a:lnTo>
                  <a:lnTo>
                    <a:pt x="817193" y="1399600"/>
                  </a:lnTo>
                  <a:lnTo>
                    <a:pt x="816042" y="1404552"/>
                  </a:lnTo>
                  <a:lnTo>
                    <a:pt x="814633" y="1410594"/>
                  </a:lnTo>
                  <a:lnTo>
                    <a:pt x="809981" y="1415254"/>
                  </a:lnTo>
                  <a:lnTo>
                    <a:pt x="806006" y="1423657"/>
                  </a:lnTo>
                  <a:lnTo>
                    <a:pt x="798494" y="1429801"/>
                  </a:lnTo>
                  <a:lnTo>
                    <a:pt x="795862" y="1438611"/>
                  </a:lnTo>
                  <a:lnTo>
                    <a:pt x="793399" y="1448049"/>
                  </a:lnTo>
                  <a:lnTo>
                    <a:pt x="779040" y="1441855"/>
                  </a:lnTo>
                  <a:lnTo>
                    <a:pt x="778022" y="1447477"/>
                  </a:lnTo>
                  <a:lnTo>
                    <a:pt x="775927" y="1452829"/>
                  </a:lnTo>
                  <a:lnTo>
                    <a:pt x="775143" y="1462240"/>
                  </a:lnTo>
                  <a:lnTo>
                    <a:pt x="775581" y="1466078"/>
                  </a:lnTo>
                  <a:lnTo>
                    <a:pt x="771391" y="1474008"/>
                  </a:lnTo>
                  <a:lnTo>
                    <a:pt x="769274" y="1484713"/>
                  </a:lnTo>
                  <a:lnTo>
                    <a:pt x="768144" y="1491210"/>
                  </a:lnTo>
                  <a:lnTo>
                    <a:pt x="768010" y="1491980"/>
                  </a:lnTo>
                  <a:lnTo>
                    <a:pt x="763476" y="1500579"/>
                  </a:lnTo>
                  <a:lnTo>
                    <a:pt x="762148" y="1500660"/>
                  </a:lnTo>
                  <a:lnTo>
                    <a:pt x="756359" y="1501010"/>
                  </a:lnTo>
                  <a:lnTo>
                    <a:pt x="745524" y="1499911"/>
                  </a:lnTo>
                  <a:lnTo>
                    <a:pt x="736597" y="1489808"/>
                  </a:lnTo>
                  <a:lnTo>
                    <a:pt x="725527" y="1487676"/>
                  </a:lnTo>
                  <a:lnTo>
                    <a:pt x="725938" y="1497960"/>
                  </a:lnTo>
                  <a:lnTo>
                    <a:pt x="725214" y="1504215"/>
                  </a:lnTo>
                  <a:lnTo>
                    <a:pt x="726262" y="1508112"/>
                  </a:lnTo>
                  <a:lnTo>
                    <a:pt x="724153" y="1518264"/>
                  </a:lnTo>
                  <a:lnTo>
                    <a:pt x="718822" y="1525112"/>
                  </a:lnTo>
                  <a:lnTo>
                    <a:pt x="721522" y="1529666"/>
                  </a:lnTo>
                  <a:lnTo>
                    <a:pt x="720800" y="1530623"/>
                  </a:lnTo>
                  <a:lnTo>
                    <a:pt x="716730" y="1536008"/>
                  </a:lnTo>
                  <a:lnTo>
                    <a:pt x="711889" y="1543512"/>
                  </a:lnTo>
                  <a:lnTo>
                    <a:pt x="711768" y="1552904"/>
                  </a:lnTo>
                  <a:lnTo>
                    <a:pt x="710928" y="1559288"/>
                  </a:lnTo>
                  <a:lnTo>
                    <a:pt x="710589" y="1561852"/>
                  </a:lnTo>
                  <a:lnTo>
                    <a:pt x="706556" y="1572675"/>
                  </a:lnTo>
                  <a:lnTo>
                    <a:pt x="705146" y="1575086"/>
                  </a:lnTo>
                  <a:lnTo>
                    <a:pt x="699652" y="1584455"/>
                  </a:lnTo>
                  <a:lnTo>
                    <a:pt x="694929" y="1593578"/>
                  </a:lnTo>
                  <a:lnTo>
                    <a:pt x="694336" y="1599404"/>
                  </a:lnTo>
                  <a:lnTo>
                    <a:pt x="692290" y="1607955"/>
                  </a:lnTo>
                  <a:lnTo>
                    <a:pt x="690195" y="1612893"/>
                  </a:lnTo>
                  <a:lnTo>
                    <a:pt x="690048" y="1613237"/>
                  </a:lnTo>
                  <a:lnTo>
                    <a:pt x="698252" y="1619017"/>
                  </a:lnTo>
                  <a:lnTo>
                    <a:pt x="693653" y="1624979"/>
                  </a:lnTo>
                  <a:lnTo>
                    <a:pt x="694106" y="1631159"/>
                  </a:lnTo>
                  <a:lnTo>
                    <a:pt x="685783" y="1642698"/>
                  </a:lnTo>
                  <a:lnTo>
                    <a:pt x="680552" y="1648600"/>
                  </a:lnTo>
                  <a:lnTo>
                    <a:pt x="680021" y="1648358"/>
                  </a:lnTo>
                  <a:lnTo>
                    <a:pt x="671605" y="1644517"/>
                  </a:lnTo>
                  <a:lnTo>
                    <a:pt x="661734" y="1654630"/>
                  </a:lnTo>
                  <a:lnTo>
                    <a:pt x="652783" y="1662118"/>
                  </a:lnTo>
                  <a:lnTo>
                    <a:pt x="645059" y="1657277"/>
                  </a:lnTo>
                  <a:lnTo>
                    <a:pt x="643070" y="1658174"/>
                  </a:lnTo>
                  <a:lnTo>
                    <a:pt x="642429" y="1658463"/>
                  </a:lnTo>
                  <a:lnTo>
                    <a:pt x="641642" y="1663260"/>
                  </a:lnTo>
                  <a:lnTo>
                    <a:pt x="647508" y="1668173"/>
                  </a:lnTo>
                  <a:lnTo>
                    <a:pt x="640230" y="1673555"/>
                  </a:lnTo>
                  <a:lnTo>
                    <a:pt x="634462" y="1675584"/>
                  </a:lnTo>
                  <a:lnTo>
                    <a:pt x="633042" y="1676083"/>
                  </a:lnTo>
                  <a:lnTo>
                    <a:pt x="622402" y="1681253"/>
                  </a:lnTo>
                  <a:lnTo>
                    <a:pt x="612723" y="1689072"/>
                  </a:lnTo>
                  <a:lnTo>
                    <a:pt x="596922" y="1679545"/>
                  </a:lnTo>
                  <a:lnTo>
                    <a:pt x="592306" y="1689125"/>
                  </a:lnTo>
                  <a:lnTo>
                    <a:pt x="587479" y="1692833"/>
                  </a:lnTo>
                  <a:lnTo>
                    <a:pt x="583406" y="1697231"/>
                  </a:lnTo>
                  <a:lnTo>
                    <a:pt x="581179" y="1699876"/>
                  </a:lnTo>
                  <a:lnTo>
                    <a:pt x="569928" y="1702945"/>
                  </a:lnTo>
                  <a:lnTo>
                    <a:pt x="563181" y="1699727"/>
                  </a:lnTo>
                  <a:lnTo>
                    <a:pt x="562628" y="1699463"/>
                  </a:lnTo>
                  <a:lnTo>
                    <a:pt x="558861" y="1696177"/>
                  </a:lnTo>
                  <a:lnTo>
                    <a:pt x="551367" y="1696520"/>
                  </a:lnTo>
                  <a:lnTo>
                    <a:pt x="545774" y="1691794"/>
                  </a:lnTo>
                  <a:lnTo>
                    <a:pt x="540737" y="1685600"/>
                  </a:lnTo>
                  <a:lnTo>
                    <a:pt x="539653" y="1681921"/>
                  </a:lnTo>
                  <a:lnTo>
                    <a:pt x="534195" y="1678736"/>
                  </a:lnTo>
                  <a:lnTo>
                    <a:pt x="537814" y="1670576"/>
                  </a:lnTo>
                  <a:lnTo>
                    <a:pt x="533716" y="1668184"/>
                  </a:lnTo>
                  <a:lnTo>
                    <a:pt x="524330" y="1669395"/>
                  </a:lnTo>
                  <a:lnTo>
                    <a:pt x="515683" y="1664827"/>
                  </a:lnTo>
                  <a:lnTo>
                    <a:pt x="506154" y="1659517"/>
                  </a:lnTo>
                  <a:lnTo>
                    <a:pt x="498635" y="1656931"/>
                  </a:lnTo>
                  <a:lnTo>
                    <a:pt x="494823" y="1650131"/>
                  </a:lnTo>
                  <a:lnTo>
                    <a:pt x="493786" y="1648281"/>
                  </a:lnTo>
                  <a:lnTo>
                    <a:pt x="488743" y="1644332"/>
                  </a:lnTo>
                  <a:lnTo>
                    <a:pt x="485011" y="1639870"/>
                  </a:lnTo>
                  <a:lnTo>
                    <a:pt x="482364" y="1636702"/>
                  </a:lnTo>
                  <a:lnTo>
                    <a:pt x="474698" y="1632664"/>
                  </a:lnTo>
                  <a:lnTo>
                    <a:pt x="474952" y="1629857"/>
                  </a:lnTo>
                  <a:lnTo>
                    <a:pt x="475400" y="1624878"/>
                  </a:lnTo>
                  <a:lnTo>
                    <a:pt x="465252" y="1616064"/>
                  </a:lnTo>
                  <a:lnTo>
                    <a:pt x="456197" y="1608848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h129"/>
            <p:cNvSpPr/>
            <p:nvPr/>
          </p:nvSpPr>
          <p:spPr>
            <a:xfrm>
              <a:off x="4687914" y="1286801"/>
              <a:ext cx="468382" cy="1615213"/>
            </a:xfrm>
            <a:custGeom>
              <a:avLst/>
              <a:pathLst>
                <a:path w="468382" h="1615213">
                  <a:moveTo>
                    <a:pt x="457200" y="1600200"/>
                  </a:moveTo>
                  <a:lnTo>
                    <a:pt x="465063" y="1595237"/>
                  </a:lnTo>
                  <a:lnTo>
                    <a:pt x="468382" y="1599400"/>
                  </a:lnTo>
                  <a:lnTo>
                    <a:pt x="464282" y="1607638"/>
                  </a:lnTo>
                  <a:lnTo>
                    <a:pt x="462686" y="1615213"/>
                  </a:lnTo>
                  <a:lnTo>
                    <a:pt x="456706" y="1609015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h130"/>
            <p:cNvSpPr/>
            <p:nvPr/>
          </p:nvSpPr>
          <p:spPr>
            <a:xfrm>
              <a:off x="4333766" y="1134695"/>
              <a:ext cx="480423" cy="1613365"/>
            </a:xfrm>
            <a:custGeom>
              <a:avLst/>
              <a:pathLst>
                <a:path w="480423" h="1613365">
                  <a:moveTo>
                    <a:pt x="457200" y="1600200"/>
                  </a:moveTo>
                  <a:lnTo>
                    <a:pt x="460115" y="1598386"/>
                  </a:lnTo>
                  <a:lnTo>
                    <a:pt x="467381" y="1595210"/>
                  </a:lnTo>
                  <a:lnTo>
                    <a:pt x="475155" y="1596508"/>
                  </a:lnTo>
                  <a:lnTo>
                    <a:pt x="476795" y="1598774"/>
                  </a:lnTo>
                  <a:lnTo>
                    <a:pt x="480423" y="1605359"/>
                  </a:lnTo>
                  <a:lnTo>
                    <a:pt x="479761" y="1608665"/>
                  </a:lnTo>
                  <a:lnTo>
                    <a:pt x="477953" y="1611412"/>
                  </a:lnTo>
                  <a:lnTo>
                    <a:pt x="470674" y="1613365"/>
                  </a:lnTo>
                  <a:lnTo>
                    <a:pt x="466389" y="1607688"/>
                  </a:lnTo>
                  <a:lnTo>
                    <a:pt x="463222" y="1604395"/>
                  </a:lnTo>
                  <a:lnTo>
                    <a:pt x="458270" y="1602832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h131"/>
            <p:cNvSpPr/>
            <p:nvPr/>
          </p:nvSpPr>
          <p:spPr>
            <a:xfrm>
              <a:off x="4171494" y="1323841"/>
              <a:ext cx="973681" cy="1968094"/>
            </a:xfrm>
            <a:custGeom>
              <a:avLst/>
              <a:pathLst>
                <a:path w="973681" h="1968094">
                  <a:moveTo>
                    <a:pt x="457200" y="1600200"/>
                  </a:moveTo>
                  <a:lnTo>
                    <a:pt x="457887" y="1591273"/>
                  </a:lnTo>
                  <a:lnTo>
                    <a:pt x="460229" y="1589285"/>
                  </a:lnTo>
                  <a:lnTo>
                    <a:pt x="461420" y="1588273"/>
                  </a:lnTo>
                  <a:lnTo>
                    <a:pt x="465096" y="1581280"/>
                  </a:lnTo>
                  <a:lnTo>
                    <a:pt x="466057" y="1575532"/>
                  </a:lnTo>
                  <a:lnTo>
                    <a:pt x="468812" y="1569230"/>
                  </a:lnTo>
                  <a:lnTo>
                    <a:pt x="473943" y="1563687"/>
                  </a:lnTo>
                  <a:lnTo>
                    <a:pt x="480190" y="1560389"/>
                  </a:lnTo>
                  <a:lnTo>
                    <a:pt x="482912" y="1557155"/>
                  </a:lnTo>
                  <a:lnTo>
                    <a:pt x="489143" y="1556220"/>
                  </a:lnTo>
                  <a:lnTo>
                    <a:pt x="490786" y="1552405"/>
                  </a:lnTo>
                  <a:lnTo>
                    <a:pt x="495471" y="1549802"/>
                  </a:lnTo>
                  <a:lnTo>
                    <a:pt x="499028" y="1549946"/>
                  </a:lnTo>
                  <a:lnTo>
                    <a:pt x="499755" y="1545320"/>
                  </a:lnTo>
                  <a:lnTo>
                    <a:pt x="503279" y="1542205"/>
                  </a:lnTo>
                  <a:lnTo>
                    <a:pt x="502303" y="1531932"/>
                  </a:lnTo>
                  <a:lnTo>
                    <a:pt x="501281" y="1521192"/>
                  </a:lnTo>
                  <a:lnTo>
                    <a:pt x="499274" y="1499742"/>
                  </a:lnTo>
                  <a:lnTo>
                    <a:pt x="498363" y="1490036"/>
                  </a:lnTo>
                  <a:lnTo>
                    <a:pt x="496358" y="1469275"/>
                  </a:lnTo>
                  <a:lnTo>
                    <a:pt x="503691" y="1468378"/>
                  </a:lnTo>
                  <a:lnTo>
                    <a:pt x="505217" y="1464417"/>
                  </a:lnTo>
                  <a:lnTo>
                    <a:pt x="508138" y="1459586"/>
                  </a:lnTo>
                  <a:lnTo>
                    <a:pt x="511750" y="1458874"/>
                  </a:lnTo>
                  <a:lnTo>
                    <a:pt x="516234" y="1461422"/>
                  </a:lnTo>
                  <a:lnTo>
                    <a:pt x="519293" y="1461623"/>
                  </a:lnTo>
                  <a:lnTo>
                    <a:pt x="524117" y="1464132"/>
                  </a:lnTo>
                  <a:lnTo>
                    <a:pt x="530368" y="1462542"/>
                  </a:lnTo>
                  <a:lnTo>
                    <a:pt x="536037" y="1461969"/>
                  </a:lnTo>
                  <a:lnTo>
                    <a:pt x="550234" y="1454928"/>
                  </a:lnTo>
                  <a:lnTo>
                    <a:pt x="555957" y="1451480"/>
                  </a:lnTo>
                  <a:lnTo>
                    <a:pt x="557898" y="1451277"/>
                  </a:lnTo>
                  <a:lnTo>
                    <a:pt x="561303" y="1450919"/>
                  </a:lnTo>
                  <a:lnTo>
                    <a:pt x="569262" y="1446041"/>
                  </a:lnTo>
                  <a:lnTo>
                    <a:pt x="573455" y="1444526"/>
                  </a:lnTo>
                  <a:lnTo>
                    <a:pt x="576949" y="1440556"/>
                  </a:lnTo>
                  <a:lnTo>
                    <a:pt x="581716" y="1438776"/>
                  </a:lnTo>
                  <a:lnTo>
                    <a:pt x="585105" y="1434657"/>
                  </a:lnTo>
                  <a:lnTo>
                    <a:pt x="589125" y="1436975"/>
                  </a:lnTo>
                  <a:lnTo>
                    <a:pt x="591906" y="1433506"/>
                  </a:lnTo>
                  <a:lnTo>
                    <a:pt x="595409" y="1431931"/>
                  </a:lnTo>
                  <a:lnTo>
                    <a:pt x="599531" y="1428516"/>
                  </a:lnTo>
                  <a:lnTo>
                    <a:pt x="603416" y="1425255"/>
                  </a:lnTo>
                  <a:lnTo>
                    <a:pt x="602213" y="1418293"/>
                  </a:lnTo>
                  <a:lnTo>
                    <a:pt x="607421" y="1415246"/>
                  </a:lnTo>
                  <a:lnTo>
                    <a:pt x="613980" y="1419424"/>
                  </a:lnTo>
                  <a:lnTo>
                    <a:pt x="618241" y="1421918"/>
                  </a:lnTo>
                  <a:lnTo>
                    <a:pt x="624019" y="1426823"/>
                  </a:lnTo>
                  <a:lnTo>
                    <a:pt x="620528" y="1436136"/>
                  </a:lnTo>
                  <a:lnTo>
                    <a:pt x="616113" y="1443848"/>
                  </a:lnTo>
                  <a:lnTo>
                    <a:pt x="614809" y="1447213"/>
                  </a:lnTo>
                  <a:lnTo>
                    <a:pt x="617764" y="1451933"/>
                  </a:lnTo>
                  <a:lnTo>
                    <a:pt x="613070" y="1457626"/>
                  </a:lnTo>
                  <a:lnTo>
                    <a:pt x="612175" y="1462878"/>
                  </a:lnTo>
                  <a:lnTo>
                    <a:pt x="610576" y="1466164"/>
                  </a:lnTo>
                  <a:lnTo>
                    <a:pt x="613224" y="1466492"/>
                  </a:lnTo>
                  <a:lnTo>
                    <a:pt x="615568" y="1466782"/>
                  </a:lnTo>
                  <a:lnTo>
                    <a:pt x="620964" y="1462029"/>
                  </a:lnTo>
                  <a:lnTo>
                    <a:pt x="623737" y="1460598"/>
                  </a:lnTo>
                  <a:lnTo>
                    <a:pt x="626770" y="1457573"/>
                  </a:lnTo>
                  <a:lnTo>
                    <a:pt x="627629" y="1451713"/>
                  </a:lnTo>
                  <a:lnTo>
                    <a:pt x="634569" y="1456787"/>
                  </a:lnTo>
                  <a:lnTo>
                    <a:pt x="643726" y="1463284"/>
                  </a:lnTo>
                  <a:lnTo>
                    <a:pt x="645144" y="1462948"/>
                  </a:lnTo>
                  <a:lnTo>
                    <a:pt x="648707" y="1462102"/>
                  </a:lnTo>
                  <a:lnTo>
                    <a:pt x="654910" y="1464888"/>
                  </a:lnTo>
                  <a:lnTo>
                    <a:pt x="656490" y="1464121"/>
                  </a:lnTo>
                  <a:lnTo>
                    <a:pt x="659594" y="1467814"/>
                  </a:lnTo>
                  <a:lnTo>
                    <a:pt x="663986" y="1464825"/>
                  </a:lnTo>
                  <a:lnTo>
                    <a:pt x="668420" y="1468605"/>
                  </a:lnTo>
                  <a:lnTo>
                    <a:pt x="674711" y="1470207"/>
                  </a:lnTo>
                  <a:lnTo>
                    <a:pt x="680730" y="1479434"/>
                  </a:lnTo>
                  <a:lnTo>
                    <a:pt x="685222" y="1489370"/>
                  </a:lnTo>
                  <a:lnTo>
                    <a:pt x="702063" y="1491902"/>
                  </a:lnTo>
                  <a:lnTo>
                    <a:pt x="727677" y="1495671"/>
                  </a:lnTo>
                  <a:lnTo>
                    <a:pt x="775943" y="1502472"/>
                  </a:lnTo>
                  <a:lnTo>
                    <a:pt x="785207" y="1506476"/>
                  </a:lnTo>
                  <a:lnTo>
                    <a:pt x="790605" y="1508802"/>
                  </a:lnTo>
                  <a:lnTo>
                    <a:pt x="801774" y="1513596"/>
                  </a:lnTo>
                  <a:lnTo>
                    <a:pt x="807808" y="1512030"/>
                  </a:lnTo>
                  <a:lnTo>
                    <a:pt x="812871" y="1512930"/>
                  </a:lnTo>
                  <a:lnTo>
                    <a:pt x="813237" y="1512995"/>
                  </a:lnTo>
                  <a:lnTo>
                    <a:pt x="815485" y="1515727"/>
                  </a:lnTo>
                  <a:lnTo>
                    <a:pt x="819272" y="1515019"/>
                  </a:lnTo>
                  <a:lnTo>
                    <a:pt x="820476" y="1511763"/>
                  </a:lnTo>
                  <a:lnTo>
                    <a:pt x="826100" y="1510241"/>
                  </a:lnTo>
                  <a:lnTo>
                    <a:pt x="836790" y="1513874"/>
                  </a:lnTo>
                  <a:lnTo>
                    <a:pt x="839104" y="1512031"/>
                  </a:lnTo>
                  <a:lnTo>
                    <a:pt x="845711" y="1515130"/>
                  </a:lnTo>
                  <a:lnTo>
                    <a:pt x="851033" y="1513893"/>
                  </a:lnTo>
                  <a:lnTo>
                    <a:pt x="857145" y="1514989"/>
                  </a:lnTo>
                  <a:lnTo>
                    <a:pt x="862805" y="1517209"/>
                  </a:lnTo>
                  <a:lnTo>
                    <a:pt x="862945" y="1517264"/>
                  </a:lnTo>
                  <a:lnTo>
                    <a:pt x="867336" y="1522481"/>
                  </a:lnTo>
                  <a:lnTo>
                    <a:pt x="863110" y="1529902"/>
                  </a:lnTo>
                  <a:lnTo>
                    <a:pt x="866055" y="1532342"/>
                  </a:lnTo>
                  <a:lnTo>
                    <a:pt x="870456" y="1533431"/>
                  </a:lnTo>
                  <a:lnTo>
                    <a:pt x="871227" y="1533622"/>
                  </a:lnTo>
                  <a:lnTo>
                    <a:pt x="875486" y="1531359"/>
                  </a:lnTo>
                  <a:lnTo>
                    <a:pt x="878541" y="1534857"/>
                  </a:lnTo>
                  <a:lnTo>
                    <a:pt x="886163" y="1534860"/>
                  </a:lnTo>
                  <a:lnTo>
                    <a:pt x="890763" y="1538205"/>
                  </a:lnTo>
                  <a:lnTo>
                    <a:pt x="893517" y="1540205"/>
                  </a:lnTo>
                  <a:lnTo>
                    <a:pt x="896135" y="1543539"/>
                  </a:lnTo>
                  <a:lnTo>
                    <a:pt x="892787" y="1546663"/>
                  </a:lnTo>
                  <a:lnTo>
                    <a:pt x="897642" y="1551469"/>
                  </a:lnTo>
                  <a:lnTo>
                    <a:pt x="897463" y="1555820"/>
                  </a:lnTo>
                  <a:lnTo>
                    <a:pt x="896958" y="1562230"/>
                  </a:lnTo>
                  <a:lnTo>
                    <a:pt x="897791" y="1568599"/>
                  </a:lnTo>
                  <a:lnTo>
                    <a:pt x="894755" y="1572713"/>
                  </a:lnTo>
                  <a:lnTo>
                    <a:pt x="894901" y="1579128"/>
                  </a:lnTo>
                  <a:lnTo>
                    <a:pt x="895077" y="1584154"/>
                  </a:lnTo>
                  <a:lnTo>
                    <a:pt x="900491" y="1583255"/>
                  </a:lnTo>
                  <a:lnTo>
                    <a:pt x="904728" y="1582427"/>
                  </a:lnTo>
                  <a:lnTo>
                    <a:pt x="907985" y="1578297"/>
                  </a:lnTo>
                  <a:lnTo>
                    <a:pt x="912521" y="1579498"/>
                  </a:lnTo>
                  <a:lnTo>
                    <a:pt x="912648" y="1586086"/>
                  </a:lnTo>
                  <a:lnTo>
                    <a:pt x="910197" y="1595433"/>
                  </a:lnTo>
                  <a:lnTo>
                    <a:pt x="908489" y="1601769"/>
                  </a:lnTo>
                  <a:lnTo>
                    <a:pt x="913402" y="1606881"/>
                  </a:lnTo>
                  <a:lnTo>
                    <a:pt x="918285" y="1611696"/>
                  </a:lnTo>
                  <a:lnTo>
                    <a:pt x="923508" y="1612288"/>
                  </a:lnTo>
                  <a:lnTo>
                    <a:pt x="921385" y="1618936"/>
                  </a:lnTo>
                  <a:lnTo>
                    <a:pt x="922285" y="1627409"/>
                  </a:lnTo>
                  <a:lnTo>
                    <a:pt x="916600" y="1628617"/>
                  </a:lnTo>
                  <a:lnTo>
                    <a:pt x="911084" y="1630911"/>
                  </a:lnTo>
                  <a:lnTo>
                    <a:pt x="906883" y="1632653"/>
                  </a:lnTo>
                  <a:lnTo>
                    <a:pt x="904795" y="1636709"/>
                  </a:lnTo>
                  <a:lnTo>
                    <a:pt x="906171" y="1642849"/>
                  </a:lnTo>
                  <a:lnTo>
                    <a:pt x="905055" y="1645062"/>
                  </a:lnTo>
                  <a:lnTo>
                    <a:pt x="901451" y="1650528"/>
                  </a:lnTo>
                  <a:lnTo>
                    <a:pt x="899391" y="1658733"/>
                  </a:lnTo>
                  <a:lnTo>
                    <a:pt x="896390" y="1663705"/>
                  </a:lnTo>
                  <a:lnTo>
                    <a:pt x="895942" y="1669131"/>
                  </a:lnTo>
                  <a:lnTo>
                    <a:pt x="895798" y="1670870"/>
                  </a:lnTo>
                  <a:lnTo>
                    <a:pt x="897093" y="1677574"/>
                  </a:lnTo>
                  <a:lnTo>
                    <a:pt x="894054" y="1682652"/>
                  </a:lnTo>
                  <a:lnTo>
                    <a:pt x="897779" y="1686299"/>
                  </a:lnTo>
                  <a:lnTo>
                    <a:pt x="903345" y="1686665"/>
                  </a:lnTo>
                  <a:lnTo>
                    <a:pt x="906450" y="1680597"/>
                  </a:lnTo>
                  <a:lnTo>
                    <a:pt x="908610" y="1675948"/>
                  </a:lnTo>
                  <a:lnTo>
                    <a:pt x="916036" y="1670932"/>
                  </a:lnTo>
                  <a:lnTo>
                    <a:pt x="916975" y="1668971"/>
                  </a:lnTo>
                  <a:lnTo>
                    <a:pt x="917848" y="1667146"/>
                  </a:lnTo>
                  <a:lnTo>
                    <a:pt x="918607" y="1665783"/>
                  </a:lnTo>
                  <a:lnTo>
                    <a:pt x="919853" y="1663545"/>
                  </a:lnTo>
                  <a:lnTo>
                    <a:pt x="919170" y="1659704"/>
                  </a:lnTo>
                  <a:lnTo>
                    <a:pt x="924262" y="1649566"/>
                  </a:lnTo>
                  <a:lnTo>
                    <a:pt x="928903" y="1642158"/>
                  </a:lnTo>
                  <a:lnTo>
                    <a:pt x="933162" y="1640783"/>
                  </a:lnTo>
                  <a:lnTo>
                    <a:pt x="934307" y="1639071"/>
                  </a:lnTo>
                  <a:lnTo>
                    <a:pt x="939947" y="1636106"/>
                  </a:lnTo>
                  <a:lnTo>
                    <a:pt x="943618" y="1629436"/>
                  </a:lnTo>
                  <a:lnTo>
                    <a:pt x="947019" y="1618913"/>
                  </a:lnTo>
                  <a:lnTo>
                    <a:pt x="951887" y="1609578"/>
                  </a:lnTo>
                  <a:lnTo>
                    <a:pt x="952509" y="1598637"/>
                  </a:lnTo>
                  <a:lnTo>
                    <a:pt x="957842" y="1597051"/>
                  </a:lnTo>
                  <a:lnTo>
                    <a:pt x="961726" y="1591788"/>
                  </a:lnTo>
                  <a:lnTo>
                    <a:pt x="961900" y="1585798"/>
                  </a:lnTo>
                  <a:lnTo>
                    <a:pt x="965587" y="1580676"/>
                  </a:lnTo>
                  <a:lnTo>
                    <a:pt x="968951" y="1579319"/>
                  </a:lnTo>
                  <a:lnTo>
                    <a:pt x="972498" y="1579823"/>
                  </a:lnTo>
                  <a:lnTo>
                    <a:pt x="973681" y="1587633"/>
                  </a:lnTo>
                  <a:lnTo>
                    <a:pt x="968851" y="1593519"/>
                  </a:lnTo>
                  <a:lnTo>
                    <a:pt x="969747" y="1599936"/>
                  </a:lnTo>
                  <a:lnTo>
                    <a:pt x="969349" y="1607031"/>
                  </a:lnTo>
                  <a:lnTo>
                    <a:pt x="964081" y="1616310"/>
                  </a:lnTo>
                  <a:lnTo>
                    <a:pt x="961109" y="1624929"/>
                  </a:lnTo>
                  <a:lnTo>
                    <a:pt x="960774" y="1632829"/>
                  </a:lnTo>
                  <a:lnTo>
                    <a:pt x="955754" y="1640288"/>
                  </a:lnTo>
                  <a:lnTo>
                    <a:pt x="953224" y="1648494"/>
                  </a:lnTo>
                  <a:lnTo>
                    <a:pt x="950160" y="1661071"/>
                  </a:lnTo>
                  <a:lnTo>
                    <a:pt x="948736" y="1666887"/>
                  </a:lnTo>
                  <a:lnTo>
                    <a:pt x="945646" y="1673039"/>
                  </a:lnTo>
                  <a:lnTo>
                    <a:pt x="943527" y="1689213"/>
                  </a:lnTo>
                  <a:lnTo>
                    <a:pt x="942143" y="1706225"/>
                  </a:lnTo>
                  <a:lnTo>
                    <a:pt x="942079" y="1707008"/>
                  </a:lnTo>
                  <a:lnTo>
                    <a:pt x="945311" y="1714253"/>
                  </a:lnTo>
                  <a:lnTo>
                    <a:pt x="947498" y="1720112"/>
                  </a:lnTo>
                  <a:lnTo>
                    <a:pt x="945609" y="1726852"/>
                  </a:lnTo>
                  <a:lnTo>
                    <a:pt x="940780" y="1731130"/>
                  </a:lnTo>
                  <a:lnTo>
                    <a:pt x="936937" y="1738001"/>
                  </a:lnTo>
                  <a:lnTo>
                    <a:pt x="935244" y="1752880"/>
                  </a:lnTo>
                  <a:lnTo>
                    <a:pt x="933995" y="1762365"/>
                  </a:lnTo>
                  <a:lnTo>
                    <a:pt x="933680" y="1764743"/>
                  </a:lnTo>
                  <a:lnTo>
                    <a:pt x="935700" y="1772411"/>
                  </a:lnTo>
                  <a:lnTo>
                    <a:pt x="938811" y="1777368"/>
                  </a:lnTo>
                  <a:lnTo>
                    <a:pt x="938932" y="1782953"/>
                  </a:lnTo>
                  <a:lnTo>
                    <a:pt x="939909" y="1788269"/>
                  </a:lnTo>
                  <a:lnTo>
                    <a:pt x="934610" y="1803757"/>
                  </a:lnTo>
                  <a:lnTo>
                    <a:pt x="934899" y="1806239"/>
                  </a:lnTo>
                  <a:lnTo>
                    <a:pt x="935622" y="1812459"/>
                  </a:lnTo>
                  <a:lnTo>
                    <a:pt x="932695" y="1821988"/>
                  </a:lnTo>
                  <a:lnTo>
                    <a:pt x="930451" y="1836566"/>
                  </a:lnTo>
                  <a:lnTo>
                    <a:pt x="931821" y="1850288"/>
                  </a:lnTo>
                  <a:lnTo>
                    <a:pt x="931884" y="1850905"/>
                  </a:lnTo>
                  <a:lnTo>
                    <a:pt x="932733" y="1859120"/>
                  </a:lnTo>
                  <a:lnTo>
                    <a:pt x="936557" y="1866294"/>
                  </a:lnTo>
                  <a:lnTo>
                    <a:pt x="935142" y="1872629"/>
                  </a:lnTo>
                  <a:lnTo>
                    <a:pt x="937692" y="1876049"/>
                  </a:lnTo>
                  <a:lnTo>
                    <a:pt x="941200" y="1880751"/>
                  </a:lnTo>
                  <a:lnTo>
                    <a:pt x="943483" y="1891419"/>
                  </a:lnTo>
                  <a:lnTo>
                    <a:pt x="944977" y="1893013"/>
                  </a:lnTo>
                  <a:lnTo>
                    <a:pt x="950917" y="1899345"/>
                  </a:lnTo>
                  <a:lnTo>
                    <a:pt x="950788" y="1909958"/>
                  </a:lnTo>
                  <a:lnTo>
                    <a:pt x="949851" y="1914196"/>
                  </a:lnTo>
                  <a:lnTo>
                    <a:pt x="949149" y="1917362"/>
                  </a:lnTo>
                  <a:lnTo>
                    <a:pt x="950447" y="1925330"/>
                  </a:lnTo>
                  <a:lnTo>
                    <a:pt x="953179" y="1935916"/>
                  </a:lnTo>
                  <a:lnTo>
                    <a:pt x="917041" y="1940790"/>
                  </a:lnTo>
                  <a:lnTo>
                    <a:pt x="915453" y="1941000"/>
                  </a:lnTo>
                  <a:lnTo>
                    <a:pt x="907516" y="1942190"/>
                  </a:lnTo>
                  <a:lnTo>
                    <a:pt x="892419" y="1944429"/>
                  </a:lnTo>
                  <a:lnTo>
                    <a:pt x="889227" y="1944898"/>
                  </a:lnTo>
                  <a:lnTo>
                    <a:pt x="871094" y="1947610"/>
                  </a:lnTo>
                  <a:lnTo>
                    <a:pt x="864819" y="1948412"/>
                  </a:lnTo>
                  <a:lnTo>
                    <a:pt x="849960" y="1950289"/>
                  </a:lnTo>
                  <a:lnTo>
                    <a:pt x="840657" y="1951450"/>
                  </a:lnTo>
                  <a:lnTo>
                    <a:pt x="838428" y="1951714"/>
                  </a:lnTo>
                  <a:lnTo>
                    <a:pt x="811326" y="1954878"/>
                  </a:lnTo>
                  <a:lnTo>
                    <a:pt x="808089" y="1955249"/>
                  </a:lnTo>
                  <a:lnTo>
                    <a:pt x="799747" y="1956199"/>
                  </a:lnTo>
                  <a:lnTo>
                    <a:pt x="768451" y="1959754"/>
                  </a:lnTo>
                  <a:lnTo>
                    <a:pt x="760370" y="1960651"/>
                  </a:lnTo>
                  <a:lnTo>
                    <a:pt x="733402" y="1963697"/>
                  </a:lnTo>
                  <a:lnTo>
                    <a:pt x="714955" y="1965966"/>
                  </a:lnTo>
                  <a:lnTo>
                    <a:pt x="713989" y="1966083"/>
                  </a:lnTo>
                  <a:lnTo>
                    <a:pt x="695267" y="1968094"/>
                  </a:lnTo>
                  <a:lnTo>
                    <a:pt x="691609" y="1959982"/>
                  </a:lnTo>
                  <a:lnTo>
                    <a:pt x="688368" y="1954110"/>
                  </a:lnTo>
                  <a:lnTo>
                    <a:pt x="684220" y="1952189"/>
                  </a:lnTo>
                  <a:lnTo>
                    <a:pt x="674088" y="1950924"/>
                  </a:lnTo>
                  <a:lnTo>
                    <a:pt x="669927" y="1950202"/>
                  </a:lnTo>
                  <a:lnTo>
                    <a:pt x="665754" y="1949475"/>
                  </a:lnTo>
                  <a:lnTo>
                    <a:pt x="658416" y="1945817"/>
                  </a:lnTo>
                  <a:lnTo>
                    <a:pt x="652827" y="1939431"/>
                  </a:lnTo>
                  <a:lnTo>
                    <a:pt x="649104" y="1928709"/>
                  </a:lnTo>
                  <a:lnTo>
                    <a:pt x="645041" y="1924227"/>
                  </a:lnTo>
                  <a:lnTo>
                    <a:pt x="642509" y="1915491"/>
                  </a:lnTo>
                  <a:lnTo>
                    <a:pt x="642032" y="1914078"/>
                  </a:lnTo>
                  <a:lnTo>
                    <a:pt x="639949" y="1907892"/>
                  </a:lnTo>
                  <a:lnTo>
                    <a:pt x="639380" y="1902754"/>
                  </a:lnTo>
                  <a:lnTo>
                    <a:pt x="638634" y="1896026"/>
                  </a:lnTo>
                  <a:lnTo>
                    <a:pt x="641805" y="1890706"/>
                  </a:lnTo>
                  <a:lnTo>
                    <a:pt x="645375" y="1884370"/>
                  </a:lnTo>
                  <a:lnTo>
                    <a:pt x="647602" y="1880110"/>
                  </a:lnTo>
                  <a:lnTo>
                    <a:pt x="642375" y="1873213"/>
                  </a:lnTo>
                  <a:lnTo>
                    <a:pt x="637825" y="1871060"/>
                  </a:lnTo>
                  <a:lnTo>
                    <a:pt x="632596" y="1866768"/>
                  </a:lnTo>
                  <a:lnTo>
                    <a:pt x="632922" y="1863056"/>
                  </a:lnTo>
                  <a:lnTo>
                    <a:pt x="631697" y="1861135"/>
                  </a:lnTo>
                  <a:lnTo>
                    <a:pt x="629346" y="1857446"/>
                  </a:lnTo>
                  <a:lnTo>
                    <a:pt x="629997" y="1851167"/>
                  </a:lnTo>
                  <a:lnTo>
                    <a:pt x="627798" y="1843358"/>
                  </a:lnTo>
                  <a:lnTo>
                    <a:pt x="625532" y="1839157"/>
                  </a:lnTo>
                  <a:lnTo>
                    <a:pt x="622846" y="1831154"/>
                  </a:lnTo>
                  <a:lnTo>
                    <a:pt x="623519" y="1823693"/>
                  </a:lnTo>
                  <a:lnTo>
                    <a:pt x="624057" y="1817703"/>
                  </a:lnTo>
                  <a:lnTo>
                    <a:pt x="619191" y="1808964"/>
                  </a:lnTo>
                  <a:lnTo>
                    <a:pt x="618819" y="1808295"/>
                  </a:lnTo>
                  <a:lnTo>
                    <a:pt x="612067" y="1800947"/>
                  </a:lnTo>
                  <a:lnTo>
                    <a:pt x="605318" y="1793272"/>
                  </a:lnTo>
                  <a:lnTo>
                    <a:pt x="603588" y="1791303"/>
                  </a:lnTo>
                  <a:lnTo>
                    <a:pt x="592762" y="1789599"/>
                  </a:lnTo>
                  <a:lnTo>
                    <a:pt x="591479" y="1789396"/>
                  </a:lnTo>
                  <a:lnTo>
                    <a:pt x="584388" y="1785477"/>
                  </a:lnTo>
                  <a:lnTo>
                    <a:pt x="577258" y="1778112"/>
                  </a:lnTo>
                  <a:lnTo>
                    <a:pt x="568116" y="1774617"/>
                  </a:lnTo>
                  <a:lnTo>
                    <a:pt x="564413" y="1770865"/>
                  </a:lnTo>
                  <a:lnTo>
                    <a:pt x="560615" y="1767011"/>
                  </a:lnTo>
                  <a:lnTo>
                    <a:pt x="557469" y="1756448"/>
                  </a:lnTo>
                  <a:lnTo>
                    <a:pt x="552742" y="1751416"/>
                  </a:lnTo>
                  <a:lnTo>
                    <a:pt x="541552" y="1747207"/>
                  </a:lnTo>
                  <a:lnTo>
                    <a:pt x="539096" y="1746280"/>
                  </a:lnTo>
                  <a:lnTo>
                    <a:pt x="528012" y="1743418"/>
                  </a:lnTo>
                  <a:lnTo>
                    <a:pt x="526770" y="1742435"/>
                  </a:lnTo>
                  <a:lnTo>
                    <a:pt x="522379" y="1738955"/>
                  </a:lnTo>
                  <a:lnTo>
                    <a:pt x="519730" y="1732640"/>
                  </a:lnTo>
                  <a:lnTo>
                    <a:pt x="519463" y="1732507"/>
                  </a:lnTo>
                  <a:lnTo>
                    <a:pt x="515307" y="1730445"/>
                  </a:lnTo>
                  <a:lnTo>
                    <a:pt x="511990" y="1730838"/>
                  </a:lnTo>
                  <a:lnTo>
                    <a:pt x="498559" y="1729663"/>
                  </a:lnTo>
                  <a:lnTo>
                    <a:pt x="492110" y="1725862"/>
                  </a:lnTo>
                  <a:lnTo>
                    <a:pt x="484351" y="1717004"/>
                  </a:lnTo>
                  <a:lnTo>
                    <a:pt x="480980" y="1714125"/>
                  </a:lnTo>
                  <a:lnTo>
                    <a:pt x="475159" y="1709144"/>
                  </a:lnTo>
                  <a:lnTo>
                    <a:pt x="473921" y="1708083"/>
                  </a:lnTo>
                  <a:lnTo>
                    <a:pt x="476193" y="1697139"/>
                  </a:lnTo>
                  <a:lnTo>
                    <a:pt x="476244" y="1696184"/>
                  </a:lnTo>
                  <a:lnTo>
                    <a:pt x="476783" y="1686195"/>
                  </a:lnTo>
                  <a:lnTo>
                    <a:pt x="474914" y="1676259"/>
                  </a:lnTo>
                  <a:lnTo>
                    <a:pt x="470856" y="1671260"/>
                  </a:lnTo>
                  <a:lnTo>
                    <a:pt x="471897" y="1669899"/>
                  </a:lnTo>
                  <a:lnTo>
                    <a:pt x="475771" y="1664826"/>
                  </a:lnTo>
                  <a:lnTo>
                    <a:pt x="472558" y="1654909"/>
                  </a:lnTo>
                  <a:lnTo>
                    <a:pt x="472466" y="1653055"/>
                  </a:lnTo>
                  <a:lnTo>
                    <a:pt x="472000" y="1643740"/>
                  </a:lnTo>
                  <a:lnTo>
                    <a:pt x="473059" y="1642256"/>
                  </a:lnTo>
                  <a:lnTo>
                    <a:pt x="476893" y="1636874"/>
                  </a:lnTo>
                  <a:lnTo>
                    <a:pt x="479737" y="1629161"/>
                  </a:lnTo>
                  <a:lnTo>
                    <a:pt x="480280" y="1623881"/>
                  </a:lnTo>
                  <a:lnTo>
                    <a:pt x="476420" y="1619943"/>
                  </a:lnTo>
                  <a:lnTo>
                    <a:pt x="472247" y="1613653"/>
                  </a:lnTo>
                  <a:lnTo>
                    <a:pt x="469389" y="1609933"/>
                  </a:lnTo>
                  <a:lnTo>
                    <a:pt x="465468" y="1609616"/>
                  </a:lnTo>
                  <a:lnTo>
                    <a:pt x="458458" y="1608922"/>
                  </a:lnTo>
                  <a:lnTo>
                    <a:pt x="457150" y="1600846"/>
                  </a:lnTo>
                  <a:close/>
                </a:path>
              </a:pathLst>
            </a:cu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h132"/>
            <p:cNvSpPr/>
            <p:nvPr/>
          </p:nvSpPr>
          <p:spPr>
            <a:xfrm>
              <a:off x="2584477" y="1381300"/>
              <a:ext cx="1070864" cy="2137439"/>
            </a:xfrm>
            <a:custGeom>
              <a:avLst/>
              <a:pathLst>
                <a:path w="1070864" h="2137439">
                  <a:moveTo>
                    <a:pt x="457200" y="1600200"/>
                  </a:moveTo>
                  <a:lnTo>
                    <a:pt x="460573" y="1583730"/>
                  </a:lnTo>
                  <a:lnTo>
                    <a:pt x="483122" y="1586595"/>
                  </a:lnTo>
                  <a:lnTo>
                    <a:pt x="489877" y="1588835"/>
                  </a:lnTo>
                  <a:lnTo>
                    <a:pt x="523100" y="1592328"/>
                  </a:lnTo>
                  <a:lnTo>
                    <a:pt x="551820" y="1595456"/>
                  </a:lnTo>
                  <a:lnTo>
                    <a:pt x="568926" y="1597594"/>
                  </a:lnTo>
                  <a:lnTo>
                    <a:pt x="588442" y="1599982"/>
                  </a:lnTo>
                  <a:lnTo>
                    <a:pt x="629517" y="1604340"/>
                  </a:lnTo>
                  <a:lnTo>
                    <a:pt x="633020" y="1605522"/>
                  </a:lnTo>
                  <a:lnTo>
                    <a:pt x="671462" y="1609737"/>
                  </a:lnTo>
                  <a:lnTo>
                    <a:pt x="682004" y="1610856"/>
                  </a:lnTo>
                  <a:lnTo>
                    <a:pt x="704025" y="1613028"/>
                  </a:lnTo>
                  <a:lnTo>
                    <a:pt x="725967" y="1615123"/>
                  </a:lnTo>
                  <a:lnTo>
                    <a:pt x="733463" y="1615865"/>
                  </a:lnTo>
                  <a:lnTo>
                    <a:pt x="782401" y="1620514"/>
                  </a:lnTo>
                  <a:lnTo>
                    <a:pt x="822799" y="1624768"/>
                  </a:lnTo>
                  <a:lnTo>
                    <a:pt x="877491" y="1629484"/>
                  </a:lnTo>
                  <a:lnTo>
                    <a:pt x="898428" y="1630603"/>
                  </a:lnTo>
                  <a:lnTo>
                    <a:pt x="913938" y="1631392"/>
                  </a:lnTo>
                  <a:lnTo>
                    <a:pt x="981531" y="1635973"/>
                  </a:lnTo>
                  <a:lnTo>
                    <a:pt x="984892" y="1636183"/>
                  </a:lnTo>
                  <a:lnTo>
                    <a:pt x="986031" y="1636254"/>
                  </a:lnTo>
                  <a:lnTo>
                    <a:pt x="1070864" y="1641373"/>
                  </a:lnTo>
                  <a:lnTo>
                    <a:pt x="1069130" y="1679383"/>
                  </a:lnTo>
                  <a:lnTo>
                    <a:pt x="1068395" y="1694326"/>
                  </a:lnTo>
                  <a:lnTo>
                    <a:pt x="1066441" y="1734182"/>
                  </a:lnTo>
                  <a:lnTo>
                    <a:pt x="1066012" y="1742823"/>
                  </a:lnTo>
                  <a:lnTo>
                    <a:pt x="1065769" y="1747702"/>
                  </a:lnTo>
                  <a:lnTo>
                    <a:pt x="1063998" y="1783408"/>
                  </a:lnTo>
                  <a:lnTo>
                    <a:pt x="1062236" y="1820019"/>
                  </a:lnTo>
                  <a:lnTo>
                    <a:pt x="1061920" y="1826882"/>
                  </a:lnTo>
                  <a:lnTo>
                    <a:pt x="1061775" y="1830050"/>
                  </a:lnTo>
                  <a:lnTo>
                    <a:pt x="1060704" y="1853395"/>
                  </a:lnTo>
                  <a:lnTo>
                    <a:pt x="1059018" y="1889302"/>
                  </a:lnTo>
                  <a:lnTo>
                    <a:pt x="1056836" y="1935195"/>
                  </a:lnTo>
                  <a:lnTo>
                    <a:pt x="1056714" y="1937572"/>
                  </a:lnTo>
                  <a:lnTo>
                    <a:pt x="1056001" y="1951448"/>
                  </a:lnTo>
                  <a:lnTo>
                    <a:pt x="1054529" y="1982482"/>
                  </a:lnTo>
                  <a:lnTo>
                    <a:pt x="1053138" y="2011483"/>
                  </a:lnTo>
                  <a:lnTo>
                    <a:pt x="1053048" y="2013294"/>
                  </a:lnTo>
                  <a:lnTo>
                    <a:pt x="1052330" y="2027724"/>
                  </a:lnTo>
                  <a:lnTo>
                    <a:pt x="1051232" y="2051014"/>
                  </a:lnTo>
                  <a:lnTo>
                    <a:pt x="1050741" y="2061458"/>
                  </a:lnTo>
                  <a:lnTo>
                    <a:pt x="1050457" y="2067589"/>
                  </a:lnTo>
                  <a:lnTo>
                    <a:pt x="1049476" y="2088821"/>
                  </a:lnTo>
                  <a:lnTo>
                    <a:pt x="1048780" y="2103093"/>
                  </a:lnTo>
                  <a:lnTo>
                    <a:pt x="1047750" y="2123411"/>
                  </a:lnTo>
                  <a:lnTo>
                    <a:pt x="1047074" y="2137439"/>
                  </a:lnTo>
                  <a:lnTo>
                    <a:pt x="1005499" y="2135231"/>
                  </a:lnTo>
                  <a:lnTo>
                    <a:pt x="971925" y="2133792"/>
                  </a:lnTo>
                  <a:lnTo>
                    <a:pt x="963676" y="2133297"/>
                  </a:lnTo>
                  <a:lnTo>
                    <a:pt x="932430" y="2131345"/>
                  </a:lnTo>
                  <a:lnTo>
                    <a:pt x="846965" y="2125440"/>
                  </a:lnTo>
                  <a:lnTo>
                    <a:pt x="844438" y="2125251"/>
                  </a:lnTo>
                  <a:lnTo>
                    <a:pt x="834755" y="2124452"/>
                  </a:lnTo>
                  <a:lnTo>
                    <a:pt x="784380" y="2120100"/>
                  </a:lnTo>
                  <a:lnTo>
                    <a:pt x="741675" y="2116149"/>
                  </a:lnTo>
                  <a:lnTo>
                    <a:pt x="737042" y="2115706"/>
                  </a:lnTo>
                  <a:lnTo>
                    <a:pt x="685595" y="2111146"/>
                  </a:lnTo>
                  <a:lnTo>
                    <a:pt x="654591" y="2108229"/>
                  </a:lnTo>
                  <a:lnTo>
                    <a:pt x="580092" y="2100299"/>
                  </a:lnTo>
                  <a:lnTo>
                    <a:pt x="561411" y="2098169"/>
                  </a:lnTo>
                  <a:lnTo>
                    <a:pt x="518124" y="2093507"/>
                  </a:lnTo>
                  <a:lnTo>
                    <a:pt x="491576" y="2090405"/>
                  </a:lnTo>
                  <a:lnTo>
                    <a:pt x="487133" y="2089876"/>
                  </a:lnTo>
                  <a:lnTo>
                    <a:pt x="480329" y="2089062"/>
                  </a:lnTo>
                  <a:lnTo>
                    <a:pt x="441455" y="2084245"/>
                  </a:lnTo>
                  <a:lnTo>
                    <a:pt x="410619" y="2080071"/>
                  </a:lnTo>
                  <a:lnTo>
                    <a:pt x="394416" y="2077827"/>
                  </a:lnTo>
                  <a:lnTo>
                    <a:pt x="398497" y="2046518"/>
                  </a:lnTo>
                  <a:lnTo>
                    <a:pt x="400255" y="2033057"/>
                  </a:lnTo>
                  <a:lnTo>
                    <a:pt x="403634" y="2007778"/>
                  </a:lnTo>
                  <a:lnTo>
                    <a:pt x="403862" y="2006016"/>
                  </a:lnTo>
                  <a:lnTo>
                    <a:pt x="410615" y="1953950"/>
                  </a:lnTo>
                  <a:lnTo>
                    <a:pt x="416246" y="1911008"/>
                  </a:lnTo>
                  <a:lnTo>
                    <a:pt x="419075" y="1890723"/>
                  </a:lnTo>
                  <a:lnTo>
                    <a:pt x="422673" y="1864985"/>
                  </a:lnTo>
                  <a:lnTo>
                    <a:pt x="426611" y="1835130"/>
                  </a:lnTo>
                  <a:lnTo>
                    <a:pt x="427508" y="1828345"/>
                  </a:lnTo>
                  <a:lnTo>
                    <a:pt x="428373" y="1821808"/>
                  </a:lnTo>
                  <a:lnTo>
                    <a:pt x="432349" y="1791764"/>
                  </a:lnTo>
                  <a:lnTo>
                    <a:pt x="435352" y="1768879"/>
                  </a:lnTo>
                  <a:lnTo>
                    <a:pt x="438386" y="1745814"/>
                  </a:lnTo>
                  <a:lnTo>
                    <a:pt x="442022" y="1718590"/>
                  </a:lnTo>
                  <a:lnTo>
                    <a:pt x="443212" y="1709318"/>
                  </a:lnTo>
                  <a:lnTo>
                    <a:pt x="445299" y="1693086"/>
                  </a:lnTo>
                  <a:lnTo>
                    <a:pt x="449595" y="1660977"/>
                  </a:lnTo>
                  <a:lnTo>
                    <a:pt x="451275" y="1648743"/>
                  </a:lnTo>
                  <a:lnTo>
                    <a:pt x="453267" y="1630051"/>
                  </a:lnTo>
                  <a:lnTo>
                    <a:pt x="453953" y="1624948"/>
                  </a:lnTo>
                  <a:lnTo>
                    <a:pt x="454933" y="1617655"/>
                  </a:lnTo>
                  <a:close/>
                </a:path>
              </a:pathLst>
            </a:cu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tx133"/>
            <p:cNvSpPr/>
            <p:nvPr/>
          </p:nvSpPr>
          <p:spPr>
            <a:xfrm>
              <a:off x="7180798" y="3442376"/>
              <a:ext cx="1124437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Law grade band</a:t>
              </a:r>
            </a:p>
          </p:txBody>
        </p:sp>
        <p:sp>
          <p:nvSpPr>
            <p:cNvPr id="135" name="rc134"/>
            <p:cNvSpPr/>
            <p:nvPr/>
          </p:nvSpPr>
          <p:spPr>
            <a:xfrm>
              <a:off x="7187998" y="3635568"/>
              <a:ext cx="205056" cy="205056"/>
            </a:xfrm>
            <a:prstGeom prst="rect">
              <a:avLst/>
            </a:prstGeom>
            <a:solidFill>
              <a:srgbClr val="C62828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135"/>
            <p:cNvSpPr/>
            <p:nvPr/>
          </p:nvSpPr>
          <p:spPr>
            <a:xfrm>
              <a:off x="7187998" y="3855024"/>
              <a:ext cx="205056" cy="205056"/>
            </a:xfrm>
            <a:prstGeom prst="rect">
              <a:avLst/>
            </a:prstGeom>
            <a:solidFill>
              <a:srgbClr val="F4B6C2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6"/>
            <p:cNvSpPr/>
            <p:nvPr/>
          </p:nvSpPr>
          <p:spPr>
            <a:xfrm>
              <a:off x="7187998" y="4074480"/>
              <a:ext cx="205056" cy="20505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137"/>
            <p:cNvSpPr/>
            <p:nvPr/>
          </p:nvSpPr>
          <p:spPr>
            <a:xfrm>
              <a:off x="7187998" y="4293936"/>
              <a:ext cx="205056" cy="205056"/>
            </a:xfrm>
            <a:prstGeom prst="rect">
              <a:avLst/>
            </a:prstGeom>
            <a:solidFill>
              <a:srgbClr val="7FB3FF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rc138"/>
            <p:cNvSpPr/>
            <p:nvPr/>
          </p:nvSpPr>
          <p:spPr>
            <a:xfrm>
              <a:off x="7187998" y="4513392"/>
              <a:ext cx="205056" cy="205056"/>
            </a:xfrm>
            <a:prstGeom prst="rect">
              <a:avLst/>
            </a:prstGeom>
            <a:solidFill>
              <a:srgbClr val="0B3C8C">
                <a:alpha val="100000"/>
              </a:srgbClr>
            </a:solidFill>
            <a:ln w="1084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tx139"/>
            <p:cNvSpPr/>
            <p:nvPr/>
          </p:nvSpPr>
          <p:spPr>
            <a:xfrm>
              <a:off x="7469843" y="3697359"/>
              <a:ext cx="64282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</a:t>
              </a:r>
            </a:p>
          </p:txBody>
        </p:sp>
        <p:sp>
          <p:nvSpPr>
            <p:cNvPr id="141" name="tx140"/>
            <p:cNvSpPr/>
            <p:nvPr/>
          </p:nvSpPr>
          <p:spPr>
            <a:xfrm>
              <a:off x="7469843" y="3916815"/>
              <a:ext cx="8604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</a:t>
              </a:r>
            </a:p>
          </p:txBody>
        </p:sp>
        <p:sp>
          <p:nvSpPr>
            <p:cNvPr id="142" name="tx141"/>
            <p:cNvSpPr/>
            <p:nvPr/>
          </p:nvSpPr>
          <p:spPr>
            <a:xfrm>
              <a:off x="7469843" y="4136271"/>
              <a:ext cx="7799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</a:t>
              </a:r>
            </a:p>
          </p:txBody>
        </p:sp>
        <p:sp>
          <p:nvSpPr>
            <p:cNvPr id="143" name="tx142"/>
            <p:cNvSpPr/>
            <p:nvPr/>
          </p:nvSpPr>
          <p:spPr>
            <a:xfrm>
              <a:off x="7469843" y="4355727"/>
              <a:ext cx="76626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</a:t>
              </a:r>
            </a:p>
          </p:txBody>
        </p:sp>
        <p:sp>
          <p:nvSpPr>
            <p:cNvPr id="144" name="tx143"/>
            <p:cNvSpPr/>
            <p:nvPr/>
          </p:nvSpPr>
          <p:spPr>
            <a:xfrm>
              <a:off x="7469843" y="4575183"/>
              <a:ext cx="76443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</a:t>
              </a:r>
            </a:p>
          </p:txBody>
        </p:sp>
        <p:sp>
          <p:nvSpPr>
            <p:cNvPr id="145" name="tx144"/>
            <p:cNvSpPr/>
            <p:nvPr/>
          </p:nvSpPr>
          <p:spPr>
            <a:xfrm>
              <a:off x="838763" y="1896380"/>
              <a:ext cx="3924513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F=red, D=light pink, C=light gray, B=light blue, A=blue</a:t>
              </a:r>
            </a:p>
          </p:txBody>
        </p:sp>
        <p:sp>
          <p:nvSpPr>
            <p:cNvPr id="146" name="tx145"/>
            <p:cNvSpPr/>
            <p:nvPr/>
          </p:nvSpPr>
          <p:spPr>
            <a:xfrm>
              <a:off x="838763" y="1669789"/>
              <a:ext cx="3362065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Gun-law strictness map (F red → A blue)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Do stricter laws correlate with lower mortality?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897253" y="5584487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97253" y="4723676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897253" y="3862865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897253" y="3002054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897253" y="2141243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375141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987648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5600154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7212661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897253" y="5154081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897253" y="4293270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897253" y="3432459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897253" y="2571648"/>
              <a:ext cx="7719957" cy="0"/>
            </a:xfrm>
            <a:custGeom>
              <a:avLst/>
              <a:pathLst>
                <a:path w="7719957" h="0">
                  <a:moveTo>
                    <a:pt x="0" y="0"/>
                  </a:moveTo>
                  <a:lnTo>
                    <a:pt x="7719957" y="0"/>
                  </a:lnTo>
                  <a:lnTo>
                    <a:pt x="77199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568888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181394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793901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6406408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8018914" y="2096911"/>
              <a:ext cx="0" cy="3626596"/>
            </a:xfrm>
            <a:custGeom>
              <a:avLst/>
              <a:pathLst>
                <a:path w="0" h="3626596">
                  <a:moveTo>
                    <a:pt x="0" y="36265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1361099" y="3447564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1590298" y="2982726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1411564" y="3585294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1633113" y="4050132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7696679" y="5074497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7796544" y="4248119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8029660" y="5272484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8007569" y="4532186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4473438" y="4420281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1440559" y="3783281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8055376" y="5513511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1424955" y="4747389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1540605" y="4411673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7889112" y="4299767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3088728" y="3998483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1394501" y="4299767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1562434" y="3809105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1212782" y="2974118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8093380" y="5496295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8144097" y="4411673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4724314" y="4755997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6183600" y="4575227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6368403" y="4885119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1203008" y="3619727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1290229" y="2216605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1807424" y="3903794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4966269" y="3972659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1532298" y="4807646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5014469" y="4833470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3341683" y="4971200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7788465" y="5453254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6136366" y="2844997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6549022" y="3946835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8221151" y="5418822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3243527" y="4273943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1458028" y="3852146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8041313" y="4377240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6474357" y="4558011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7706212" y="5444646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1657647" y="3593902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1260952" y="4205078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1249073" y="3525037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1670723" y="4316983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1357376" y="4678524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6284426" y="4446105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6306094" y="4799038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7772758" y="4704348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4695047" y="4601051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1752581" y="4291159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1353068" y="3697200"/>
              <a:ext cx="90303" cy="90303"/>
            </a:xfrm>
            <a:prstGeom prst="ellipse">
              <a:avLst/>
            </a:prstGeom>
            <a:solidFill>
              <a:srgbClr val="000000">
                <a:alpha val="85098"/>
              </a:srgbClr>
            </a:solidFill>
            <a:ln w="9000" cap="rnd">
              <a:solidFill>
                <a:srgbClr val="000000">
                  <a:alpha val="85098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3"/>
            <p:cNvSpPr/>
            <p:nvPr/>
          </p:nvSpPr>
          <p:spPr>
            <a:xfrm>
              <a:off x="1568888" y="3921161"/>
              <a:ext cx="6450026" cy="982682"/>
            </a:xfrm>
            <a:custGeom>
              <a:avLst/>
              <a:pathLst>
                <a:path w="6450026" h="982682">
                  <a:moveTo>
                    <a:pt x="0" y="0"/>
                  </a:moveTo>
                  <a:lnTo>
                    <a:pt x="81645" y="12439"/>
                  </a:lnTo>
                  <a:lnTo>
                    <a:pt x="163291" y="24878"/>
                  </a:lnTo>
                  <a:lnTo>
                    <a:pt x="244937" y="37317"/>
                  </a:lnTo>
                  <a:lnTo>
                    <a:pt x="326583" y="49756"/>
                  </a:lnTo>
                  <a:lnTo>
                    <a:pt x="408229" y="62195"/>
                  </a:lnTo>
                  <a:lnTo>
                    <a:pt x="489875" y="74634"/>
                  </a:lnTo>
                  <a:lnTo>
                    <a:pt x="571521" y="87073"/>
                  </a:lnTo>
                  <a:lnTo>
                    <a:pt x="653167" y="99512"/>
                  </a:lnTo>
                  <a:lnTo>
                    <a:pt x="734813" y="111951"/>
                  </a:lnTo>
                  <a:lnTo>
                    <a:pt x="816459" y="124390"/>
                  </a:lnTo>
                  <a:lnTo>
                    <a:pt x="898105" y="136829"/>
                  </a:lnTo>
                  <a:lnTo>
                    <a:pt x="979750" y="149268"/>
                  </a:lnTo>
                  <a:lnTo>
                    <a:pt x="1061396" y="161707"/>
                  </a:lnTo>
                  <a:lnTo>
                    <a:pt x="1143042" y="174146"/>
                  </a:lnTo>
                  <a:lnTo>
                    <a:pt x="1224688" y="186585"/>
                  </a:lnTo>
                  <a:lnTo>
                    <a:pt x="1306334" y="199024"/>
                  </a:lnTo>
                  <a:lnTo>
                    <a:pt x="1387980" y="211463"/>
                  </a:lnTo>
                  <a:lnTo>
                    <a:pt x="1469626" y="223902"/>
                  </a:lnTo>
                  <a:lnTo>
                    <a:pt x="1551272" y="236341"/>
                  </a:lnTo>
                  <a:lnTo>
                    <a:pt x="1632918" y="248780"/>
                  </a:lnTo>
                  <a:lnTo>
                    <a:pt x="1714564" y="261219"/>
                  </a:lnTo>
                  <a:lnTo>
                    <a:pt x="1796210" y="273658"/>
                  </a:lnTo>
                  <a:lnTo>
                    <a:pt x="1877855" y="286097"/>
                  </a:lnTo>
                  <a:lnTo>
                    <a:pt x="1959501" y="298536"/>
                  </a:lnTo>
                  <a:lnTo>
                    <a:pt x="2041147" y="310975"/>
                  </a:lnTo>
                  <a:lnTo>
                    <a:pt x="2122793" y="323414"/>
                  </a:lnTo>
                  <a:lnTo>
                    <a:pt x="2204439" y="335853"/>
                  </a:lnTo>
                  <a:lnTo>
                    <a:pt x="2286085" y="348292"/>
                  </a:lnTo>
                  <a:lnTo>
                    <a:pt x="2367731" y="360731"/>
                  </a:lnTo>
                  <a:lnTo>
                    <a:pt x="2449377" y="373170"/>
                  </a:lnTo>
                  <a:lnTo>
                    <a:pt x="2531023" y="385609"/>
                  </a:lnTo>
                  <a:lnTo>
                    <a:pt x="2612669" y="398048"/>
                  </a:lnTo>
                  <a:lnTo>
                    <a:pt x="2694315" y="410487"/>
                  </a:lnTo>
                  <a:lnTo>
                    <a:pt x="2775960" y="422926"/>
                  </a:lnTo>
                  <a:lnTo>
                    <a:pt x="2857606" y="435365"/>
                  </a:lnTo>
                  <a:lnTo>
                    <a:pt x="2939252" y="447804"/>
                  </a:lnTo>
                  <a:lnTo>
                    <a:pt x="3020898" y="460243"/>
                  </a:lnTo>
                  <a:lnTo>
                    <a:pt x="3102544" y="472682"/>
                  </a:lnTo>
                  <a:lnTo>
                    <a:pt x="3184190" y="485121"/>
                  </a:lnTo>
                  <a:lnTo>
                    <a:pt x="3265836" y="497560"/>
                  </a:lnTo>
                  <a:lnTo>
                    <a:pt x="3347482" y="509999"/>
                  </a:lnTo>
                  <a:lnTo>
                    <a:pt x="3429128" y="522438"/>
                  </a:lnTo>
                  <a:lnTo>
                    <a:pt x="3510774" y="534877"/>
                  </a:lnTo>
                  <a:lnTo>
                    <a:pt x="3592420" y="547316"/>
                  </a:lnTo>
                  <a:lnTo>
                    <a:pt x="3674065" y="559755"/>
                  </a:lnTo>
                  <a:lnTo>
                    <a:pt x="3755711" y="572194"/>
                  </a:lnTo>
                  <a:lnTo>
                    <a:pt x="3837357" y="584633"/>
                  </a:lnTo>
                  <a:lnTo>
                    <a:pt x="3919003" y="597072"/>
                  </a:lnTo>
                  <a:lnTo>
                    <a:pt x="4000649" y="609511"/>
                  </a:lnTo>
                  <a:lnTo>
                    <a:pt x="4082295" y="621950"/>
                  </a:lnTo>
                  <a:lnTo>
                    <a:pt x="4163941" y="634389"/>
                  </a:lnTo>
                  <a:lnTo>
                    <a:pt x="4245587" y="646828"/>
                  </a:lnTo>
                  <a:lnTo>
                    <a:pt x="4327233" y="659267"/>
                  </a:lnTo>
                  <a:lnTo>
                    <a:pt x="4408879" y="671706"/>
                  </a:lnTo>
                  <a:lnTo>
                    <a:pt x="4490525" y="684145"/>
                  </a:lnTo>
                  <a:lnTo>
                    <a:pt x="4572170" y="696584"/>
                  </a:lnTo>
                  <a:lnTo>
                    <a:pt x="4653816" y="709023"/>
                  </a:lnTo>
                  <a:lnTo>
                    <a:pt x="4735462" y="721462"/>
                  </a:lnTo>
                  <a:lnTo>
                    <a:pt x="4817108" y="733901"/>
                  </a:lnTo>
                  <a:lnTo>
                    <a:pt x="4898754" y="746340"/>
                  </a:lnTo>
                  <a:lnTo>
                    <a:pt x="4980400" y="758779"/>
                  </a:lnTo>
                  <a:lnTo>
                    <a:pt x="5062046" y="771218"/>
                  </a:lnTo>
                  <a:lnTo>
                    <a:pt x="5143692" y="783657"/>
                  </a:lnTo>
                  <a:lnTo>
                    <a:pt x="5225338" y="796096"/>
                  </a:lnTo>
                  <a:lnTo>
                    <a:pt x="5306984" y="808536"/>
                  </a:lnTo>
                  <a:lnTo>
                    <a:pt x="5388630" y="820975"/>
                  </a:lnTo>
                  <a:lnTo>
                    <a:pt x="5470275" y="833414"/>
                  </a:lnTo>
                  <a:lnTo>
                    <a:pt x="5551921" y="845853"/>
                  </a:lnTo>
                  <a:lnTo>
                    <a:pt x="5633567" y="858292"/>
                  </a:lnTo>
                  <a:lnTo>
                    <a:pt x="5715213" y="870731"/>
                  </a:lnTo>
                  <a:lnTo>
                    <a:pt x="5796859" y="883170"/>
                  </a:lnTo>
                  <a:lnTo>
                    <a:pt x="5878505" y="895609"/>
                  </a:lnTo>
                  <a:lnTo>
                    <a:pt x="5960151" y="908048"/>
                  </a:lnTo>
                  <a:lnTo>
                    <a:pt x="6041797" y="920487"/>
                  </a:lnTo>
                  <a:lnTo>
                    <a:pt x="6123443" y="932926"/>
                  </a:lnTo>
                  <a:lnTo>
                    <a:pt x="6205089" y="945365"/>
                  </a:lnTo>
                  <a:lnTo>
                    <a:pt x="6286735" y="957804"/>
                  </a:lnTo>
                  <a:lnTo>
                    <a:pt x="6368380" y="970243"/>
                  </a:lnTo>
                  <a:lnTo>
                    <a:pt x="6450026" y="982682"/>
                  </a:lnTo>
                </a:path>
              </a:pathLst>
            </a:custGeom>
            <a:ln w="27101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4"/>
            <p:cNvSpPr/>
            <p:nvPr/>
          </p:nvSpPr>
          <p:spPr>
            <a:xfrm>
              <a:off x="763574" y="5113345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692525" y="4252534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692525" y="3391723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15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692525" y="2530912"/>
              <a:ext cx="142097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1533363" y="5786138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1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3145870" y="5786138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4758377" y="5786138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3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6370883" y="5786138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83" name="tx82"/>
            <p:cNvSpPr/>
            <p:nvPr/>
          </p:nvSpPr>
          <p:spPr>
            <a:xfrm>
              <a:off x="7983390" y="5786138"/>
              <a:ext cx="71048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84" name="tx83"/>
            <p:cNvSpPr/>
            <p:nvPr/>
          </p:nvSpPr>
          <p:spPr>
            <a:xfrm>
              <a:off x="3644453" y="5925631"/>
              <a:ext cx="2225558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Strictness (1 = lax … 5 = strict)</a:t>
              </a:r>
            </a:p>
          </p:txBody>
        </p:sp>
        <p:sp>
          <p:nvSpPr>
            <p:cNvPr id="85" name="tx84"/>
            <p:cNvSpPr/>
            <p:nvPr/>
          </p:nvSpPr>
          <p:spPr>
            <a:xfrm rot="-5400000">
              <a:off x="-4157" y="3859277"/>
              <a:ext cx="1163756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Deaths per 100k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897253" y="1896380"/>
              <a:ext cx="2539197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Spearman rho = -0.62 (p=1.34e-06)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897253" y="1669789"/>
              <a:ext cx="2926628" cy="122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Association: strictness vs mortality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Methods &amp; limitations (for your write-up)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Data:
• Firearm mortality rates from CDC (data.cdc.gov) via SODA API (state + county).
• Mortality time window begins 1999 for a consistent modern series.
Gun-law strictness:
• GIFFORDS annual state grades (A+ to F) are scraped from public scorecard pages (2012–2024).
• Grades are collapsed to a 5-point Likert scale:
  5=A-range, 4=B-range, 3=C-range, 2=D-range, 1=F.
• Scraping safeguards: cached CSV output, light pacing between requests, and fallback parsing.
Year alignment:
• The analysis year is set to the most recent year available in BOTH CDC and GIFFORDS (law_year_used).
Analysis:
• Cross-sectional summary by Likert bin, Spearman correlation, and linear regression.
• Results describe association only; confounding and policy endogeneity remain limitations.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rhowk</cp:lastModifiedBy>
  <cp:revision>3</cp:revision>
  <dcterms:created xsi:type="dcterms:W3CDTF">2017-02-13T16:18:36Z</dcterms:created>
  <dcterms:modified xsi:type="dcterms:W3CDTF">2026-03-05T15:19:04Z</dcterms:modified>
  <cp:category/>
</cp:coreProperties>
</file>